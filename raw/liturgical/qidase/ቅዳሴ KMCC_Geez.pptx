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79"/>
  </p:notesMasterIdLst>
  <p:sldIdLst>
    <p:sldId id="2706" r:id="rId2"/>
    <p:sldId id="2851" r:id="rId3"/>
    <p:sldId id="2852" r:id="rId4"/>
    <p:sldId id="2850" r:id="rId5"/>
    <p:sldId id="2849" r:id="rId6"/>
    <p:sldId id="2848" r:id="rId7"/>
    <p:sldId id="256" r:id="rId8"/>
    <p:sldId id="2558" r:id="rId9"/>
    <p:sldId id="2707" r:id="rId10"/>
    <p:sldId id="2708" r:id="rId11"/>
    <p:sldId id="2709" r:id="rId12"/>
    <p:sldId id="2557" r:id="rId13"/>
    <p:sldId id="1778" r:id="rId14"/>
    <p:sldId id="1779" r:id="rId15"/>
    <p:sldId id="1780" r:id="rId16"/>
    <p:sldId id="2559" r:id="rId17"/>
    <p:sldId id="2710" r:id="rId18"/>
    <p:sldId id="2859" r:id="rId19"/>
    <p:sldId id="2711" r:id="rId20"/>
    <p:sldId id="2543" r:id="rId21"/>
    <p:sldId id="2860" r:id="rId22"/>
    <p:sldId id="326" r:id="rId23"/>
    <p:sldId id="2808" r:id="rId24"/>
    <p:sldId id="2809" r:id="rId25"/>
    <p:sldId id="257" r:id="rId26"/>
    <p:sldId id="2805" r:id="rId27"/>
    <p:sldId id="2861" r:id="rId28"/>
    <p:sldId id="2647" r:id="rId29"/>
    <p:sldId id="259" r:id="rId30"/>
    <p:sldId id="2862" r:id="rId31"/>
    <p:sldId id="2694" r:id="rId32"/>
    <p:sldId id="260" r:id="rId33"/>
    <p:sldId id="2863" r:id="rId34"/>
    <p:sldId id="261" r:id="rId35"/>
    <p:sldId id="262" r:id="rId36"/>
    <p:sldId id="2853" r:id="rId37"/>
    <p:sldId id="2607" r:id="rId38"/>
    <p:sldId id="263" r:id="rId39"/>
    <p:sldId id="1776" r:id="rId40"/>
    <p:sldId id="2864" r:id="rId41"/>
    <p:sldId id="264" r:id="rId42"/>
    <p:sldId id="2854" r:id="rId43"/>
    <p:sldId id="2796" r:id="rId44"/>
    <p:sldId id="2797" r:id="rId45"/>
    <p:sldId id="2592" r:id="rId46"/>
    <p:sldId id="2678" r:id="rId47"/>
    <p:sldId id="2804" r:id="rId48"/>
    <p:sldId id="2690" r:id="rId49"/>
    <p:sldId id="2689" r:id="rId50"/>
    <p:sldId id="2688" r:id="rId51"/>
    <p:sldId id="2687" r:id="rId52"/>
    <p:sldId id="2581" r:id="rId53"/>
    <p:sldId id="2683" r:id="rId54"/>
    <p:sldId id="2684" r:id="rId55"/>
    <p:sldId id="2686" r:id="rId56"/>
    <p:sldId id="2681" r:id="rId57"/>
    <p:sldId id="2680" r:id="rId58"/>
    <p:sldId id="2674" r:id="rId59"/>
    <p:sldId id="2673" r:id="rId60"/>
    <p:sldId id="2671" r:id="rId61"/>
    <p:sldId id="2667" r:id="rId62"/>
    <p:sldId id="2670" r:id="rId63"/>
    <p:sldId id="2646" r:id="rId64"/>
    <p:sldId id="2666" r:id="rId65"/>
    <p:sldId id="2661" r:id="rId66"/>
    <p:sldId id="2660" r:id="rId67"/>
    <p:sldId id="2658" r:id="rId68"/>
    <p:sldId id="2652" r:id="rId69"/>
    <p:sldId id="2655" r:id="rId70"/>
    <p:sldId id="292" r:id="rId71"/>
    <p:sldId id="2641" r:id="rId72"/>
    <p:sldId id="2640" r:id="rId73"/>
    <p:sldId id="2638" r:id="rId74"/>
    <p:sldId id="2639" r:id="rId75"/>
    <p:sldId id="2637" r:id="rId76"/>
    <p:sldId id="2636" r:id="rId77"/>
    <p:sldId id="2635" r:id="rId78"/>
    <p:sldId id="2634" r:id="rId79"/>
    <p:sldId id="2633" r:id="rId80"/>
    <p:sldId id="2632" r:id="rId81"/>
    <p:sldId id="2631" r:id="rId82"/>
    <p:sldId id="2630" r:id="rId83"/>
    <p:sldId id="2627" r:id="rId84"/>
    <p:sldId id="2626" r:id="rId85"/>
    <p:sldId id="2621" r:id="rId86"/>
    <p:sldId id="2616" r:id="rId87"/>
    <p:sldId id="2613" r:id="rId88"/>
    <p:sldId id="2606" r:id="rId89"/>
    <p:sldId id="2601" r:id="rId90"/>
    <p:sldId id="2598" r:id="rId91"/>
    <p:sldId id="1770" r:id="rId92"/>
    <p:sldId id="2595" r:id="rId93"/>
    <p:sldId id="2586" r:id="rId94"/>
    <p:sldId id="2571" r:id="rId95"/>
    <p:sldId id="2735" r:id="rId96"/>
    <p:sldId id="2819" r:id="rId97"/>
    <p:sldId id="2820" r:id="rId98"/>
    <p:sldId id="2736" r:id="rId99"/>
    <p:sldId id="2737" r:id="rId100"/>
    <p:sldId id="265" r:id="rId101"/>
    <p:sldId id="343" r:id="rId102"/>
    <p:sldId id="5314" r:id="rId103"/>
    <p:sldId id="5315" r:id="rId104"/>
    <p:sldId id="258" r:id="rId105"/>
    <p:sldId id="5316" r:id="rId106"/>
    <p:sldId id="5317" r:id="rId107"/>
    <p:sldId id="2855" r:id="rId108"/>
    <p:sldId id="2865" r:id="rId109"/>
    <p:sldId id="2857" r:id="rId110"/>
    <p:sldId id="2717" r:id="rId111"/>
    <p:sldId id="2786" r:id="rId112"/>
    <p:sldId id="2663" r:id="rId113"/>
    <p:sldId id="2817" r:id="rId114"/>
    <p:sldId id="2664" r:id="rId115"/>
    <p:sldId id="2787" r:id="rId116"/>
    <p:sldId id="2665" r:id="rId117"/>
    <p:sldId id="2788" r:id="rId118"/>
    <p:sldId id="2716" r:id="rId119"/>
    <p:sldId id="2789" r:id="rId120"/>
    <p:sldId id="2858" r:id="rId121"/>
    <p:sldId id="2685" r:id="rId122"/>
    <p:sldId id="2582" r:id="rId123"/>
    <p:sldId id="2718" r:id="rId124"/>
    <p:sldId id="2810" r:id="rId125"/>
    <p:sldId id="2790" r:id="rId126"/>
    <p:sldId id="2791" r:id="rId127"/>
    <p:sldId id="2795" r:id="rId128"/>
    <p:sldId id="2692" r:id="rId129"/>
    <p:sldId id="2792" r:id="rId130"/>
    <p:sldId id="2793" r:id="rId131"/>
    <p:sldId id="2811" r:id="rId132"/>
    <p:sldId id="2794" r:id="rId133"/>
    <p:sldId id="2719" r:id="rId134"/>
    <p:sldId id="2547" r:id="rId135"/>
    <p:sldId id="2548" r:id="rId136"/>
    <p:sldId id="2549" r:id="rId137"/>
    <p:sldId id="2550" r:id="rId138"/>
    <p:sldId id="2551" r:id="rId139"/>
    <p:sldId id="2675" r:id="rId140"/>
    <p:sldId id="2553" r:id="rId141"/>
    <p:sldId id="2868" r:id="rId142"/>
    <p:sldId id="2869" r:id="rId143"/>
    <p:sldId id="2870" r:id="rId144"/>
    <p:sldId id="2871" r:id="rId145"/>
    <p:sldId id="2872" r:id="rId146"/>
    <p:sldId id="2873" r:id="rId147"/>
    <p:sldId id="2874" r:id="rId148"/>
    <p:sldId id="2875" r:id="rId149"/>
    <p:sldId id="2876" r:id="rId150"/>
    <p:sldId id="2877" r:id="rId151"/>
    <p:sldId id="2878" r:id="rId152"/>
    <p:sldId id="2879" r:id="rId153"/>
    <p:sldId id="2880" r:id="rId154"/>
    <p:sldId id="2881" r:id="rId155"/>
    <p:sldId id="2882" r:id="rId156"/>
    <p:sldId id="2883" r:id="rId157"/>
    <p:sldId id="2884" r:id="rId158"/>
    <p:sldId id="2885" r:id="rId159"/>
    <p:sldId id="2552" r:id="rId160"/>
    <p:sldId id="2867" r:id="rId161"/>
    <p:sldId id="2555" r:id="rId162"/>
    <p:sldId id="2556" r:id="rId163"/>
    <p:sldId id="2866" r:id="rId164"/>
    <p:sldId id="2544" r:id="rId165"/>
    <p:sldId id="2722" r:id="rId166"/>
    <p:sldId id="2845" r:id="rId167"/>
    <p:sldId id="2846" r:id="rId168"/>
    <p:sldId id="2723" r:id="rId169"/>
    <p:sldId id="2575" r:id="rId170"/>
    <p:sldId id="2583" r:id="rId171"/>
    <p:sldId id="2802" r:id="rId172"/>
    <p:sldId id="2724" r:id="rId173"/>
    <p:sldId id="267" r:id="rId174"/>
    <p:sldId id="2577" r:id="rId175"/>
    <p:sldId id="2578" r:id="rId176"/>
    <p:sldId id="2579" r:id="rId177"/>
    <p:sldId id="5318" r:id="rId178"/>
    <p:sldId id="276" r:id="rId179"/>
    <p:sldId id="288" r:id="rId180"/>
    <p:sldId id="277" r:id="rId181"/>
    <p:sldId id="289" r:id="rId182"/>
    <p:sldId id="278" r:id="rId183"/>
    <p:sldId id="290" r:id="rId184"/>
    <p:sldId id="279" r:id="rId185"/>
    <p:sldId id="291" r:id="rId186"/>
    <p:sldId id="270" r:id="rId187"/>
    <p:sldId id="271" r:id="rId188"/>
    <p:sldId id="272" r:id="rId189"/>
    <p:sldId id="280" r:id="rId190"/>
    <p:sldId id="273" r:id="rId191"/>
    <p:sldId id="281" r:id="rId192"/>
    <p:sldId id="274" r:id="rId193"/>
    <p:sldId id="2576" r:id="rId194"/>
    <p:sldId id="2806" r:id="rId195"/>
    <p:sldId id="2725" r:id="rId196"/>
    <p:sldId id="2726" r:id="rId197"/>
    <p:sldId id="2729" r:id="rId198"/>
    <p:sldId id="2727" r:id="rId199"/>
    <p:sldId id="2847" r:id="rId200"/>
    <p:sldId id="2814" r:id="rId201"/>
    <p:sldId id="2815" r:id="rId202"/>
    <p:sldId id="2731" r:id="rId203"/>
    <p:sldId id="2799" r:id="rId204"/>
    <p:sldId id="2813" r:id="rId205"/>
    <p:sldId id="2580" r:id="rId206"/>
    <p:sldId id="2821" r:id="rId207"/>
    <p:sldId id="2822" r:id="rId208"/>
    <p:sldId id="2823" r:id="rId209"/>
    <p:sldId id="2824" r:id="rId210"/>
    <p:sldId id="349" r:id="rId211"/>
    <p:sldId id="339" r:id="rId212"/>
    <p:sldId id="340" r:id="rId213"/>
    <p:sldId id="341" r:id="rId214"/>
    <p:sldId id="342" r:id="rId215"/>
    <p:sldId id="5313" r:id="rId216"/>
    <p:sldId id="2738" r:id="rId217"/>
    <p:sldId id="2739" r:id="rId218"/>
    <p:sldId id="2740" r:id="rId219"/>
    <p:sldId id="2691" r:id="rId220"/>
    <p:sldId id="2741" r:id="rId221"/>
    <p:sldId id="2693" r:id="rId222"/>
    <p:sldId id="2742" r:id="rId223"/>
    <p:sldId id="2695" r:id="rId224"/>
    <p:sldId id="2696" r:id="rId225"/>
    <p:sldId id="2697" r:id="rId226"/>
    <p:sldId id="2698" r:id="rId227"/>
    <p:sldId id="2777" r:id="rId228"/>
    <p:sldId id="2747" r:id="rId229"/>
    <p:sldId id="2744" r:id="rId230"/>
    <p:sldId id="2699" r:id="rId231"/>
    <p:sldId id="2700" r:id="rId232"/>
    <p:sldId id="2745" r:id="rId233"/>
    <p:sldId id="2746" r:id="rId234"/>
    <p:sldId id="2778" r:id="rId235"/>
    <p:sldId id="2779" r:id="rId236"/>
    <p:sldId id="2780" r:id="rId237"/>
    <p:sldId id="2781" r:id="rId238"/>
    <p:sldId id="2701" r:id="rId239"/>
    <p:sldId id="2782" r:id="rId240"/>
    <p:sldId id="2783" r:id="rId241"/>
    <p:sldId id="2748" r:id="rId242"/>
    <p:sldId id="2749" r:id="rId243"/>
    <p:sldId id="2750" r:id="rId244"/>
    <p:sldId id="2751" r:id="rId245"/>
    <p:sldId id="2752" r:id="rId246"/>
    <p:sldId id="2753" r:id="rId247"/>
    <p:sldId id="2761" r:id="rId248"/>
    <p:sldId id="2754" r:id="rId249"/>
    <p:sldId id="2755" r:id="rId250"/>
    <p:sldId id="2756" r:id="rId251"/>
    <p:sldId id="2757" r:id="rId252"/>
    <p:sldId id="2758" r:id="rId253"/>
    <p:sldId id="2759" r:id="rId254"/>
    <p:sldId id="2760" r:id="rId255"/>
    <p:sldId id="2762" r:id="rId256"/>
    <p:sldId id="2763" r:id="rId257"/>
    <p:sldId id="2764" r:id="rId258"/>
    <p:sldId id="2765" r:id="rId259"/>
    <p:sldId id="2766" r:id="rId260"/>
    <p:sldId id="2767" r:id="rId261"/>
    <p:sldId id="2769" r:id="rId262"/>
    <p:sldId id="2770" r:id="rId263"/>
    <p:sldId id="2771" r:id="rId264"/>
    <p:sldId id="2768" r:id="rId265"/>
    <p:sldId id="2772" r:id="rId266"/>
    <p:sldId id="2773" r:id="rId267"/>
    <p:sldId id="2774" r:id="rId268"/>
    <p:sldId id="2775" r:id="rId269"/>
    <p:sldId id="2733" r:id="rId270"/>
    <p:sldId id="2435" r:id="rId271"/>
    <p:sldId id="2436" r:id="rId272"/>
    <p:sldId id="2437" r:id="rId273"/>
    <p:sldId id="2438" r:id="rId274"/>
    <p:sldId id="2642" r:id="rId275"/>
    <p:sldId id="2643" r:id="rId276"/>
    <p:sldId id="2644" r:id="rId277"/>
    <p:sldId id="2645" r:id="rId27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tesfaye aderia" initials="ta" lastIdx="1" clrIdx="0">
    <p:extLst>
      <p:ext uri="{19B8F6BF-5375-455C-9EA6-DF929625EA0E}">
        <p15:presenceInfo xmlns:p15="http://schemas.microsoft.com/office/powerpoint/2012/main" userId="7e3f0a938aceae5b"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951" autoAdjust="0"/>
    <p:restoredTop sz="94660"/>
  </p:normalViewPr>
  <p:slideViewPr>
    <p:cSldViewPr snapToGrid="0">
      <p:cViewPr varScale="1">
        <p:scale>
          <a:sx n="82" d="100"/>
          <a:sy n="82" d="100"/>
        </p:scale>
        <p:origin x="446" y="72"/>
      </p:cViewPr>
      <p:guideLst>
        <p:guide orient="horz" pos="2160"/>
        <p:guide pos="3840"/>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63" Type="http://schemas.openxmlformats.org/officeDocument/2006/relationships/slide" Target="slides/slide62.xml"/><Relationship Id="rId159" Type="http://schemas.openxmlformats.org/officeDocument/2006/relationships/slide" Target="slides/slide158.xml"/><Relationship Id="rId170" Type="http://schemas.openxmlformats.org/officeDocument/2006/relationships/slide" Target="slides/slide169.xml"/><Relationship Id="rId226" Type="http://schemas.openxmlformats.org/officeDocument/2006/relationships/slide" Target="slides/slide225.xml"/><Relationship Id="rId268" Type="http://schemas.openxmlformats.org/officeDocument/2006/relationships/slide" Target="slides/slide267.xml"/><Relationship Id="rId32" Type="http://schemas.openxmlformats.org/officeDocument/2006/relationships/slide" Target="slides/slide31.xml"/><Relationship Id="rId74" Type="http://schemas.openxmlformats.org/officeDocument/2006/relationships/slide" Target="slides/slide73.xml"/><Relationship Id="rId128" Type="http://schemas.openxmlformats.org/officeDocument/2006/relationships/slide" Target="slides/slide127.xml"/><Relationship Id="rId5" Type="http://schemas.openxmlformats.org/officeDocument/2006/relationships/slide" Target="slides/slide4.xml"/><Relationship Id="rId181" Type="http://schemas.openxmlformats.org/officeDocument/2006/relationships/slide" Target="slides/slide180.xml"/><Relationship Id="rId237" Type="http://schemas.openxmlformats.org/officeDocument/2006/relationships/slide" Target="slides/slide236.xml"/><Relationship Id="rId279" Type="http://schemas.openxmlformats.org/officeDocument/2006/relationships/notesMaster" Target="notesMasters/notesMaster1.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92" Type="http://schemas.openxmlformats.org/officeDocument/2006/relationships/slide" Target="slides/slide191.xml"/><Relationship Id="rId206" Type="http://schemas.openxmlformats.org/officeDocument/2006/relationships/slide" Target="slides/slide205.xml"/><Relationship Id="rId227" Type="http://schemas.openxmlformats.org/officeDocument/2006/relationships/slide" Target="slides/slide226.xml"/><Relationship Id="rId248" Type="http://schemas.openxmlformats.org/officeDocument/2006/relationships/slide" Target="slides/slide247.xml"/><Relationship Id="rId269" Type="http://schemas.openxmlformats.org/officeDocument/2006/relationships/slide" Target="slides/slide268.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280" Type="http://schemas.openxmlformats.org/officeDocument/2006/relationships/commentAuthors" Target="commentAuthors.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82" Type="http://schemas.openxmlformats.org/officeDocument/2006/relationships/slide" Target="slides/slide181.xml"/><Relationship Id="rId217" Type="http://schemas.openxmlformats.org/officeDocument/2006/relationships/slide" Target="slides/slide216.xml"/><Relationship Id="rId6" Type="http://schemas.openxmlformats.org/officeDocument/2006/relationships/slide" Target="slides/slide5.xml"/><Relationship Id="rId238" Type="http://schemas.openxmlformats.org/officeDocument/2006/relationships/slide" Target="slides/slide237.xml"/><Relationship Id="rId259" Type="http://schemas.openxmlformats.org/officeDocument/2006/relationships/slide" Target="slides/slide258.xml"/><Relationship Id="rId23" Type="http://schemas.openxmlformats.org/officeDocument/2006/relationships/slide" Target="slides/slide22.xml"/><Relationship Id="rId119" Type="http://schemas.openxmlformats.org/officeDocument/2006/relationships/slide" Target="slides/slide118.xml"/><Relationship Id="rId270" Type="http://schemas.openxmlformats.org/officeDocument/2006/relationships/slide" Target="slides/slide269.xml"/><Relationship Id="rId44" Type="http://schemas.openxmlformats.org/officeDocument/2006/relationships/slide" Target="slides/slide43.xml"/><Relationship Id="rId65" Type="http://schemas.openxmlformats.org/officeDocument/2006/relationships/slide" Target="slides/slide64.xml"/><Relationship Id="rId86" Type="http://schemas.openxmlformats.org/officeDocument/2006/relationships/slide" Target="slides/slide85.xml"/><Relationship Id="rId130" Type="http://schemas.openxmlformats.org/officeDocument/2006/relationships/slide" Target="slides/slide129.xml"/><Relationship Id="rId151" Type="http://schemas.openxmlformats.org/officeDocument/2006/relationships/slide" Target="slides/slide150.xml"/><Relationship Id="rId172" Type="http://schemas.openxmlformats.org/officeDocument/2006/relationships/slide" Target="slides/slide171.xml"/><Relationship Id="rId193" Type="http://schemas.openxmlformats.org/officeDocument/2006/relationships/slide" Target="slides/slide192.xml"/><Relationship Id="rId207" Type="http://schemas.openxmlformats.org/officeDocument/2006/relationships/slide" Target="slides/slide206.xml"/><Relationship Id="rId228" Type="http://schemas.openxmlformats.org/officeDocument/2006/relationships/slide" Target="slides/slide227.xml"/><Relationship Id="rId249" Type="http://schemas.openxmlformats.org/officeDocument/2006/relationships/slide" Target="slides/slide248.xml"/><Relationship Id="rId13" Type="http://schemas.openxmlformats.org/officeDocument/2006/relationships/slide" Target="slides/slide12.xml"/><Relationship Id="rId109" Type="http://schemas.openxmlformats.org/officeDocument/2006/relationships/slide" Target="slides/slide108.xml"/><Relationship Id="rId260" Type="http://schemas.openxmlformats.org/officeDocument/2006/relationships/slide" Target="slides/slide259.xml"/><Relationship Id="rId281" Type="http://schemas.openxmlformats.org/officeDocument/2006/relationships/presProps" Target="presProps.xml"/><Relationship Id="rId34" Type="http://schemas.openxmlformats.org/officeDocument/2006/relationships/slide" Target="slides/slide33.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20" Type="http://schemas.openxmlformats.org/officeDocument/2006/relationships/slide" Target="slides/slide119.xml"/><Relationship Id="rId141" Type="http://schemas.openxmlformats.org/officeDocument/2006/relationships/slide" Target="slides/slide140.xml"/><Relationship Id="rId7" Type="http://schemas.openxmlformats.org/officeDocument/2006/relationships/slide" Target="slides/slide6.xml"/><Relationship Id="rId162" Type="http://schemas.openxmlformats.org/officeDocument/2006/relationships/slide" Target="slides/slide161.xml"/><Relationship Id="rId183" Type="http://schemas.openxmlformats.org/officeDocument/2006/relationships/slide" Target="slides/slide182.xml"/><Relationship Id="rId218" Type="http://schemas.openxmlformats.org/officeDocument/2006/relationships/slide" Target="slides/slide217.xml"/><Relationship Id="rId239" Type="http://schemas.openxmlformats.org/officeDocument/2006/relationships/slide" Target="slides/slide238.xml"/><Relationship Id="rId250" Type="http://schemas.openxmlformats.org/officeDocument/2006/relationships/slide" Target="slides/slide249.xml"/><Relationship Id="rId271" Type="http://schemas.openxmlformats.org/officeDocument/2006/relationships/slide" Target="slides/slide270.xml"/><Relationship Id="rId24" Type="http://schemas.openxmlformats.org/officeDocument/2006/relationships/slide" Target="slides/slide23.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31" Type="http://schemas.openxmlformats.org/officeDocument/2006/relationships/slide" Target="slides/slide130.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slide" Target="slides/slide193.xml"/><Relationship Id="rId208" Type="http://schemas.openxmlformats.org/officeDocument/2006/relationships/slide" Target="slides/slide207.xml"/><Relationship Id="rId229" Type="http://schemas.openxmlformats.org/officeDocument/2006/relationships/slide" Target="slides/slide228.xml"/><Relationship Id="rId240" Type="http://schemas.openxmlformats.org/officeDocument/2006/relationships/slide" Target="slides/slide239.xml"/><Relationship Id="rId261" Type="http://schemas.openxmlformats.org/officeDocument/2006/relationships/slide" Target="slides/slide260.xml"/><Relationship Id="rId14" Type="http://schemas.openxmlformats.org/officeDocument/2006/relationships/slide" Target="slides/slide13.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282" Type="http://schemas.openxmlformats.org/officeDocument/2006/relationships/viewProps" Target="viewProps.xml"/><Relationship Id="rId8" Type="http://schemas.openxmlformats.org/officeDocument/2006/relationships/slide" Target="slides/slide7.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219" Type="http://schemas.openxmlformats.org/officeDocument/2006/relationships/slide" Target="slides/slide218.xml"/><Relationship Id="rId230" Type="http://schemas.openxmlformats.org/officeDocument/2006/relationships/slide" Target="slides/slide229.xml"/><Relationship Id="rId251" Type="http://schemas.openxmlformats.org/officeDocument/2006/relationships/slide" Target="slides/slide250.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272" Type="http://schemas.openxmlformats.org/officeDocument/2006/relationships/slide" Target="slides/slide271.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95" Type="http://schemas.openxmlformats.org/officeDocument/2006/relationships/slide" Target="slides/slide194.xml"/><Relationship Id="rId209" Type="http://schemas.openxmlformats.org/officeDocument/2006/relationships/slide" Target="slides/slide208.xml"/><Relationship Id="rId220" Type="http://schemas.openxmlformats.org/officeDocument/2006/relationships/slide" Target="slides/slide219.xml"/><Relationship Id="rId241" Type="http://schemas.openxmlformats.org/officeDocument/2006/relationships/slide" Target="slides/slide24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262" Type="http://schemas.openxmlformats.org/officeDocument/2006/relationships/slide" Target="slides/slide261.xml"/><Relationship Id="rId283" Type="http://schemas.openxmlformats.org/officeDocument/2006/relationships/theme" Target="theme/theme1.xml"/><Relationship Id="rId78" Type="http://schemas.openxmlformats.org/officeDocument/2006/relationships/slide" Target="slides/slide77.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64" Type="http://schemas.openxmlformats.org/officeDocument/2006/relationships/slide" Target="slides/slide163.xml"/><Relationship Id="rId185" Type="http://schemas.openxmlformats.org/officeDocument/2006/relationships/slide" Target="slides/slide184.xml"/><Relationship Id="rId9" Type="http://schemas.openxmlformats.org/officeDocument/2006/relationships/slide" Target="slides/slide8.xml"/><Relationship Id="rId210" Type="http://schemas.openxmlformats.org/officeDocument/2006/relationships/slide" Target="slides/slide209.xml"/><Relationship Id="rId26" Type="http://schemas.openxmlformats.org/officeDocument/2006/relationships/slide" Target="slides/slide25.xml"/><Relationship Id="rId231" Type="http://schemas.openxmlformats.org/officeDocument/2006/relationships/slide" Target="slides/slide230.xml"/><Relationship Id="rId252" Type="http://schemas.openxmlformats.org/officeDocument/2006/relationships/slide" Target="slides/slide251.xml"/><Relationship Id="rId273" Type="http://schemas.openxmlformats.org/officeDocument/2006/relationships/slide" Target="slides/slide272.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96" Type="http://schemas.openxmlformats.org/officeDocument/2006/relationships/slide" Target="slides/slide195.xml"/><Relationship Id="rId200" Type="http://schemas.openxmlformats.org/officeDocument/2006/relationships/slide" Target="slides/slide199.xml"/><Relationship Id="rId16" Type="http://schemas.openxmlformats.org/officeDocument/2006/relationships/slide" Target="slides/slide15.xml"/><Relationship Id="rId221" Type="http://schemas.openxmlformats.org/officeDocument/2006/relationships/slide" Target="slides/slide220.xml"/><Relationship Id="rId242" Type="http://schemas.openxmlformats.org/officeDocument/2006/relationships/slide" Target="slides/slide241.xml"/><Relationship Id="rId263" Type="http://schemas.openxmlformats.org/officeDocument/2006/relationships/slide" Target="slides/slide262.xml"/><Relationship Id="rId284" Type="http://schemas.openxmlformats.org/officeDocument/2006/relationships/tableStyles" Target="tableStyles.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211" Type="http://schemas.openxmlformats.org/officeDocument/2006/relationships/slide" Target="slides/slide210.xml"/><Relationship Id="rId232" Type="http://schemas.openxmlformats.org/officeDocument/2006/relationships/slide" Target="slides/slide231.xml"/><Relationship Id="rId253" Type="http://schemas.openxmlformats.org/officeDocument/2006/relationships/slide" Target="slides/slide252.xml"/><Relationship Id="rId274" Type="http://schemas.openxmlformats.org/officeDocument/2006/relationships/slide" Target="slides/slide273.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97" Type="http://schemas.openxmlformats.org/officeDocument/2006/relationships/slide" Target="slides/slide196.xml"/><Relationship Id="rId201" Type="http://schemas.openxmlformats.org/officeDocument/2006/relationships/slide" Target="slides/slide200.xml"/><Relationship Id="rId222" Type="http://schemas.openxmlformats.org/officeDocument/2006/relationships/slide" Target="slides/slide221.xml"/><Relationship Id="rId243" Type="http://schemas.openxmlformats.org/officeDocument/2006/relationships/slide" Target="slides/slide242.xml"/><Relationship Id="rId264" Type="http://schemas.openxmlformats.org/officeDocument/2006/relationships/slide" Target="slides/slide263.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slide" Target="slides/slide186.xml"/><Relationship Id="rId1" Type="http://schemas.openxmlformats.org/officeDocument/2006/relationships/slideMaster" Target="slideMasters/slideMaster1.xml"/><Relationship Id="rId212" Type="http://schemas.openxmlformats.org/officeDocument/2006/relationships/slide" Target="slides/slide211.xml"/><Relationship Id="rId233" Type="http://schemas.openxmlformats.org/officeDocument/2006/relationships/slide" Target="slides/slide232.xml"/><Relationship Id="rId254" Type="http://schemas.openxmlformats.org/officeDocument/2006/relationships/slide" Target="slides/slide253.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275" Type="http://schemas.openxmlformats.org/officeDocument/2006/relationships/slide" Target="slides/slide274.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slide" Target="slides/slide197.xml"/><Relationship Id="rId202" Type="http://schemas.openxmlformats.org/officeDocument/2006/relationships/slide" Target="slides/slide201.xml"/><Relationship Id="rId223" Type="http://schemas.openxmlformats.org/officeDocument/2006/relationships/slide" Target="slides/slide222.xml"/><Relationship Id="rId244" Type="http://schemas.openxmlformats.org/officeDocument/2006/relationships/slide" Target="slides/slide243.xml"/><Relationship Id="rId18" Type="http://schemas.openxmlformats.org/officeDocument/2006/relationships/slide" Target="slides/slide17.xml"/><Relationship Id="rId39" Type="http://schemas.openxmlformats.org/officeDocument/2006/relationships/slide" Target="slides/slide38.xml"/><Relationship Id="rId265" Type="http://schemas.openxmlformats.org/officeDocument/2006/relationships/slide" Target="slides/slide264.xml"/><Relationship Id="rId50" Type="http://schemas.openxmlformats.org/officeDocument/2006/relationships/slide" Target="slides/slide49.xml"/><Relationship Id="rId104" Type="http://schemas.openxmlformats.org/officeDocument/2006/relationships/slide" Target="slides/slide103.xml"/><Relationship Id="rId125" Type="http://schemas.openxmlformats.org/officeDocument/2006/relationships/slide" Target="slides/slide124.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71" Type="http://schemas.openxmlformats.org/officeDocument/2006/relationships/slide" Target="slides/slide70.xml"/><Relationship Id="rId92" Type="http://schemas.openxmlformats.org/officeDocument/2006/relationships/slide" Target="slides/slide91.xml"/><Relationship Id="rId213" Type="http://schemas.openxmlformats.org/officeDocument/2006/relationships/slide" Target="slides/slide212.xml"/><Relationship Id="rId234" Type="http://schemas.openxmlformats.org/officeDocument/2006/relationships/slide" Target="slides/slide233.xml"/><Relationship Id="rId2" Type="http://schemas.openxmlformats.org/officeDocument/2006/relationships/slide" Target="slides/slide1.xml"/><Relationship Id="rId29" Type="http://schemas.openxmlformats.org/officeDocument/2006/relationships/slide" Target="slides/slide28.xml"/><Relationship Id="rId255" Type="http://schemas.openxmlformats.org/officeDocument/2006/relationships/slide" Target="slides/slide254.xml"/><Relationship Id="rId276" Type="http://schemas.openxmlformats.org/officeDocument/2006/relationships/slide" Target="slides/slide275.xml"/><Relationship Id="rId40" Type="http://schemas.openxmlformats.org/officeDocument/2006/relationships/slide" Target="slides/slide39.xml"/><Relationship Id="rId115" Type="http://schemas.openxmlformats.org/officeDocument/2006/relationships/slide" Target="slides/slide114.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99" Type="http://schemas.openxmlformats.org/officeDocument/2006/relationships/slide" Target="slides/slide198.xml"/><Relationship Id="rId203" Type="http://schemas.openxmlformats.org/officeDocument/2006/relationships/slide" Target="slides/slide202.xml"/><Relationship Id="rId19" Type="http://schemas.openxmlformats.org/officeDocument/2006/relationships/slide" Target="slides/slide18.xml"/><Relationship Id="rId224" Type="http://schemas.openxmlformats.org/officeDocument/2006/relationships/slide" Target="slides/slide223.xml"/><Relationship Id="rId245" Type="http://schemas.openxmlformats.org/officeDocument/2006/relationships/slide" Target="slides/slide244.xml"/><Relationship Id="rId266" Type="http://schemas.openxmlformats.org/officeDocument/2006/relationships/slide" Target="slides/slide265.xml"/><Relationship Id="rId30" Type="http://schemas.openxmlformats.org/officeDocument/2006/relationships/slide" Target="slides/slide2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189" Type="http://schemas.openxmlformats.org/officeDocument/2006/relationships/slide" Target="slides/slide188.xml"/><Relationship Id="rId3" Type="http://schemas.openxmlformats.org/officeDocument/2006/relationships/slide" Target="slides/slide2.xml"/><Relationship Id="rId214" Type="http://schemas.openxmlformats.org/officeDocument/2006/relationships/slide" Target="slides/slide213.xml"/><Relationship Id="rId235" Type="http://schemas.openxmlformats.org/officeDocument/2006/relationships/slide" Target="slides/slide234.xml"/><Relationship Id="rId256" Type="http://schemas.openxmlformats.org/officeDocument/2006/relationships/slide" Target="slides/slide255.xml"/><Relationship Id="rId277" Type="http://schemas.openxmlformats.org/officeDocument/2006/relationships/slide" Target="slides/slide27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179" Type="http://schemas.openxmlformats.org/officeDocument/2006/relationships/slide" Target="slides/slide178.xml"/><Relationship Id="rId190" Type="http://schemas.openxmlformats.org/officeDocument/2006/relationships/slide" Target="slides/slide189.xml"/><Relationship Id="rId204" Type="http://schemas.openxmlformats.org/officeDocument/2006/relationships/slide" Target="slides/slide203.xml"/><Relationship Id="rId225" Type="http://schemas.openxmlformats.org/officeDocument/2006/relationships/slide" Target="slides/slide224.xml"/><Relationship Id="rId246" Type="http://schemas.openxmlformats.org/officeDocument/2006/relationships/slide" Target="slides/slide245.xml"/><Relationship Id="rId267" Type="http://schemas.openxmlformats.org/officeDocument/2006/relationships/slide" Target="slides/slide26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94" Type="http://schemas.openxmlformats.org/officeDocument/2006/relationships/slide" Target="slides/slide93.xml"/><Relationship Id="rId148" Type="http://schemas.openxmlformats.org/officeDocument/2006/relationships/slide" Target="slides/slide147.xml"/><Relationship Id="rId169" Type="http://schemas.openxmlformats.org/officeDocument/2006/relationships/slide" Target="slides/slide168.xml"/><Relationship Id="rId4" Type="http://schemas.openxmlformats.org/officeDocument/2006/relationships/slide" Target="slides/slide3.xml"/><Relationship Id="rId180" Type="http://schemas.openxmlformats.org/officeDocument/2006/relationships/slide" Target="slides/slide179.xml"/><Relationship Id="rId215" Type="http://schemas.openxmlformats.org/officeDocument/2006/relationships/slide" Target="slides/slide214.xml"/><Relationship Id="rId236" Type="http://schemas.openxmlformats.org/officeDocument/2006/relationships/slide" Target="slides/slide235.xml"/><Relationship Id="rId257" Type="http://schemas.openxmlformats.org/officeDocument/2006/relationships/slide" Target="slides/slide256.xml"/><Relationship Id="rId278" Type="http://schemas.openxmlformats.org/officeDocument/2006/relationships/slide" Target="slides/slide277.xml"/><Relationship Id="rId42" Type="http://schemas.openxmlformats.org/officeDocument/2006/relationships/slide" Target="slides/slide41.xml"/><Relationship Id="rId84" Type="http://schemas.openxmlformats.org/officeDocument/2006/relationships/slide" Target="slides/slide83.xml"/><Relationship Id="rId138" Type="http://schemas.openxmlformats.org/officeDocument/2006/relationships/slide" Target="slides/slide137.xml"/><Relationship Id="rId191" Type="http://schemas.openxmlformats.org/officeDocument/2006/relationships/slide" Target="slides/slide190.xml"/><Relationship Id="rId205" Type="http://schemas.openxmlformats.org/officeDocument/2006/relationships/slide" Target="slides/slide204.xml"/><Relationship Id="rId247" Type="http://schemas.openxmlformats.org/officeDocument/2006/relationships/slide" Target="slides/slide246.xml"/><Relationship Id="rId107" Type="http://schemas.openxmlformats.org/officeDocument/2006/relationships/slide" Target="slides/slide106.xml"/><Relationship Id="rId11" Type="http://schemas.openxmlformats.org/officeDocument/2006/relationships/slide" Target="slides/slide10.xml"/><Relationship Id="rId53" Type="http://schemas.openxmlformats.org/officeDocument/2006/relationships/slide" Target="slides/slide52.xml"/><Relationship Id="rId149" Type="http://schemas.openxmlformats.org/officeDocument/2006/relationships/slide" Target="slides/slide148.xml"/><Relationship Id="rId95" Type="http://schemas.openxmlformats.org/officeDocument/2006/relationships/slide" Target="slides/slide94.xml"/><Relationship Id="rId160" Type="http://schemas.openxmlformats.org/officeDocument/2006/relationships/slide" Target="slides/slide159.xml"/><Relationship Id="rId216" Type="http://schemas.openxmlformats.org/officeDocument/2006/relationships/slide" Target="slides/slide215.xml"/><Relationship Id="rId258" Type="http://schemas.openxmlformats.org/officeDocument/2006/relationships/slide" Target="slides/slide25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E3B3357-7FD1-460C-97F6-D0E65A6EE2F0}" type="datetimeFigureOut">
              <a:rPr lang="en-US" smtClean="0"/>
              <a:t>3/1/2026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9DD6722-F51F-4EEF-9F69-710E8C253954}" type="slidenum">
              <a:rPr lang="en-US" smtClean="0"/>
              <a:t>‹#›</a:t>
            </a:fld>
            <a:endParaRPr lang="en-US"/>
          </a:p>
        </p:txBody>
      </p:sp>
    </p:spTree>
    <p:extLst>
      <p:ext uri="{BB962C8B-B14F-4D97-AF65-F5344CB8AC3E}">
        <p14:creationId xmlns:p14="http://schemas.microsoft.com/office/powerpoint/2010/main" val="19239037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9DD6722-F51F-4EEF-9F69-710E8C253954}" type="slidenum">
              <a:rPr lang="en-US" smtClean="0"/>
              <a:t>212</a:t>
            </a:fld>
            <a:endParaRPr lang="en-US"/>
          </a:p>
        </p:txBody>
      </p:sp>
    </p:spTree>
    <p:extLst>
      <p:ext uri="{BB962C8B-B14F-4D97-AF65-F5344CB8AC3E}">
        <p14:creationId xmlns:p14="http://schemas.microsoft.com/office/powerpoint/2010/main" val="4575024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E11234-F071-40E5-BC54-9C637E02A25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E50B0EF-8E71-4B1E-B254-02C28B71F159}"/>
              </a:ext>
            </a:extLst>
          </p:cNvPr>
          <p:cNvSpPr>
            <a:spLocks noGrp="1"/>
          </p:cNvSpPr>
          <p:nvPr>
            <p:ph type="subTitle" idx="1"/>
          </p:nvPr>
        </p:nvSpPr>
        <p:spPr>
          <a:xfrm>
            <a:off x="1524000" y="3602038"/>
            <a:ext cx="9144000" cy="1655762"/>
          </a:xfrm>
        </p:spPr>
        <p:txBody>
          <a:bodyPr/>
          <a:lstStyle>
            <a:lvl1pPr marL="0" indent="0" algn="ctr">
              <a:buNone/>
              <a:defRPr sz="2400"/>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F1E2DAD-03BC-447B-938A-2648EB459671}"/>
              </a:ext>
            </a:extLst>
          </p:cNvPr>
          <p:cNvSpPr>
            <a:spLocks noGrp="1"/>
          </p:cNvSpPr>
          <p:nvPr>
            <p:ph type="dt" sz="half" idx="10"/>
          </p:nvPr>
        </p:nvSpPr>
        <p:spPr/>
        <p:txBody>
          <a:bodyPr/>
          <a:lstStyle/>
          <a:p>
            <a:fld id="{3392AF95-A842-4A26-80A0-FB9A82037FDF}" type="datetimeFigureOut">
              <a:rPr lang="en-US" smtClean="0"/>
              <a:t>3/1/2026</a:t>
            </a:fld>
            <a:endParaRPr lang="en-US"/>
          </a:p>
        </p:txBody>
      </p:sp>
      <p:sp>
        <p:nvSpPr>
          <p:cNvPr id="5" name="Footer Placeholder 4">
            <a:extLst>
              <a:ext uri="{FF2B5EF4-FFF2-40B4-BE49-F238E27FC236}">
                <a16:creationId xmlns:a16="http://schemas.microsoft.com/office/drawing/2014/main" id="{196856C5-8851-4C1C-B519-170A3D8447D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4D1E7A1-BDC5-4944-8E41-F7597100508F}"/>
              </a:ext>
            </a:extLst>
          </p:cNvPr>
          <p:cNvSpPr>
            <a:spLocks noGrp="1"/>
          </p:cNvSpPr>
          <p:nvPr>
            <p:ph type="sldNum" sz="quarter" idx="12"/>
          </p:nvPr>
        </p:nvSpPr>
        <p:spPr/>
        <p:txBody>
          <a:bodyPr/>
          <a:lstStyle/>
          <a:p>
            <a:fld id="{7246F576-EA06-4BB3-9DE9-2FC628F54FB7}" type="slidenum">
              <a:rPr lang="en-US" smtClean="0"/>
              <a:t>‹#›</a:t>
            </a:fld>
            <a:endParaRPr lang="en-US"/>
          </a:p>
        </p:txBody>
      </p:sp>
    </p:spTree>
    <p:extLst>
      <p:ext uri="{BB962C8B-B14F-4D97-AF65-F5344CB8AC3E}">
        <p14:creationId xmlns:p14="http://schemas.microsoft.com/office/powerpoint/2010/main" val="40535187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1FC22A-53F0-4170-A66D-EF9BE7F0AC2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30053F2-232B-4F88-9366-E9DF6DE610E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4A9A506-8D6C-42B6-8122-77FED80F025F}"/>
              </a:ext>
            </a:extLst>
          </p:cNvPr>
          <p:cNvSpPr>
            <a:spLocks noGrp="1"/>
          </p:cNvSpPr>
          <p:nvPr>
            <p:ph type="dt" sz="half" idx="10"/>
          </p:nvPr>
        </p:nvSpPr>
        <p:spPr/>
        <p:txBody>
          <a:bodyPr/>
          <a:lstStyle/>
          <a:p>
            <a:fld id="{3392AF95-A842-4A26-80A0-FB9A82037FDF}" type="datetimeFigureOut">
              <a:rPr lang="en-US" smtClean="0"/>
              <a:t>3/1/2026</a:t>
            </a:fld>
            <a:endParaRPr lang="en-US"/>
          </a:p>
        </p:txBody>
      </p:sp>
      <p:sp>
        <p:nvSpPr>
          <p:cNvPr id="5" name="Footer Placeholder 4">
            <a:extLst>
              <a:ext uri="{FF2B5EF4-FFF2-40B4-BE49-F238E27FC236}">
                <a16:creationId xmlns:a16="http://schemas.microsoft.com/office/drawing/2014/main" id="{7DEF6FA4-F449-4E39-B910-2F574D9CD2C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4B75C79-E4D0-4D6C-9C5F-77CD093559F3}"/>
              </a:ext>
            </a:extLst>
          </p:cNvPr>
          <p:cNvSpPr>
            <a:spLocks noGrp="1"/>
          </p:cNvSpPr>
          <p:nvPr>
            <p:ph type="sldNum" sz="quarter" idx="12"/>
          </p:nvPr>
        </p:nvSpPr>
        <p:spPr/>
        <p:txBody>
          <a:bodyPr/>
          <a:lstStyle/>
          <a:p>
            <a:fld id="{7246F576-EA06-4BB3-9DE9-2FC628F54FB7}" type="slidenum">
              <a:rPr lang="en-US" smtClean="0"/>
              <a:t>‹#›</a:t>
            </a:fld>
            <a:endParaRPr lang="en-US"/>
          </a:p>
        </p:txBody>
      </p:sp>
    </p:spTree>
    <p:extLst>
      <p:ext uri="{BB962C8B-B14F-4D97-AF65-F5344CB8AC3E}">
        <p14:creationId xmlns:p14="http://schemas.microsoft.com/office/powerpoint/2010/main" val="22744399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D0E242-751A-4734-A6E1-BF6D330F1D35}"/>
              </a:ext>
            </a:extLst>
          </p:cNvPr>
          <p:cNvSpPr>
            <a:spLocks noGrp="1"/>
          </p:cNvSpPr>
          <p:nvPr>
            <p:ph type="title"/>
          </p:nvPr>
        </p:nvSpPr>
        <p:spPr>
          <a:xfrm>
            <a:off x="831851" y="1709740"/>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8C270CA-AB73-4860-9E86-7D1669546C79}"/>
              </a:ext>
            </a:extLst>
          </p:cNvPr>
          <p:cNvSpPr>
            <a:spLocks noGrp="1"/>
          </p:cNvSpPr>
          <p:nvPr>
            <p:ph type="body" idx="1"/>
          </p:nvPr>
        </p:nvSpPr>
        <p:spPr>
          <a:xfrm>
            <a:off x="831851" y="4589465"/>
            <a:ext cx="10515600" cy="1500187"/>
          </a:xfrm>
        </p:spPr>
        <p:txBody>
          <a:bodyPr/>
          <a:lstStyle>
            <a:lvl1pPr marL="0" indent="0">
              <a:buNone/>
              <a:defRPr sz="2400">
                <a:solidFill>
                  <a:schemeClr val="tx1">
                    <a:tint val="75000"/>
                  </a:schemeClr>
                </a:solidFill>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EF0F84D-058D-4DFC-823B-E948B7E92251}"/>
              </a:ext>
            </a:extLst>
          </p:cNvPr>
          <p:cNvSpPr>
            <a:spLocks noGrp="1"/>
          </p:cNvSpPr>
          <p:nvPr>
            <p:ph type="dt" sz="half" idx="10"/>
          </p:nvPr>
        </p:nvSpPr>
        <p:spPr/>
        <p:txBody>
          <a:bodyPr/>
          <a:lstStyle/>
          <a:p>
            <a:fld id="{3392AF95-A842-4A26-80A0-FB9A82037FDF}" type="datetimeFigureOut">
              <a:rPr lang="en-US" smtClean="0"/>
              <a:t>3/1/2026</a:t>
            </a:fld>
            <a:endParaRPr lang="en-US"/>
          </a:p>
        </p:txBody>
      </p:sp>
      <p:sp>
        <p:nvSpPr>
          <p:cNvPr id="5" name="Footer Placeholder 4">
            <a:extLst>
              <a:ext uri="{FF2B5EF4-FFF2-40B4-BE49-F238E27FC236}">
                <a16:creationId xmlns:a16="http://schemas.microsoft.com/office/drawing/2014/main" id="{BE3C5624-8B50-4C1D-AF71-B858003399F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1C6F60F-95E6-4362-82F5-5E76D2D33F14}"/>
              </a:ext>
            </a:extLst>
          </p:cNvPr>
          <p:cNvSpPr>
            <a:spLocks noGrp="1"/>
          </p:cNvSpPr>
          <p:nvPr>
            <p:ph type="sldNum" sz="quarter" idx="12"/>
          </p:nvPr>
        </p:nvSpPr>
        <p:spPr/>
        <p:txBody>
          <a:bodyPr/>
          <a:lstStyle/>
          <a:p>
            <a:fld id="{7246F576-EA06-4BB3-9DE9-2FC628F54FB7}" type="slidenum">
              <a:rPr lang="en-US" smtClean="0"/>
              <a:t>‹#›</a:t>
            </a:fld>
            <a:endParaRPr lang="en-US"/>
          </a:p>
        </p:txBody>
      </p:sp>
    </p:spTree>
    <p:extLst>
      <p:ext uri="{BB962C8B-B14F-4D97-AF65-F5344CB8AC3E}">
        <p14:creationId xmlns:p14="http://schemas.microsoft.com/office/powerpoint/2010/main" val="19583420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F58700-1B54-402C-851A-3392503FDD7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7DAF8ED-A59F-4C76-980F-4414812580F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B4D7655-FEBC-4F1A-8A50-7AFD6E42ABA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E980AC1-58C1-4945-B118-3647E72E5015}"/>
              </a:ext>
            </a:extLst>
          </p:cNvPr>
          <p:cNvSpPr>
            <a:spLocks noGrp="1"/>
          </p:cNvSpPr>
          <p:nvPr>
            <p:ph type="dt" sz="half" idx="10"/>
          </p:nvPr>
        </p:nvSpPr>
        <p:spPr/>
        <p:txBody>
          <a:bodyPr/>
          <a:lstStyle/>
          <a:p>
            <a:fld id="{3392AF95-A842-4A26-80A0-FB9A82037FDF}" type="datetimeFigureOut">
              <a:rPr lang="en-US" smtClean="0"/>
              <a:t>3/1/2026</a:t>
            </a:fld>
            <a:endParaRPr lang="en-US"/>
          </a:p>
        </p:txBody>
      </p:sp>
      <p:sp>
        <p:nvSpPr>
          <p:cNvPr id="6" name="Footer Placeholder 5">
            <a:extLst>
              <a:ext uri="{FF2B5EF4-FFF2-40B4-BE49-F238E27FC236}">
                <a16:creationId xmlns:a16="http://schemas.microsoft.com/office/drawing/2014/main" id="{31146B44-F450-4DCE-87A1-3B7FC94E78E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F42191D-772C-47FC-BE63-ECB6B8A87B2C}"/>
              </a:ext>
            </a:extLst>
          </p:cNvPr>
          <p:cNvSpPr>
            <a:spLocks noGrp="1"/>
          </p:cNvSpPr>
          <p:nvPr>
            <p:ph type="sldNum" sz="quarter" idx="12"/>
          </p:nvPr>
        </p:nvSpPr>
        <p:spPr/>
        <p:txBody>
          <a:bodyPr/>
          <a:lstStyle/>
          <a:p>
            <a:fld id="{7246F576-EA06-4BB3-9DE9-2FC628F54FB7}" type="slidenum">
              <a:rPr lang="en-US" smtClean="0"/>
              <a:t>‹#›</a:t>
            </a:fld>
            <a:endParaRPr lang="en-US"/>
          </a:p>
        </p:txBody>
      </p:sp>
    </p:spTree>
    <p:extLst>
      <p:ext uri="{BB962C8B-B14F-4D97-AF65-F5344CB8AC3E}">
        <p14:creationId xmlns:p14="http://schemas.microsoft.com/office/powerpoint/2010/main" val="31834841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F3D3F9-74AF-4EFE-89DD-EC0DDE07BC38}"/>
              </a:ext>
            </a:extLst>
          </p:cNvPr>
          <p:cNvSpPr>
            <a:spLocks noGrp="1"/>
          </p:cNvSpPr>
          <p:nvPr>
            <p:ph type="title"/>
          </p:nvPr>
        </p:nvSpPr>
        <p:spPr>
          <a:xfrm>
            <a:off x="839788" y="365127"/>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48ACD55-2C97-4C6F-96B2-9CDA0B2E4666}"/>
              </a:ext>
            </a:extLst>
          </p:cNvPr>
          <p:cNvSpPr>
            <a:spLocks noGrp="1"/>
          </p:cNvSpPr>
          <p:nvPr>
            <p:ph type="body" idx="1"/>
          </p:nvPr>
        </p:nvSpPr>
        <p:spPr>
          <a:xfrm>
            <a:off x="839789" y="1681163"/>
            <a:ext cx="5157787" cy="82391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49140D6-4498-4298-9467-C372937201C8}"/>
              </a:ext>
            </a:extLst>
          </p:cNvPr>
          <p:cNvSpPr>
            <a:spLocks noGrp="1"/>
          </p:cNvSpPr>
          <p:nvPr>
            <p:ph sz="half" idx="2"/>
          </p:nvPr>
        </p:nvSpPr>
        <p:spPr>
          <a:xfrm>
            <a:off x="839789"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BBAF976-C537-40A6-AEDB-C024DC3FAE34}"/>
              </a:ext>
            </a:extLst>
          </p:cNvPr>
          <p:cNvSpPr>
            <a:spLocks noGrp="1"/>
          </p:cNvSpPr>
          <p:nvPr>
            <p:ph type="body" sz="quarter" idx="3"/>
          </p:nvPr>
        </p:nvSpPr>
        <p:spPr>
          <a:xfrm>
            <a:off x="6172201" y="1681163"/>
            <a:ext cx="5183188" cy="82391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8D5A248-D621-4E2F-9DB6-7E8929E52835}"/>
              </a:ext>
            </a:extLst>
          </p:cNvPr>
          <p:cNvSpPr>
            <a:spLocks noGrp="1"/>
          </p:cNvSpPr>
          <p:nvPr>
            <p:ph sz="quarter" idx="4"/>
          </p:nvPr>
        </p:nvSpPr>
        <p:spPr>
          <a:xfrm>
            <a:off x="6172201"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B3DF3F0-1B78-457F-98BF-7711CAAE81FF}"/>
              </a:ext>
            </a:extLst>
          </p:cNvPr>
          <p:cNvSpPr>
            <a:spLocks noGrp="1"/>
          </p:cNvSpPr>
          <p:nvPr>
            <p:ph type="dt" sz="half" idx="10"/>
          </p:nvPr>
        </p:nvSpPr>
        <p:spPr/>
        <p:txBody>
          <a:bodyPr/>
          <a:lstStyle/>
          <a:p>
            <a:fld id="{3392AF95-A842-4A26-80A0-FB9A82037FDF}" type="datetimeFigureOut">
              <a:rPr lang="en-US" smtClean="0"/>
              <a:t>3/1/2026</a:t>
            </a:fld>
            <a:endParaRPr lang="en-US"/>
          </a:p>
        </p:txBody>
      </p:sp>
      <p:sp>
        <p:nvSpPr>
          <p:cNvPr id="8" name="Footer Placeholder 7">
            <a:extLst>
              <a:ext uri="{FF2B5EF4-FFF2-40B4-BE49-F238E27FC236}">
                <a16:creationId xmlns:a16="http://schemas.microsoft.com/office/drawing/2014/main" id="{B3EEBBF3-5BDB-4CF7-B511-16835E8A0AE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55B1D2B-A671-4B9C-8FED-75DB4D196E90}"/>
              </a:ext>
            </a:extLst>
          </p:cNvPr>
          <p:cNvSpPr>
            <a:spLocks noGrp="1"/>
          </p:cNvSpPr>
          <p:nvPr>
            <p:ph type="sldNum" sz="quarter" idx="12"/>
          </p:nvPr>
        </p:nvSpPr>
        <p:spPr/>
        <p:txBody>
          <a:bodyPr/>
          <a:lstStyle/>
          <a:p>
            <a:fld id="{7246F576-EA06-4BB3-9DE9-2FC628F54FB7}" type="slidenum">
              <a:rPr lang="en-US" smtClean="0"/>
              <a:t>‹#›</a:t>
            </a:fld>
            <a:endParaRPr lang="en-US"/>
          </a:p>
        </p:txBody>
      </p:sp>
    </p:spTree>
    <p:extLst>
      <p:ext uri="{BB962C8B-B14F-4D97-AF65-F5344CB8AC3E}">
        <p14:creationId xmlns:p14="http://schemas.microsoft.com/office/powerpoint/2010/main" val="6367210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853EBA-C3A0-4F36-8034-97CBBC6E285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298ED0B-F03E-4DD1-8F9C-174AE3C6F18B}"/>
              </a:ext>
            </a:extLst>
          </p:cNvPr>
          <p:cNvSpPr>
            <a:spLocks noGrp="1"/>
          </p:cNvSpPr>
          <p:nvPr>
            <p:ph type="dt" sz="half" idx="10"/>
          </p:nvPr>
        </p:nvSpPr>
        <p:spPr/>
        <p:txBody>
          <a:bodyPr/>
          <a:lstStyle/>
          <a:p>
            <a:fld id="{3392AF95-A842-4A26-80A0-FB9A82037FDF}" type="datetimeFigureOut">
              <a:rPr lang="en-US" smtClean="0"/>
              <a:t>3/1/2026</a:t>
            </a:fld>
            <a:endParaRPr lang="en-US"/>
          </a:p>
        </p:txBody>
      </p:sp>
      <p:sp>
        <p:nvSpPr>
          <p:cNvPr id="4" name="Footer Placeholder 3">
            <a:extLst>
              <a:ext uri="{FF2B5EF4-FFF2-40B4-BE49-F238E27FC236}">
                <a16:creationId xmlns:a16="http://schemas.microsoft.com/office/drawing/2014/main" id="{6C7876CC-AD68-4FBC-BB6A-4BA950A14D4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EC2098F-BD03-4FB8-8527-EDE7E2BD2681}"/>
              </a:ext>
            </a:extLst>
          </p:cNvPr>
          <p:cNvSpPr>
            <a:spLocks noGrp="1"/>
          </p:cNvSpPr>
          <p:nvPr>
            <p:ph type="sldNum" sz="quarter" idx="12"/>
          </p:nvPr>
        </p:nvSpPr>
        <p:spPr/>
        <p:txBody>
          <a:bodyPr/>
          <a:lstStyle/>
          <a:p>
            <a:fld id="{7246F576-EA06-4BB3-9DE9-2FC628F54FB7}" type="slidenum">
              <a:rPr lang="en-US" smtClean="0"/>
              <a:t>‹#›</a:t>
            </a:fld>
            <a:endParaRPr lang="en-US"/>
          </a:p>
        </p:txBody>
      </p:sp>
    </p:spTree>
    <p:extLst>
      <p:ext uri="{BB962C8B-B14F-4D97-AF65-F5344CB8AC3E}">
        <p14:creationId xmlns:p14="http://schemas.microsoft.com/office/powerpoint/2010/main" val="12991742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4416534-CB20-41B7-99E3-388A31D81D9B}"/>
              </a:ext>
            </a:extLst>
          </p:cNvPr>
          <p:cNvSpPr>
            <a:spLocks noGrp="1"/>
          </p:cNvSpPr>
          <p:nvPr>
            <p:ph type="dt" sz="half" idx="10"/>
          </p:nvPr>
        </p:nvSpPr>
        <p:spPr/>
        <p:txBody>
          <a:bodyPr/>
          <a:lstStyle/>
          <a:p>
            <a:fld id="{3392AF95-A842-4A26-80A0-FB9A82037FDF}" type="datetimeFigureOut">
              <a:rPr lang="en-US" smtClean="0"/>
              <a:t>3/1/2026</a:t>
            </a:fld>
            <a:endParaRPr lang="en-US"/>
          </a:p>
        </p:txBody>
      </p:sp>
      <p:sp>
        <p:nvSpPr>
          <p:cNvPr id="3" name="Footer Placeholder 2">
            <a:extLst>
              <a:ext uri="{FF2B5EF4-FFF2-40B4-BE49-F238E27FC236}">
                <a16:creationId xmlns:a16="http://schemas.microsoft.com/office/drawing/2014/main" id="{FD84DA5A-6C89-4994-B9DD-26A1BEBD290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7D41762-4F0C-4E60-8FF7-6ABA77364AA7}"/>
              </a:ext>
            </a:extLst>
          </p:cNvPr>
          <p:cNvSpPr>
            <a:spLocks noGrp="1"/>
          </p:cNvSpPr>
          <p:nvPr>
            <p:ph type="sldNum" sz="quarter" idx="12"/>
          </p:nvPr>
        </p:nvSpPr>
        <p:spPr/>
        <p:txBody>
          <a:bodyPr/>
          <a:lstStyle/>
          <a:p>
            <a:fld id="{7246F576-EA06-4BB3-9DE9-2FC628F54FB7}" type="slidenum">
              <a:rPr lang="en-US" smtClean="0"/>
              <a:t>‹#›</a:t>
            </a:fld>
            <a:endParaRPr lang="en-US"/>
          </a:p>
        </p:txBody>
      </p:sp>
    </p:spTree>
    <p:extLst>
      <p:ext uri="{BB962C8B-B14F-4D97-AF65-F5344CB8AC3E}">
        <p14:creationId xmlns:p14="http://schemas.microsoft.com/office/powerpoint/2010/main" val="8075119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C86B5E-0E0A-4899-AB32-0795C206AF4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840EA87-4C2B-430D-8341-6840DD917E8D}"/>
              </a:ext>
            </a:extLst>
          </p:cNvPr>
          <p:cNvSpPr>
            <a:spLocks noGrp="1"/>
          </p:cNvSpPr>
          <p:nvPr>
            <p:ph idx="1"/>
          </p:nvPr>
        </p:nvSpPr>
        <p:spPr>
          <a:xfrm>
            <a:off x="5183188" y="987427"/>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AF98EE2-7194-48C3-ABC5-349DEB14C031}"/>
              </a:ext>
            </a:extLst>
          </p:cNvPr>
          <p:cNvSpPr>
            <a:spLocks noGrp="1"/>
          </p:cNvSpPr>
          <p:nvPr>
            <p:ph type="body" sz="half" idx="2"/>
          </p:nvPr>
        </p:nvSpPr>
        <p:spPr>
          <a:xfrm>
            <a:off x="839788" y="2057400"/>
            <a:ext cx="3932237" cy="3811588"/>
          </a:xfr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C01F6F9-5860-42C2-A7F8-86CD1419C02F}"/>
              </a:ext>
            </a:extLst>
          </p:cNvPr>
          <p:cNvSpPr>
            <a:spLocks noGrp="1"/>
          </p:cNvSpPr>
          <p:nvPr>
            <p:ph type="dt" sz="half" idx="10"/>
          </p:nvPr>
        </p:nvSpPr>
        <p:spPr/>
        <p:txBody>
          <a:bodyPr/>
          <a:lstStyle/>
          <a:p>
            <a:fld id="{3392AF95-A842-4A26-80A0-FB9A82037FDF}" type="datetimeFigureOut">
              <a:rPr lang="en-US" smtClean="0"/>
              <a:t>3/1/2026</a:t>
            </a:fld>
            <a:endParaRPr lang="en-US"/>
          </a:p>
        </p:txBody>
      </p:sp>
      <p:sp>
        <p:nvSpPr>
          <p:cNvPr id="6" name="Footer Placeholder 5">
            <a:extLst>
              <a:ext uri="{FF2B5EF4-FFF2-40B4-BE49-F238E27FC236}">
                <a16:creationId xmlns:a16="http://schemas.microsoft.com/office/drawing/2014/main" id="{AEF5A4C9-BCFA-4B8C-830D-F87FBB7F650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534A934-566F-43DD-9CE2-FDE59ABBAC73}"/>
              </a:ext>
            </a:extLst>
          </p:cNvPr>
          <p:cNvSpPr>
            <a:spLocks noGrp="1"/>
          </p:cNvSpPr>
          <p:nvPr>
            <p:ph type="sldNum" sz="quarter" idx="12"/>
          </p:nvPr>
        </p:nvSpPr>
        <p:spPr/>
        <p:txBody>
          <a:bodyPr/>
          <a:lstStyle/>
          <a:p>
            <a:fld id="{7246F576-EA06-4BB3-9DE9-2FC628F54FB7}" type="slidenum">
              <a:rPr lang="en-US" smtClean="0"/>
              <a:t>‹#›</a:t>
            </a:fld>
            <a:endParaRPr lang="en-US"/>
          </a:p>
        </p:txBody>
      </p:sp>
    </p:spTree>
    <p:extLst>
      <p:ext uri="{BB962C8B-B14F-4D97-AF65-F5344CB8AC3E}">
        <p14:creationId xmlns:p14="http://schemas.microsoft.com/office/powerpoint/2010/main" val="26488568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822C96-EE0A-4033-A2E0-EE3A12DAF77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6C18C5D-FB64-406A-86BE-A76105150F08}"/>
              </a:ext>
            </a:extLst>
          </p:cNvPr>
          <p:cNvSpPr>
            <a:spLocks noGrp="1"/>
          </p:cNvSpPr>
          <p:nvPr>
            <p:ph type="pic" idx="1"/>
          </p:nvPr>
        </p:nvSpPr>
        <p:spPr>
          <a:xfrm>
            <a:off x="5183188" y="987427"/>
            <a:ext cx="6172200" cy="4873625"/>
          </a:xfrm>
        </p:spPr>
        <p:txBody>
          <a:bodyPr/>
          <a:lstStyle>
            <a:lvl1pPr marL="0" indent="0">
              <a:buNone/>
              <a:defRPr sz="32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endParaRPr lang="en-US"/>
          </a:p>
        </p:txBody>
      </p:sp>
      <p:sp>
        <p:nvSpPr>
          <p:cNvPr id="4" name="Text Placeholder 3">
            <a:extLst>
              <a:ext uri="{FF2B5EF4-FFF2-40B4-BE49-F238E27FC236}">
                <a16:creationId xmlns:a16="http://schemas.microsoft.com/office/drawing/2014/main" id="{03262009-97B0-4B92-8C31-389CECF04322}"/>
              </a:ext>
            </a:extLst>
          </p:cNvPr>
          <p:cNvSpPr>
            <a:spLocks noGrp="1"/>
          </p:cNvSpPr>
          <p:nvPr>
            <p:ph type="body" sz="half" idx="2"/>
          </p:nvPr>
        </p:nvSpPr>
        <p:spPr>
          <a:xfrm>
            <a:off x="839788" y="2057400"/>
            <a:ext cx="3932237" cy="3811588"/>
          </a:xfr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DB5C160-5DA2-452C-A913-CDF904E24DC3}"/>
              </a:ext>
            </a:extLst>
          </p:cNvPr>
          <p:cNvSpPr>
            <a:spLocks noGrp="1"/>
          </p:cNvSpPr>
          <p:nvPr>
            <p:ph type="dt" sz="half" idx="10"/>
          </p:nvPr>
        </p:nvSpPr>
        <p:spPr/>
        <p:txBody>
          <a:bodyPr/>
          <a:lstStyle/>
          <a:p>
            <a:fld id="{3392AF95-A842-4A26-80A0-FB9A82037FDF}" type="datetimeFigureOut">
              <a:rPr lang="en-US" smtClean="0"/>
              <a:t>3/1/2026</a:t>
            </a:fld>
            <a:endParaRPr lang="en-US"/>
          </a:p>
        </p:txBody>
      </p:sp>
      <p:sp>
        <p:nvSpPr>
          <p:cNvPr id="6" name="Footer Placeholder 5">
            <a:extLst>
              <a:ext uri="{FF2B5EF4-FFF2-40B4-BE49-F238E27FC236}">
                <a16:creationId xmlns:a16="http://schemas.microsoft.com/office/drawing/2014/main" id="{DE483DF8-70C2-4AB9-AFDF-23C82B2214F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7027FBF-A07F-4126-ABB0-8B80ADB8ED82}"/>
              </a:ext>
            </a:extLst>
          </p:cNvPr>
          <p:cNvSpPr>
            <a:spLocks noGrp="1"/>
          </p:cNvSpPr>
          <p:nvPr>
            <p:ph type="sldNum" sz="quarter" idx="12"/>
          </p:nvPr>
        </p:nvSpPr>
        <p:spPr/>
        <p:txBody>
          <a:bodyPr/>
          <a:lstStyle/>
          <a:p>
            <a:fld id="{7246F576-EA06-4BB3-9DE9-2FC628F54FB7}" type="slidenum">
              <a:rPr lang="en-US" smtClean="0"/>
              <a:t>‹#›</a:t>
            </a:fld>
            <a:endParaRPr lang="en-US"/>
          </a:p>
        </p:txBody>
      </p:sp>
    </p:spTree>
    <p:extLst>
      <p:ext uri="{BB962C8B-B14F-4D97-AF65-F5344CB8AC3E}">
        <p14:creationId xmlns:p14="http://schemas.microsoft.com/office/powerpoint/2010/main" val="2477358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22882D-6098-4016-8160-E7E077CCDCA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EC52FF1-0E61-44CC-96ED-988F8E37E83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EA29C42-AA6C-4922-952F-10EE14217383}"/>
              </a:ext>
            </a:extLst>
          </p:cNvPr>
          <p:cNvSpPr>
            <a:spLocks noGrp="1"/>
          </p:cNvSpPr>
          <p:nvPr>
            <p:ph type="dt" sz="half" idx="10"/>
          </p:nvPr>
        </p:nvSpPr>
        <p:spPr/>
        <p:txBody>
          <a:bodyPr/>
          <a:lstStyle/>
          <a:p>
            <a:fld id="{3392AF95-A842-4A26-80A0-FB9A82037FDF}" type="datetimeFigureOut">
              <a:rPr lang="en-US" smtClean="0"/>
              <a:t>3/1/2026</a:t>
            </a:fld>
            <a:endParaRPr lang="en-US"/>
          </a:p>
        </p:txBody>
      </p:sp>
      <p:sp>
        <p:nvSpPr>
          <p:cNvPr id="5" name="Footer Placeholder 4">
            <a:extLst>
              <a:ext uri="{FF2B5EF4-FFF2-40B4-BE49-F238E27FC236}">
                <a16:creationId xmlns:a16="http://schemas.microsoft.com/office/drawing/2014/main" id="{D28CE019-507B-4284-B2AA-6354A769586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B18890A-1257-4B15-8530-AD0B0087A649}"/>
              </a:ext>
            </a:extLst>
          </p:cNvPr>
          <p:cNvSpPr>
            <a:spLocks noGrp="1"/>
          </p:cNvSpPr>
          <p:nvPr>
            <p:ph type="sldNum" sz="quarter" idx="12"/>
          </p:nvPr>
        </p:nvSpPr>
        <p:spPr/>
        <p:txBody>
          <a:bodyPr/>
          <a:lstStyle/>
          <a:p>
            <a:fld id="{7246F576-EA06-4BB3-9DE9-2FC628F54FB7}" type="slidenum">
              <a:rPr lang="en-US" smtClean="0"/>
              <a:t>‹#›</a:t>
            </a:fld>
            <a:endParaRPr lang="en-US"/>
          </a:p>
        </p:txBody>
      </p:sp>
    </p:spTree>
    <p:extLst>
      <p:ext uri="{BB962C8B-B14F-4D97-AF65-F5344CB8AC3E}">
        <p14:creationId xmlns:p14="http://schemas.microsoft.com/office/powerpoint/2010/main" val="42034010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8E37AFF-03AC-48DF-BF05-95BC51CF93C2}"/>
              </a:ext>
            </a:extLst>
          </p:cNvPr>
          <p:cNvSpPr>
            <a:spLocks noGrp="1"/>
          </p:cNvSpPr>
          <p:nvPr>
            <p:ph type="title" orient="vert"/>
          </p:nvPr>
        </p:nvSpPr>
        <p:spPr>
          <a:xfrm>
            <a:off x="8724901"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C03887D-684E-486F-A7A1-637F139942A5}"/>
              </a:ext>
            </a:extLst>
          </p:cNvPr>
          <p:cNvSpPr>
            <a:spLocks noGrp="1"/>
          </p:cNvSpPr>
          <p:nvPr>
            <p:ph type="body" orient="vert" idx="1"/>
          </p:nvPr>
        </p:nvSpPr>
        <p:spPr>
          <a:xfrm>
            <a:off x="838201"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EAD4952-B8FD-4240-9B5D-9B3FF7B6A4B4}"/>
              </a:ext>
            </a:extLst>
          </p:cNvPr>
          <p:cNvSpPr>
            <a:spLocks noGrp="1"/>
          </p:cNvSpPr>
          <p:nvPr>
            <p:ph type="dt" sz="half" idx="10"/>
          </p:nvPr>
        </p:nvSpPr>
        <p:spPr/>
        <p:txBody>
          <a:bodyPr/>
          <a:lstStyle/>
          <a:p>
            <a:fld id="{3392AF95-A842-4A26-80A0-FB9A82037FDF}" type="datetimeFigureOut">
              <a:rPr lang="en-US" smtClean="0"/>
              <a:t>3/1/2026</a:t>
            </a:fld>
            <a:endParaRPr lang="en-US"/>
          </a:p>
        </p:txBody>
      </p:sp>
      <p:sp>
        <p:nvSpPr>
          <p:cNvPr id="5" name="Footer Placeholder 4">
            <a:extLst>
              <a:ext uri="{FF2B5EF4-FFF2-40B4-BE49-F238E27FC236}">
                <a16:creationId xmlns:a16="http://schemas.microsoft.com/office/drawing/2014/main" id="{2783986C-2A8E-42F1-8F17-EF841703F76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D4659DF-5817-400E-8D00-91A3B6C79990}"/>
              </a:ext>
            </a:extLst>
          </p:cNvPr>
          <p:cNvSpPr>
            <a:spLocks noGrp="1"/>
          </p:cNvSpPr>
          <p:nvPr>
            <p:ph type="sldNum" sz="quarter" idx="12"/>
          </p:nvPr>
        </p:nvSpPr>
        <p:spPr/>
        <p:txBody>
          <a:bodyPr/>
          <a:lstStyle/>
          <a:p>
            <a:fld id="{7246F576-EA06-4BB3-9DE9-2FC628F54FB7}" type="slidenum">
              <a:rPr lang="en-US" smtClean="0"/>
              <a:t>‹#›</a:t>
            </a:fld>
            <a:endParaRPr lang="en-US"/>
          </a:p>
        </p:txBody>
      </p:sp>
    </p:spTree>
    <p:extLst>
      <p:ext uri="{BB962C8B-B14F-4D97-AF65-F5344CB8AC3E}">
        <p14:creationId xmlns:p14="http://schemas.microsoft.com/office/powerpoint/2010/main" val="18531769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1B02196-06C9-40EF-861D-C2F913EC7762}"/>
              </a:ext>
            </a:extLst>
          </p:cNvPr>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7FE2974-A6EC-4568-BC6C-8E348B03601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AC958A7-AEF6-4857-ACB9-7B6051DC1732}"/>
              </a:ext>
            </a:extLst>
          </p:cNvPr>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392AF95-A842-4A26-80A0-FB9A82037FDF}" type="datetimeFigureOut">
              <a:rPr lang="en-US" smtClean="0"/>
              <a:t>3/1/2026</a:t>
            </a:fld>
            <a:endParaRPr lang="en-US"/>
          </a:p>
        </p:txBody>
      </p:sp>
      <p:sp>
        <p:nvSpPr>
          <p:cNvPr id="5" name="Footer Placeholder 4">
            <a:extLst>
              <a:ext uri="{FF2B5EF4-FFF2-40B4-BE49-F238E27FC236}">
                <a16:creationId xmlns:a16="http://schemas.microsoft.com/office/drawing/2014/main" id="{2330B13E-0B8A-4365-8541-BEB6CD91A83C}"/>
              </a:ext>
            </a:extLst>
          </p:cNvPr>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CB0CC54C-77CE-49DF-892C-A7887D17FC9E}"/>
              </a:ext>
            </a:extLst>
          </p:cNvPr>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246F576-EA06-4BB3-9DE9-2FC628F54FB7}" type="slidenum">
              <a:rPr lang="en-US" smtClean="0"/>
              <a:t>‹#›</a:t>
            </a:fld>
            <a:endParaRPr lang="en-US"/>
          </a:p>
        </p:txBody>
      </p:sp>
    </p:spTree>
    <p:extLst>
      <p:ext uri="{BB962C8B-B14F-4D97-AF65-F5344CB8AC3E}">
        <p14:creationId xmlns:p14="http://schemas.microsoft.com/office/powerpoint/2010/main" val="50245370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377"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89076C6-8156-7234-EF97-ADE7CC08472A}"/>
              </a:ext>
            </a:extLst>
          </p:cNvPr>
          <p:cNvSpPr>
            <a:spLocks noGrp="1"/>
          </p:cNvSpPr>
          <p:nvPr>
            <p:ph idx="1"/>
          </p:nvPr>
        </p:nvSpPr>
        <p:spPr>
          <a:xfrm>
            <a:off x="688910" y="2105543"/>
            <a:ext cx="10515600" cy="1603375"/>
          </a:xfrm>
        </p:spPr>
        <p:txBody>
          <a:bodyPr>
            <a:normAutofit fontScale="85000" lnSpcReduction="20000"/>
          </a:bodyPr>
          <a:lstStyle/>
          <a:p>
            <a:pPr marL="0" indent="0" algn="ctr">
              <a:buNone/>
            </a:pPr>
            <a:r>
              <a:rPr lang="am-ET" sz="14600" b="1" dirty="0">
                <a:solidFill>
                  <a:srgbClr val="FF0000"/>
                </a:solidFill>
                <a:latin typeface="NotoSansEthiopic"/>
              </a:rPr>
              <a:t>መስዋ</a:t>
            </a:r>
            <a:r>
              <a:rPr lang="am-ET" sz="14600" b="1" dirty="0">
                <a:solidFill>
                  <a:srgbClr val="FF0000"/>
                </a:solidFill>
                <a:latin typeface="Nyala" panose="02000504070300020003" pitchFamily="2" charset="0"/>
              </a:rPr>
              <a:t>ዕ</a:t>
            </a:r>
            <a:r>
              <a:rPr lang="am-ET" sz="14600" b="1" dirty="0">
                <a:solidFill>
                  <a:srgbClr val="FF0000"/>
                </a:solidFill>
                <a:latin typeface="NotoSansEthiopic"/>
              </a:rPr>
              <a:t>ተ ቅዳ</a:t>
            </a:r>
            <a:r>
              <a:rPr lang="am-ET" sz="14600" b="1" dirty="0">
                <a:solidFill>
                  <a:srgbClr val="FF0000"/>
                </a:solidFill>
                <a:latin typeface="Nyala" panose="02000504070300020003" pitchFamily="2" charset="0"/>
              </a:rPr>
              <a:t>ሴ</a:t>
            </a:r>
            <a:endParaRPr lang="en-US" b="1" dirty="0"/>
          </a:p>
        </p:txBody>
      </p:sp>
    </p:spTree>
    <p:extLst>
      <p:ext uri="{BB962C8B-B14F-4D97-AF65-F5344CB8AC3E}">
        <p14:creationId xmlns:p14="http://schemas.microsoft.com/office/powerpoint/2010/main" val="6054276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D0E2454-242B-4A17-B572-1809BBF16F2D}"/>
              </a:ext>
            </a:extLst>
          </p:cNvPr>
          <p:cNvSpPr>
            <a:spLocks noGrp="1"/>
          </p:cNvSpPr>
          <p:nvPr>
            <p:ph idx="1"/>
          </p:nvPr>
        </p:nvSpPr>
        <p:spPr>
          <a:xfrm>
            <a:off x="0" y="246743"/>
            <a:ext cx="12192000" cy="6611257"/>
          </a:xfrm>
        </p:spPr>
        <p:txBody>
          <a:bodyPr>
            <a:noAutofit/>
          </a:bodyPr>
          <a:lstStyle/>
          <a:p>
            <a:pPr marL="0" indent="0" algn="ctr">
              <a:buNone/>
            </a:pPr>
            <a:endParaRPr lang="en-US" sz="9600" dirty="0">
              <a:solidFill>
                <a:srgbClr val="FF0000"/>
              </a:solidFill>
            </a:endParaRPr>
          </a:p>
          <a:p>
            <a:pPr marL="0" indent="0" algn="ctr">
              <a:buNone/>
            </a:pPr>
            <a:r>
              <a:rPr lang="am-ET" sz="9600" dirty="0">
                <a:solidFill>
                  <a:srgbClr val="FF0000"/>
                </a:solidFill>
              </a:rPr>
              <a:t>በስመ አብ ወወልድ ወመንፈስ ቅዱስ አሐዱ አምላክ አሜን፡፡</a:t>
            </a:r>
          </a:p>
        </p:txBody>
      </p:sp>
    </p:spTree>
    <p:extLst>
      <p:ext uri="{BB962C8B-B14F-4D97-AF65-F5344CB8AC3E}">
        <p14:creationId xmlns:p14="http://schemas.microsoft.com/office/powerpoint/2010/main" val="2511113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D0E2454-242B-4A17-B572-1809BBF16F2D}"/>
              </a:ext>
            </a:extLst>
          </p:cNvPr>
          <p:cNvSpPr>
            <a:spLocks noGrp="1"/>
          </p:cNvSpPr>
          <p:nvPr>
            <p:ph idx="1"/>
          </p:nvPr>
        </p:nvSpPr>
        <p:spPr>
          <a:xfrm>
            <a:off x="0" y="1"/>
            <a:ext cx="12192000" cy="6858000"/>
          </a:xfrm>
        </p:spPr>
        <p:txBody>
          <a:bodyPr>
            <a:noAutofit/>
          </a:bodyPr>
          <a:lstStyle/>
          <a:p>
            <a:pPr marL="0" indent="0" algn="ctr">
              <a:buNone/>
            </a:pPr>
            <a:r>
              <a:rPr lang="am-ET" sz="6600" dirty="0">
                <a:solidFill>
                  <a:srgbClr val="FF0000"/>
                </a:solidFill>
              </a:rPr>
              <a:t>ይካ. </a:t>
            </a:r>
            <a:r>
              <a:rPr lang="am-ET" sz="6600" dirty="0"/>
              <a:t>መንፈስ ቅዱስ ከሰማይ ወርዶ ይህን መሥዋዕት የሚያጠላበት የሚቀድስባት ይህች ቀን ምን ያህል የምታስገርም ናት ይህች ሰዓት ምን ያህል የምታስደንቅ ናት፡፡ የእግዚአብሔር ሰላም ከኔና ከሁላችሁም ጋር እንዲሆን በጽሞናና በፍራት ቆማችሁ ጸልዩ፡፡</a:t>
            </a:r>
          </a:p>
        </p:txBody>
      </p:sp>
    </p:spTree>
    <p:extLst>
      <p:ext uri="{BB962C8B-B14F-4D97-AF65-F5344CB8AC3E}">
        <p14:creationId xmlns:p14="http://schemas.microsoft.com/office/powerpoint/2010/main" val="39967948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39CE4A70-EF08-4C5C-B45A-9F1A61662266}"/>
              </a:ext>
            </a:extLst>
          </p:cNvPr>
          <p:cNvSpPr>
            <a:spLocks noGrp="1"/>
          </p:cNvSpPr>
          <p:nvPr>
            <p:ph idx="1"/>
          </p:nvPr>
        </p:nvSpPr>
        <p:spPr>
          <a:xfrm>
            <a:off x="0" y="0"/>
            <a:ext cx="12192000" cy="6857999"/>
          </a:xfrm>
        </p:spPr>
        <p:txBody>
          <a:bodyPr>
            <a:normAutofit fontScale="55000" lnSpcReduction="20000"/>
          </a:bodyPr>
          <a:lstStyle/>
          <a:p>
            <a:pPr marL="0" indent="0">
              <a:lnSpc>
                <a:spcPct val="120000"/>
              </a:lnSpc>
              <a:buNone/>
            </a:pPr>
            <a:r>
              <a:rPr lang="am-ET" sz="17500" dirty="0">
                <a:latin typeface="NotoSansEthiopic"/>
              </a:rPr>
              <a:t>ሃሌ ሉያ ዮሴፍ ወኒቆዲሞስ ገነዝዎ ለ</a:t>
            </a:r>
            <a:r>
              <a:rPr lang="en-US" sz="17500" dirty="0">
                <a:latin typeface="NotoSansEthiopic"/>
              </a:rPr>
              <a:t>ኢ</a:t>
            </a:r>
            <a:r>
              <a:rPr lang="am-ET" sz="17500" dirty="0">
                <a:latin typeface="NotoSansEthiopic"/>
              </a:rPr>
              <a:t>የሱስ</a:t>
            </a:r>
            <a:r>
              <a:rPr lang="en-US" sz="17500" dirty="0">
                <a:latin typeface="NotoSansEthiopic"/>
              </a:rPr>
              <a:t> </a:t>
            </a:r>
            <a:r>
              <a:rPr lang="am-ET" sz="17500" dirty="0">
                <a:latin typeface="NotoSansEthiopic"/>
              </a:rPr>
              <a:t>በሰንዱናት ለዘተንሥአ እሙታን በመንክር ኪን።</a:t>
            </a:r>
            <a:br>
              <a:rPr lang="am-ET" dirty="0"/>
            </a:br>
            <a:endParaRPr lang="en-US" dirty="0"/>
          </a:p>
        </p:txBody>
      </p:sp>
    </p:spTree>
    <p:extLst>
      <p:ext uri="{BB962C8B-B14F-4D97-AF65-F5344CB8AC3E}">
        <p14:creationId xmlns:p14="http://schemas.microsoft.com/office/powerpoint/2010/main" val="5286965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39CE4A70-EF08-4C5C-B45A-9F1A61662266}"/>
              </a:ext>
            </a:extLst>
          </p:cNvPr>
          <p:cNvSpPr>
            <a:spLocks noGrp="1"/>
          </p:cNvSpPr>
          <p:nvPr>
            <p:ph idx="1"/>
          </p:nvPr>
        </p:nvSpPr>
        <p:spPr>
          <a:xfrm>
            <a:off x="0" y="0"/>
            <a:ext cx="12192000" cy="6858000"/>
          </a:xfrm>
        </p:spPr>
        <p:txBody>
          <a:bodyPr>
            <a:normAutofit fontScale="77500" lnSpcReduction="20000"/>
          </a:bodyPr>
          <a:lstStyle/>
          <a:p>
            <a:pPr marL="0" indent="0">
              <a:lnSpc>
                <a:spcPct val="120000"/>
              </a:lnSpc>
              <a:buNone/>
            </a:pPr>
            <a:r>
              <a:rPr lang="am-ET" sz="13900" dirty="0">
                <a:solidFill>
                  <a:srgbClr val="FF0000"/>
                </a:solidFill>
                <a:latin typeface="NotoSansEthiopic"/>
              </a:rPr>
              <a:t>ይ፡ሕ፦</a:t>
            </a:r>
            <a:r>
              <a:rPr lang="am-ET" sz="13900" dirty="0">
                <a:latin typeface="NotoSansEthiopic"/>
              </a:rPr>
              <a:t>መስቀል አብርሃ በከዋክብት አሰርገወ ሰማይ እምኩሉሰ ጸሃየ አርአየ</a:t>
            </a:r>
            <a:endParaRPr lang="en-US" dirty="0"/>
          </a:p>
        </p:txBody>
      </p:sp>
    </p:spTree>
    <p:extLst>
      <p:ext uri="{BB962C8B-B14F-4D97-AF65-F5344CB8AC3E}">
        <p14:creationId xmlns:p14="http://schemas.microsoft.com/office/powerpoint/2010/main" val="19388478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4294967295"/>
          </p:nvPr>
        </p:nvSpPr>
        <p:spPr>
          <a:xfrm>
            <a:off x="0" y="0"/>
            <a:ext cx="12192000" cy="6858000"/>
          </a:xfrm>
          <a:prstGeom prst="rect">
            <a:avLst/>
          </a:prstGeom>
        </p:spPr>
        <p:txBody>
          <a:bodyPr>
            <a:normAutofit/>
          </a:bodyPr>
          <a:lstStyle/>
          <a:p>
            <a:pPr marL="0" indent="0">
              <a:buNone/>
            </a:pPr>
            <a:r>
              <a:rPr lang="en-US" sz="9600" b="1" dirty="0" err="1"/>
              <a:t>ሃሌ</a:t>
            </a:r>
            <a:r>
              <a:rPr lang="en-US" sz="9600" b="1" dirty="0"/>
              <a:t> </a:t>
            </a:r>
            <a:r>
              <a:rPr lang="en-US" sz="9600" b="1" dirty="0" err="1"/>
              <a:t>ሉያ</a:t>
            </a:r>
            <a:r>
              <a:rPr lang="en-US" sz="9600" b="1" dirty="0"/>
              <a:t> ፤ </a:t>
            </a:r>
            <a:r>
              <a:rPr lang="en-US" sz="9600" b="1" dirty="0" err="1"/>
              <a:t>እምነ</a:t>
            </a:r>
            <a:r>
              <a:rPr lang="en-US" sz="9600" b="1" dirty="0"/>
              <a:t> </a:t>
            </a:r>
            <a:r>
              <a:rPr lang="en-US" sz="9600" b="1" dirty="0" err="1"/>
              <a:t>በሓ</a:t>
            </a:r>
            <a:r>
              <a:rPr lang="en-US" sz="9600" b="1" dirty="0"/>
              <a:t> </a:t>
            </a:r>
            <a:r>
              <a:rPr lang="en-US" sz="9600" b="1" dirty="0" err="1"/>
              <a:t>ቅድስት</a:t>
            </a:r>
            <a:r>
              <a:rPr lang="en-US" sz="9600" b="1" dirty="0"/>
              <a:t> </a:t>
            </a:r>
            <a:r>
              <a:rPr lang="en-US" sz="9600" b="1" dirty="0" err="1"/>
              <a:t>ቤተ</a:t>
            </a:r>
            <a:r>
              <a:rPr lang="en-US" sz="9600" b="1" dirty="0"/>
              <a:t> </a:t>
            </a:r>
            <a:r>
              <a:rPr lang="en-US" sz="9600" b="1" dirty="0" err="1"/>
              <a:t>ክርስቲያን</a:t>
            </a:r>
            <a:r>
              <a:rPr lang="en-US" sz="9600" b="1" dirty="0"/>
              <a:t> </a:t>
            </a:r>
            <a:r>
              <a:rPr lang="en-US" sz="9600" b="1" dirty="0" err="1"/>
              <a:t>ሥርጉት</a:t>
            </a:r>
            <a:r>
              <a:rPr lang="en-US" sz="9600" b="1" dirty="0"/>
              <a:t> </a:t>
            </a:r>
            <a:r>
              <a:rPr lang="en-US" sz="9600" b="1" dirty="0" err="1"/>
              <a:t>አረፋቲሃ</a:t>
            </a:r>
            <a:r>
              <a:rPr lang="en-US" sz="9600" b="1" dirty="0"/>
              <a:t> </a:t>
            </a:r>
            <a:r>
              <a:rPr lang="en-US" sz="9600" b="1" dirty="0" err="1"/>
              <a:t>ወስዕልት</a:t>
            </a:r>
            <a:r>
              <a:rPr lang="en-US" sz="9600" b="1" dirty="0"/>
              <a:t> </a:t>
            </a:r>
            <a:r>
              <a:rPr lang="en-US" sz="9600" b="1" dirty="0" err="1"/>
              <a:t>በዕንቆ</a:t>
            </a:r>
            <a:r>
              <a:rPr lang="en-US" sz="9600" b="1" dirty="0"/>
              <a:t> </a:t>
            </a:r>
            <a:r>
              <a:rPr lang="en-US" sz="9600" b="1" dirty="0" err="1"/>
              <a:t>ጳዝዮን</a:t>
            </a:r>
            <a:r>
              <a:rPr lang="en-US" sz="9600" b="1" dirty="0"/>
              <a:t>፡፡</a:t>
            </a:r>
            <a:r>
              <a:rPr lang="en-US" sz="9600" b="1" dirty="0" err="1"/>
              <a:t>እምነ</a:t>
            </a:r>
            <a:r>
              <a:rPr lang="en-US" sz="9600" b="1" dirty="0"/>
              <a:t> </a:t>
            </a:r>
            <a:r>
              <a:rPr lang="en-US" sz="9600" b="1" dirty="0" err="1"/>
              <a:t>በሓ</a:t>
            </a:r>
            <a:r>
              <a:rPr lang="en-US" sz="9600" b="1" dirty="0"/>
              <a:t> </a:t>
            </a:r>
            <a:r>
              <a:rPr lang="en-US" sz="9600" b="1" dirty="0" err="1"/>
              <a:t>ቅዱስ</a:t>
            </a:r>
            <a:r>
              <a:rPr lang="en-US" sz="9600" b="1" dirty="0"/>
              <a:t> </a:t>
            </a:r>
            <a:r>
              <a:rPr lang="en-US" sz="9600" b="1" dirty="0" err="1"/>
              <a:t>ቤተክርስቲያን</a:t>
            </a:r>
            <a:r>
              <a:rPr lang="en-US" sz="9600" b="1" dirty="0"/>
              <a:t>፡፡</a:t>
            </a:r>
          </a:p>
        </p:txBody>
      </p:sp>
    </p:spTree>
    <p:extLst>
      <p:ext uri="{BB962C8B-B14F-4D97-AF65-F5344CB8AC3E}">
        <p14:creationId xmlns:p14="http://schemas.microsoft.com/office/powerpoint/2010/main" val="22833636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39CE4A70-EF08-4C5C-B45A-9F1A61662266}"/>
              </a:ext>
            </a:extLst>
          </p:cNvPr>
          <p:cNvSpPr>
            <a:spLocks noGrp="1"/>
          </p:cNvSpPr>
          <p:nvPr>
            <p:ph idx="1"/>
          </p:nvPr>
        </p:nvSpPr>
        <p:spPr>
          <a:xfrm>
            <a:off x="0" y="0"/>
            <a:ext cx="12192000" cy="6858000"/>
          </a:xfrm>
        </p:spPr>
        <p:txBody>
          <a:bodyPr>
            <a:noAutofit/>
          </a:bodyPr>
          <a:lstStyle/>
          <a:p>
            <a:pPr marL="0" indent="0" algn="ctr">
              <a:lnSpc>
                <a:spcPct val="120000"/>
              </a:lnSpc>
              <a:buNone/>
            </a:pPr>
            <a:r>
              <a:rPr lang="am-ET" sz="6600" b="1" dirty="0">
                <a:solidFill>
                  <a:srgbClr val="FF0000"/>
                </a:solidFill>
                <a:latin typeface="NotoSansEthiopic"/>
              </a:rPr>
              <a:t>ይ፡ሕ፦</a:t>
            </a:r>
            <a:r>
              <a:rPr lang="am-ET" sz="6600" b="1" dirty="0">
                <a:latin typeface="NotoSansEthiopic"/>
              </a:rPr>
              <a:t>ኩሉ ዘገብራ ለ</a:t>
            </a:r>
            <a:r>
              <a:rPr lang="en-US" sz="6600" b="1" dirty="0">
                <a:latin typeface="NotoSansEthiopic"/>
              </a:rPr>
              <a:t>ጽ</a:t>
            </a:r>
            <a:r>
              <a:rPr lang="am-ET" sz="6600" b="1" dirty="0">
                <a:latin typeface="NotoSansEthiopic"/>
              </a:rPr>
              <a:t>ድቅ ፃድቅ ውእቱ። ወዘያከብር</a:t>
            </a:r>
            <a:r>
              <a:rPr lang="en-US" sz="6600" b="1" dirty="0">
                <a:latin typeface="NotoSansEthiopic"/>
              </a:rPr>
              <a:t> </a:t>
            </a:r>
            <a:r>
              <a:rPr lang="am-ET" sz="6600" b="1" dirty="0">
                <a:latin typeface="NotoSansEthiopic"/>
              </a:rPr>
              <a:t>ሰንበተ ኢይበል ፈላሲ ዘገብአ ኀበ</a:t>
            </a:r>
            <a:r>
              <a:rPr lang="en-US" sz="6600" b="1" dirty="0">
                <a:latin typeface="NotoSansEthiopic"/>
              </a:rPr>
              <a:t> </a:t>
            </a:r>
            <a:r>
              <a:rPr lang="am-ET" sz="6600" b="1" dirty="0">
                <a:latin typeface="NotoSansEthiopic"/>
              </a:rPr>
              <a:t>እግዚአብሔር ይፈልጠኒኑ እምሕዝቡ፤ ኩሉ</a:t>
            </a:r>
            <a:r>
              <a:rPr lang="en-US" sz="6600" b="1" dirty="0">
                <a:latin typeface="NotoSansEthiopic"/>
              </a:rPr>
              <a:t> </a:t>
            </a:r>
            <a:r>
              <a:rPr lang="am-ET" sz="6600" b="1" dirty="0">
                <a:latin typeface="NotoSansEthiopic"/>
              </a:rPr>
              <a:t>ዘገብራ ለ</a:t>
            </a:r>
            <a:r>
              <a:rPr lang="en-US" sz="6600" b="1" dirty="0">
                <a:latin typeface="NotoSansEthiopic"/>
              </a:rPr>
              <a:t>ጽ</a:t>
            </a:r>
            <a:r>
              <a:rPr lang="am-ET" sz="6600" b="1" dirty="0">
                <a:latin typeface="NotoSansEthiopic"/>
              </a:rPr>
              <a:t>ድቅ </a:t>
            </a:r>
            <a:r>
              <a:rPr lang="en-US" sz="6600" b="1" dirty="0">
                <a:latin typeface="NotoSansEthiopic"/>
              </a:rPr>
              <a:t>ጻ</a:t>
            </a:r>
            <a:r>
              <a:rPr lang="am-ET" sz="6600" b="1" dirty="0">
                <a:latin typeface="NotoSansEthiopic"/>
              </a:rPr>
              <a:t>ድቅ ውእቱ ወዘያከብር</a:t>
            </a:r>
          </a:p>
          <a:p>
            <a:pPr marL="0" indent="0" algn="ctr">
              <a:lnSpc>
                <a:spcPct val="120000"/>
              </a:lnSpc>
              <a:buNone/>
            </a:pPr>
            <a:r>
              <a:rPr lang="am-ET" sz="6600" b="1" dirty="0">
                <a:latin typeface="NotoSansEthiopic"/>
              </a:rPr>
              <a:t>ሰንበተ።</a:t>
            </a:r>
            <a:br>
              <a:rPr lang="am-ET" sz="1400" b="1" dirty="0"/>
            </a:br>
            <a:endParaRPr lang="en-US" sz="1400" b="1" dirty="0"/>
          </a:p>
        </p:txBody>
      </p:sp>
    </p:spTree>
    <p:extLst>
      <p:ext uri="{BB962C8B-B14F-4D97-AF65-F5344CB8AC3E}">
        <p14:creationId xmlns:p14="http://schemas.microsoft.com/office/powerpoint/2010/main" val="35227366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39CE4A70-EF08-4C5C-B45A-9F1A61662266}"/>
              </a:ext>
            </a:extLst>
          </p:cNvPr>
          <p:cNvSpPr>
            <a:spLocks noGrp="1"/>
          </p:cNvSpPr>
          <p:nvPr>
            <p:ph idx="1"/>
          </p:nvPr>
        </p:nvSpPr>
        <p:spPr>
          <a:xfrm>
            <a:off x="0" y="0"/>
            <a:ext cx="12192000" cy="6857999"/>
          </a:xfrm>
        </p:spPr>
        <p:txBody>
          <a:bodyPr>
            <a:noAutofit/>
          </a:bodyPr>
          <a:lstStyle/>
          <a:p>
            <a:pPr marL="0" indent="0" algn="ctr">
              <a:lnSpc>
                <a:spcPct val="100000"/>
              </a:lnSpc>
              <a:spcBef>
                <a:spcPts val="0"/>
              </a:spcBef>
              <a:buNone/>
            </a:pPr>
            <a:r>
              <a:rPr lang="am-ET" sz="9000" b="1" dirty="0">
                <a:latin typeface="NotoSansEthiopic"/>
              </a:rPr>
              <a:t>አንቲ ውእቱ መሶበ ወርቅ ን</a:t>
            </a:r>
            <a:r>
              <a:rPr lang="en-US" sz="9000" b="1" dirty="0">
                <a:latin typeface="NotoSansEthiopic"/>
              </a:rPr>
              <a:t>ጹ</a:t>
            </a:r>
            <a:r>
              <a:rPr lang="am-ET" sz="9000" b="1" dirty="0">
                <a:latin typeface="NotoSansEthiopic"/>
              </a:rPr>
              <a:t>ሕ እንተ ውስቴታ</a:t>
            </a:r>
            <a:r>
              <a:rPr lang="en-US" sz="9000" b="1" dirty="0">
                <a:latin typeface="NotoSansEthiopic"/>
              </a:rPr>
              <a:t> </a:t>
            </a:r>
            <a:r>
              <a:rPr lang="am-ET" sz="9000" b="1" dirty="0">
                <a:latin typeface="NotoSansEthiopic"/>
              </a:rPr>
              <a:t>መና ኀቡእ </a:t>
            </a:r>
            <a:r>
              <a:rPr lang="en-US" sz="9000" b="1" dirty="0">
                <a:latin typeface="NotoSansEthiopic"/>
              </a:rPr>
              <a:t>ኅ</a:t>
            </a:r>
            <a:r>
              <a:rPr lang="am-ET" sz="9000" b="1" dirty="0">
                <a:latin typeface="NotoSansEthiopic"/>
              </a:rPr>
              <a:t>ብስት ዘወረደ እምሰማያት ወሃ</a:t>
            </a:r>
            <a:r>
              <a:rPr lang="en-US" sz="9000" b="1" dirty="0">
                <a:latin typeface="NotoSansEthiopic"/>
              </a:rPr>
              <a:t>በ</a:t>
            </a:r>
            <a:endParaRPr lang="am-ET" sz="9000" b="1" dirty="0">
              <a:latin typeface="NotoSansEthiopic"/>
            </a:endParaRPr>
          </a:p>
          <a:p>
            <a:pPr marL="0" indent="0" algn="ctr">
              <a:lnSpc>
                <a:spcPct val="100000"/>
              </a:lnSpc>
              <a:spcBef>
                <a:spcPts val="0"/>
              </a:spcBef>
              <a:buNone/>
            </a:pPr>
            <a:r>
              <a:rPr lang="am-ET" sz="9000" b="1" dirty="0">
                <a:latin typeface="NotoSansEthiopic"/>
              </a:rPr>
              <a:t>ሕይወት ለኩሉ </a:t>
            </a:r>
            <a:r>
              <a:rPr lang="en-US" sz="9000" b="1" dirty="0">
                <a:latin typeface="NotoSansEthiopic"/>
              </a:rPr>
              <a:t>ዓ</a:t>
            </a:r>
            <a:r>
              <a:rPr lang="am-ET" sz="9000" b="1" dirty="0">
                <a:latin typeface="NotoSansEthiopic"/>
              </a:rPr>
              <a:t>ለም።</a:t>
            </a:r>
            <a:br>
              <a:rPr lang="am-ET" sz="9000" b="1" dirty="0"/>
            </a:br>
            <a:endParaRPr lang="en-US" sz="9000" b="1" dirty="0"/>
          </a:p>
        </p:txBody>
      </p:sp>
    </p:spTree>
    <p:extLst>
      <p:ext uri="{BB962C8B-B14F-4D97-AF65-F5344CB8AC3E}">
        <p14:creationId xmlns:p14="http://schemas.microsoft.com/office/powerpoint/2010/main" val="12862203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39CE4A70-EF08-4C5C-B45A-9F1A61662266}"/>
              </a:ext>
            </a:extLst>
          </p:cNvPr>
          <p:cNvSpPr>
            <a:spLocks noGrp="1"/>
          </p:cNvSpPr>
          <p:nvPr>
            <p:ph idx="1"/>
          </p:nvPr>
        </p:nvSpPr>
        <p:spPr>
          <a:xfrm>
            <a:off x="0" y="0"/>
            <a:ext cx="12192000" cy="6857999"/>
          </a:xfrm>
        </p:spPr>
        <p:txBody>
          <a:bodyPr>
            <a:normAutofit/>
          </a:bodyPr>
          <a:lstStyle/>
          <a:p>
            <a:pPr marL="0" indent="0" algn="ctr">
              <a:lnSpc>
                <a:spcPct val="100000"/>
              </a:lnSpc>
              <a:buNone/>
            </a:pPr>
            <a:r>
              <a:rPr lang="am-ET" sz="9600" dirty="0">
                <a:solidFill>
                  <a:srgbClr val="FF0000"/>
                </a:solidFill>
                <a:latin typeface="NotoSansEthiopic"/>
              </a:rPr>
              <a:t>ይ፡ካ፦</a:t>
            </a:r>
            <a:r>
              <a:rPr lang="am-ET" sz="9600" dirty="0">
                <a:latin typeface="NotoSansEthiopic"/>
              </a:rPr>
              <a:t>ብሩክ እግዚአብ</a:t>
            </a:r>
            <a:r>
              <a:rPr lang="en-US" sz="9600" dirty="0" err="1">
                <a:latin typeface="NotoSansEthiopic"/>
              </a:rPr>
              <a:t>ሔር</a:t>
            </a:r>
            <a:r>
              <a:rPr lang="en-US" sz="9600" dirty="0">
                <a:latin typeface="NotoSansEthiopic"/>
              </a:rPr>
              <a:t> </a:t>
            </a:r>
            <a:r>
              <a:rPr lang="en-US" sz="9600" dirty="0" err="1">
                <a:latin typeface="NotoSansEthiopic"/>
              </a:rPr>
              <a:t>አብ</a:t>
            </a:r>
            <a:r>
              <a:rPr lang="en-US" sz="9600" dirty="0">
                <a:latin typeface="NotoSansEthiopic"/>
              </a:rPr>
              <a:t> </a:t>
            </a:r>
            <a:r>
              <a:rPr lang="en-US" sz="9600" dirty="0" err="1">
                <a:latin typeface="NotoSansEthiopic"/>
              </a:rPr>
              <a:t>አኃዜ</a:t>
            </a:r>
            <a:r>
              <a:rPr lang="en-US" sz="9600" dirty="0">
                <a:latin typeface="NotoSansEthiopic"/>
              </a:rPr>
              <a:t> </a:t>
            </a:r>
            <a:r>
              <a:rPr lang="en-US" sz="9600" dirty="0" err="1">
                <a:latin typeface="NotoSansEthiopic"/>
              </a:rPr>
              <a:t>ኩሉ</a:t>
            </a:r>
            <a:r>
              <a:rPr lang="en-US" sz="9600" dirty="0">
                <a:latin typeface="NotoSansEthiopic"/>
              </a:rPr>
              <a:t> </a:t>
            </a:r>
            <a:r>
              <a:rPr lang="en-US" sz="9600" dirty="0" err="1">
                <a:latin typeface="NotoSansEthiopic"/>
              </a:rPr>
              <a:t>ዓለም</a:t>
            </a:r>
            <a:r>
              <a:rPr lang="en-US" sz="9600" dirty="0">
                <a:latin typeface="NotoSansEthiopic"/>
              </a:rPr>
              <a:t> </a:t>
            </a:r>
            <a:r>
              <a:rPr lang="en-US" sz="9600" dirty="0" err="1">
                <a:latin typeface="NotoSansEthiopic"/>
              </a:rPr>
              <a:t>አምላክነ</a:t>
            </a:r>
            <a:endParaRPr lang="en-US" sz="9600" dirty="0">
              <a:latin typeface="NotoSansEthiopic"/>
            </a:endParaRPr>
          </a:p>
          <a:p>
            <a:pPr marL="0" indent="0" algn="ctr">
              <a:lnSpc>
                <a:spcPct val="100000"/>
              </a:lnSpc>
              <a:buNone/>
            </a:pPr>
            <a:r>
              <a:rPr lang="am-ET" sz="9600" dirty="0">
                <a:latin typeface="NotoSansEthiopic"/>
              </a:rPr>
              <a:t>ይ፡</a:t>
            </a:r>
            <a:r>
              <a:rPr lang="en-US" sz="9600" dirty="0">
                <a:latin typeface="NotoSansEthiopic"/>
              </a:rPr>
              <a:t>ሕ</a:t>
            </a:r>
            <a:r>
              <a:rPr lang="am-ET" sz="9600" dirty="0">
                <a:latin typeface="NotoSansEthiopic"/>
              </a:rPr>
              <a:t>፦</a:t>
            </a:r>
            <a:r>
              <a:rPr lang="en-US" sz="9600" dirty="0" err="1">
                <a:latin typeface="NotoSansEthiopic"/>
              </a:rPr>
              <a:t>አሜን</a:t>
            </a:r>
            <a:endParaRPr lang="en-US" sz="9600" dirty="0">
              <a:latin typeface="NotoSansEthiopic"/>
            </a:endParaRPr>
          </a:p>
          <a:p>
            <a:pPr marL="0" indent="0" algn="ctr">
              <a:lnSpc>
                <a:spcPct val="100000"/>
              </a:lnSpc>
              <a:buNone/>
            </a:pPr>
            <a:endParaRPr lang="en-US" dirty="0"/>
          </a:p>
        </p:txBody>
      </p:sp>
    </p:spTree>
    <p:extLst>
      <p:ext uri="{BB962C8B-B14F-4D97-AF65-F5344CB8AC3E}">
        <p14:creationId xmlns:p14="http://schemas.microsoft.com/office/powerpoint/2010/main" val="5104850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39CE4A70-EF08-4C5C-B45A-9F1A61662266}"/>
              </a:ext>
            </a:extLst>
          </p:cNvPr>
          <p:cNvSpPr>
            <a:spLocks noGrp="1"/>
          </p:cNvSpPr>
          <p:nvPr>
            <p:ph idx="1"/>
          </p:nvPr>
        </p:nvSpPr>
        <p:spPr>
          <a:xfrm>
            <a:off x="0" y="1"/>
            <a:ext cx="11969087" cy="6755644"/>
          </a:xfrm>
        </p:spPr>
        <p:txBody>
          <a:bodyPr>
            <a:normAutofit lnSpcReduction="10000"/>
          </a:bodyPr>
          <a:lstStyle/>
          <a:p>
            <a:pPr marL="0" indent="0" algn="ctr">
              <a:lnSpc>
                <a:spcPct val="120000"/>
              </a:lnSpc>
              <a:buNone/>
            </a:pPr>
            <a:r>
              <a:rPr lang="am-ET" sz="9600" dirty="0">
                <a:solidFill>
                  <a:srgbClr val="FF0000"/>
                </a:solidFill>
                <a:latin typeface="NotoSansEthiopic"/>
              </a:rPr>
              <a:t>ይ፡ካ፦</a:t>
            </a:r>
            <a:r>
              <a:rPr lang="en-US" sz="9600" dirty="0" err="1">
                <a:latin typeface="NotoSansEthiopic"/>
              </a:rPr>
              <a:t>ወብሩክ</a:t>
            </a:r>
            <a:r>
              <a:rPr lang="en-US" sz="9600" dirty="0">
                <a:latin typeface="NotoSansEthiopic"/>
              </a:rPr>
              <a:t> </a:t>
            </a:r>
            <a:r>
              <a:rPr lang="en-US" sz="9600" dirty="0" err="1">
                <a:latin typeface="NotoSansEthiopic"/>
              </a:rPr>
              <a:t>ወልድ</a:t>
            </a:r>
            <a:r>
              <a:rPr lang="en-US" sz="9600" dirty="0">
                <a:latin typeface="NotoSansEthiopic"/>
              </a:rPr>
              <a:t> </a:t>
            </a:r>
            <a:r>
              <a:rPr lang="en-US" sz="9600" dirty="0" err="1">
                <a:latin typeface="NotoSansEthiopic"/>
              </a:rPr>
              <a:t>ዋሕድ</a:t>
            </a:r>
            <a:r>
              <a:rPr lang="en-US" sz="9600" dirty="0">
                <a:latin typeface="NotoSansEthiopic"/>
              </a:rPr>
              <a:t> </a:t>
            </a:r>
            <a:r>
              <a:rPr lang="en-US" sz="9600" dirty="0" err="1">
                <a:latin typeface="NotoSansEthiopic"/>
              </a:rPr>
              <a:t>እግዚእነ</a:t>
            </a:r>
            <a:r>
              <a:rPr lang="en-US" sz="9600" dirty="0">
                <a:latin typeface="NotoSansEthiopic"/>
              </a:rPr>
              <a:t> </a:t>
            </a:r>
            <a:r>
              <a:rPr lang="en-US" sz="9600" dirty="0" err="1">
                <a:latin typeface="NotoSansEthiopic"/>
              </a:rPr>
              <a:t>ኢየሱስ</a:t>
            </a:r>
            <a:r>
              <a:rPr lang="en-US" sz="9600" dirty="0">
                <a:latin typeface="NotoSansEthiopic"/>
              </a:rPr>
              <a:t> </a:t>
            </a:r>
            <a:r>
              <a:rPr lang="en-US" sz="9600" dirty="0" err="1">
                <a:latin typeface="NotoSansEthiopic"/>
              </a:rPr>
              <a:t>ክርስቶስ</a:t>
            </a:r>
            <a:r>
              <a:rPr lang="en-US" sz="9600" dirty="0">
                <a:latin typeface="NotoSansEthiopic"/>
              </a:rPr>
              <a:t> </a:t>
            </a:r>
            <a:r>
              <a:rPr lang="en-US" sz="9600" dirty="0" err="1">
                <a:latin typeface="NotoSansEthiopic"/>
              </a:rPr>
              <a:t>መድኃኒነ</a:t>
            </a:r>
            <a:endParaRPr lang="en-US" sz="9600" dirty="0">
              <a:latin typeface="NotoSansEthiopic"/>
            </a:endParaRPr>
          </a:p>
          <a:p>
            <a:pPr marL="0" indent="0" algn="ctr">
              <a:lnSpc>
                <a:spcPct val="120000"/>
              </a:lnSpc>
              <a:buNone/>
            </a:pPr>
            <a:r>
              <a:rPr lang="am-ET" sz="9600" dirty="0">
                <a:solidFill>
                  <a:srgbClr val="FF0000"/>
                </a:solidFill>
                <a:latin typeface="NotoSansEthiopic"/>
              </a:rPr>
              <a:t>ይ፡</a:t>
            </a:r>
            <a:r>
              <a:rPr lang="en-US" sz="9600" dirty="0">
                <a:solidFill>
                  <a:srgbClr val="FF0000"/>
                </a:solidFill>
                <a:latin typeface="NotoSansEthiopic"/>
              </a:rPr>
              <a:t>ሕ</a:t>
            </a:r>
            <a:r>
              <a:rPr lang="am-ET" sz="9600" dirty="0">
                <a:solidFill>
                  <a:srgbClr val="FF0000"/>
                </a:solidFill>
                <a:latin typeface="NotoSansEthiopic"/>
              </a:rPr>
              <a:t>፦</a:t>
            </a:r>
            <a:r>
              <a:rPr lang="en-US" sz="9600" dirty="0" err="1">
                <a:latin typeface="NotoSansEthiopic"/>
              </a:rPr>
              <a:t>አሜን</a:t>
            </a:r>
            <a:endParaRPr lang="en-US" sz="9600" dirty="0">
              <a:latin typeface="NotoSansEthiopic"/>
            </a:endParaRPr>
          </a:p>
          <a:p>
            <a:pPr marL="0" indent="0" algn="ctr">
              <a:lnSpc>
                <a:spcPct val="120000"/>
              </a:lnSpc>
              <a:buNone/>
            </a:pPr>
            <a:endParaRPr lang="en-US" dirty="0"/>
          </a:p>
        </p:txBody>
      </p:sp>
    </p:spTree>
    <p:extLst>
      <p:ext uri="{BB962C8B-B14F-4D97-AF65-F5344CB8AC3E}">
        <p14:creationId xmlns:p14="http://schemas.microsoft.com/office/powerpoint/2010/main" val="30796031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39CE4A70-EF08-4C5C-B45A-9F1A61662266}"/>
              </a:ext>
            </a:extLst>
          </p:cNvPr>
          <p:cNvSpPr>
            <a:spLocks noGrp="1"/>
          </p:cNvSpPr>
          <p:nvPr>
            <p:ph idx="1"/>
          </p:nvPr>
        </p:nvSpPr>
        <p:spPr>
          <a:xfrm>
            <a:off x="0" y="1"/>
            <a:ext cx="11969087" cy="6755644"/>
          </a:xfrm>
        </p:spPr>
        <p:txBody>
          <a:bodyPr>
            <a:normAutofit fontScale="92500" lnSpcReduction="20000"/>
          </a:bodyPr>
          <a:lstStyle/>
          <a:p>
            <a:pPr marL="0" indent="0" algn="ctr">
              <a:lnSpc>
                <a:spcPct val="120000"/>
              </a:lnSpc>
              <a:buNone/>
            </a:pPr>
            <a:r>
              <a:rPr lang="am-ET" sz="7200" dirty="0">
                <a:solidFill>
                  <a:srgbClr val="FF0000"/>
                </a:solidFill>
                <a:latin typeface="NotoSansEthiopic"/>
              </a:rPr>
              <a:t>ይ፡ካ፦</a:t>
            </a:r>
            <a:r>
              <a:rPr lang="en-US" sz="7200" dirty="0" err="1">
                <a:latin typeface="NotoSansEthiopic"/>
              </a:rPr>
              <a:t>ወብሩክ</a:t>
            </a:r>
            <a:r>
              <a:rPr lang="en-US" sz="7200" dirty="0">
                <a:latin typeface="NotoSansEthiopic"/>
              </a:rPr>
              <a:t> </a:t>
            </a:r>
            <a:r>
              <a:rPr lang="en-US" sz="7200" dirty="0" err="1">
                <a:latin typeface="NotoSansEthiopic"/>
              </a:rPr>
              <a:t>መንፈስ</a:t>
            </a:r>
            <a:r>
              <a:rPr lang="en-US" sz="7200" dirty="0">
                <a:latin typeface="NotoSansEthiopic"/>
              </a:rPr>
              <a:t> </a:t>
            </a:r>
            <a:r>
              <a:rPr lang="en-US" sz="7200" dirty="0" err="1">
                <a:latin typeface="NotoSansEthiopic"/>
              </a:rPr>
              <a:t>ቅዱስ</a:t>
            </a:r>
            <a:r>
              <a:rPr lang="en-US" sz="7200" dirty="0">
                <a:latin typeface="NotoSansEthiopic"/>
              </a:rPr>
              <a:t> </a:t>
            </a:r>
            <a:r>
              <a:rPr lang="en-US" sz="7200" dirty="0" err="1">
                <a:latin typeface="NotoSansEthiopic"/>
              </a:rPr>
              <a:t>ጰራቅሊጦስ</a:t>
            </a:r>
            <a:r>
              <a:rPr lang="en-US" sz="7200" dirty="0">
                <a:latin typeface="NotoSansEthiopic"/>
              </a:rPr>
              <a:t> </a:t>
            </a:r>
            <a:r>
              <a:rPr lang="en-US" sz="7200" dirty="0" err="1">
                <a:latin typeface="NotoSansEthiopic"/>
              </a:rPr>
              <a:t>መጽንዒ</a:t>
            </a:r>
            <a:r>
              <a:rPr lang="en-US" sz="7200" dirty="0">
                <a:latin typeface="NotoSansEthiopic"/>
              </a:rPr>
              <a:t> </a:t>
            </a:r>
            <a:r>
              <a:rPr lang="en-US" sz="7200" dirty="0" err="1">
                <a:latin typeface="NotoSansEthiopic"/>
              </a:rPr>
              <a:t>ለኩልነ</a:t>
            </a:r>
            <a:endParaRPr lang="en-US" sz="7200" dirty="0">
              <a:latin typeface="NotoSansEthiopic"/>
            </a:endParaRPr>
          </a:p>
          <a:p>
            <a:pPr marL="0" indent="0" algn="ctr">
              <a:lnSpc>
                <a:spcPct val="120000"/>
              </a:lnSpc>
              <a:buNone/>
            </a:pPr>
            <a:r>
              <a:rPr lang="am-ET" sz="7200" dirty="0">
                <a:solidFill>
                  <a:srgbClr val="FF0000"/>
                </a:solidFill>
                <a:latin typeface="NotoSansEthiopic"/>
              </a:rPr>
              <a:t>ይ፡</a:t>
            </a:r>
            <a:r>
              <a:rPr lang="en-US" sz="7200" dirty="0">
                <a:solidFill>
                  <a:srgbClr val="FF0000"/>
                </a:solidFill>
                <a:latin typeface="NotoSansEthiopic"/>
              </a:rPr>
              <a:t>ሕ</a:t>
            </a:r>
            <a:r>
              <a:rPr lang="am-ET" sz="7200" dirty="0">
                <a:solidFill>
                  <a:srgbClr val="FF0000"/>
                </a:solidFill>
                <a:latin typeface="NotoSansEthiopic"/>
              </a:rPr>
              <a:t>፦</a:t>
            </a:r>
            <a:r>
              <a:rPr lang="en-US" sz="7200" dirty="0" err="1">
                <a:latin typeface="NotoSansEthiopic"/>
              </a:rPr>
              <a:t>አሜን</a:t>
            </a:r>
            <a:endParaRPr lang="en-US" sz="7200" dirty="0">
              <a:latin typeface="NotoSansEthiopic"/>
            </a:endParaRPr>
          </a:p>
          <a:p>
            <a:pPr marL="0" indent="0" algn="ctr">
              <a:lnSpc>
                <a:spcPct val="120000"/>
              </a:lnSpc>
              <a:buNone/>
            </a:pPr>
            <a:r>
              <a:rPr lang="en-US" sz="7200" dirty="0" err="1">
                <a:latin typeface="NotoSansEthiopic"/>
              </a:rPr>
              <a:t>ስብሐት</a:t>
            </a:r>
            <a:r>
              <a:rPr lang="en-US" sz="7200" dirty="0">
                <a:latin typeface="NotoSansEthiopic"/>
              </a:rPr>
              <a:t> </a:t>
            </a:r>
            <a:r>
              <a:rPr lang="en-US" sz="7200" dirty="0" err="1">
                <a:latin typeface="NotoSansEthiopic"/>
              </a:rPr>
              <a:t>ወክብር</a:t>
            </a:r>
            <a:r>
              <a:rPr lang="en-US" sz="7200" dirty="0">
                <a:latin typeface="NotoSansEthiopic"/>
              </a:rPr>
              <a:t> </a:t>
            </a:r>
            <a:r>
              <a:rPr lang="en-US" sz="7200" dirty="0" err="1">
                <a:latin typeface="NotoSansEthiopic"/>
              </a:rPr>
              <a:t>ይደሉ</a:t>
            </a:r>
            <a:r>
              <a:rPr lang="en-US" sz="7200" dirty="0">
                <a:latin typeface="NotoSansEthiopic"/>
              </a:rPr>
              <a:t> </a:t>
            </a:r>
            <a:r>
              <a:rPr lang="en-US" sz="7200" dirty="0" err="1">
                <a:latin typeface="NotoSansEthiopic"/>
              </a:rPr>
              <a:t>ለሥሉስ</a:t>
            </a:r>
            <a:r>
              <a:rPr lang="en-US" sz="7200" dirty="0">
                <a:latin typeface="NotoSansEthiopic"/>
              </a:rPr>
              <a:t> </a:t>
            </a:r>
            <a:r>
              <a:rPr lang="en-US" sz="7200" dirty="0" err="1">
                <a:latin typeface="NotoSansEthiopic"/>
              </a:rPr>
              <a:t>ቅዱስ</a:t>
            </a:r>
            <a:r>
              <a:rPr lang="en-US" sz="7200" dirty="0">
                <a:latin typeface="NotoSansEthiopic"/>
              </a:rPr>
              <a:t> </a:t>
            </a:r>
            <a:r>
              <a:rPr lang="en-US" sz="7200" dirty="0" err="1">
                <a:latin typeface="NotoSansEthiopic"/>
              </a:rPr>
              <a:t>ዕሩይ</a:t>
            </a:r>
            <a:r>
              <a:rPr lang="en-US" sz="7200" dirty="0">
                <a:latin typeface="NotoSansEthiopic"/>
              </a:rPr>
              <a:t> </a:t>
            </a:r>
            <a:r>
              <a:rPr lang="en-US" sz="7200" dirty="0" err="1">
                <a:latin typeface="NotoSansEthiopic"/>
              </a:rPr>
              <a:t>ኩሎ</a:t>
            </a:r>
            <a:r>
              <a:rPr lang="en-US" sz="7200" dirty="0">
                <a:latin typeface="NotoSansEthiopic"/>
              </a:rPr>
              <a:t> </a:t>
            </a:r>
            <a:r>
              <a:rPr lang="en-US" sz="7200" dirty="0" err="1">
                <a:latin typeface="NotoSansEthiopic"/>
              </a:rPr>
              <a:t>ጊዜ</a:t>
            </a:r>
            <a:r>
              <a:rPr lang="en-US" sz="7200" dirty="0">
                <a:latin typeface="NotoSansEthiopic"/>
              </a:rPr>
              <a:t> </a:t>
            </a:r>
            <a:r>
              <a:rPr lang="en-US" sz="7200" dirty="0" err="1">
                <a:latin typeface="NotoSansEthiopic"/>
              </a:rPr>
              <a:t>ይእዜኒ</a:t>
            </a:r>
            <a:r>
              <a:rPr lang="en-US" sz="7200" dirty="0">
                <a:latin typeface="NotoSansEthiopic"/>
              </a:rPr>
              <a:t> </a:t>
            </a:r>
            <a:r>
              <a:rPr lang="en-US" sz="7200" dirty="0" err="1">
                <a:latin typeface="NotoSansEthiopic"/>
              </a:rPr>
              <a:t>ወዘልፈኒ</a:t>
            </a:r>
            <a:r>
              <a:rPr lang="en-US" sz="7200" dirty="0">
                <a:latin typeface="NotoSansEthiopic"/>
              </a:rPr>
              <a:t> </a:t>
            </a:r>
            <a:r>
              <a:rPr lang="en-US" sz="7200" dirty="0" err="1">
                <a:latin typeface="NotoSansEthiopic"/>
              </a:rPr>
              <a:t>ወለ</a:t>
            </a:r>
            <a:r>
              <a:rPr lang="en-US" sz="7200" dirty="0">
                <a:latin typeface="NotoSansEthiopic"/>
              </a:rPr>
              <a:t> </a:t>
            </a:r>
            <a:r>
              <a:rPr lang="en-US" sz="7200" dirty="0" err="1">
                <a:latin typeface="NotoSansEthiopic"/>
              </a:rPr>
              <a:t>ዓለም</a:t>
            </a:r>
            <a:r>
              <a:rPr lang="en-US" sz="7200" dirty="0">
                <a:latin typeface="NotoSansEthiopic"/>
              </a:rPr>
              <a:t> </a:t>
            </a:r>
            <a:r>
              <a:rPr lang="en-US" sz="7200" dirty="0" err="1">
                <a:latin typeface="NotoSansEthiopic"/>
              </a:rPr>
              <a:t>ዓለም</a:t>
            </a:r>
            <a:endParaRPr lang="en-US" sz="7200" dirty="0">
              <a:latin typeface="NotoSansEthiopic"/>
            </a:endParaRPr>
          </a:p>
          <a:p>
            <a:pPr marL="0" indent="0" algn="ctr">
              <a:lnSpc>
                <a:spcPct val="120000"/>
              </a:lnSpc>
              <a:buNone/>
            </a:pPr>
            <a:endParaRPr lang="en-US" sz="9600" dirty="0">
              <a:latin typeface="NotoSansEthiopic"/>
            </a:endParaRPr>
          </a:p>
          <a:p>
            <a:pPr marL="0" indent="0" algn="ctr">
              <a:lnSpc>
                <a:spcPct val="120000"/>
              </a:lnSpc>
              <a:buNone/>
            </a:pPr>
            <a:endParaRPr lang="en-US" dirty="0"/>
          </a:p>
        </p:txBody>
      </p:sp>
    </p:spTree>
    <p:extLst>
      <p:ext uri="{BB962C8B-B14F-4D97-AF65-F5344CB8AC3E}">
        <p14:creationId xmlns:p14="http://schemas.microsoft.com/office/powerpoint/2010/main" val="5794507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39CE4A70-EF08-4C5C-B45A-9F1A61662266}"/>
              </a:ext>
            </a:extLst>
          </p:cNvPr>
          <p:cNvSpPr>
            <a:spLocks noGrp="1"/>
          </p:cNvSpPr>
          <p:nvPr>
            <p:ph idx="1"/>
          </p:nvPr>
        </p:nvSpPr>
        <p:spPr>
          <a:xfrm>
            <a:off x="0" y="0"/>
            <a:ext cx="12192000" cy="6857999"/>
          </a:xfrm>
        </p:spPr>
        <p:txBody>
          <a:bodyPr>
            <a:noAutofit/>
          </a:bodyPr>
          <a:lstStyle/>
          <a:p>
            <a:pPr marL="0" indent="0" algn="ctr">
              <a:lnSpc>
                <a:spcPct val="100000"/>
              </a:lnSpc>
              <a:spcBef>
                <a:spcPts val="0"/>
              </a:spcBef>
              <a:buNone/>
            </a:pPr>
            <a:r>
              <a:rPr lang="am-ET" sz="7600" b="1" dirty="0">
                <a:solidFill>
                  <a:srgbClr val="FF0000"/>
                </a:solidFill>
                <a:latin typeface="NotoSansEthiopic"/>
              </a:rPr>
              <a:t>ይ፡ካ፦</a:t>
            </a:r>
            <a:r>
              <a:rPr lang="am-ET" sz="7600" b="1" dirty="0">
                <a:latin typeface="NotoSansEthiopic"/>
              </a:rPr>
              <a:t>አሐዱ አብ ቅዱስ፤ አሐዱ ወልድ ቅዱስ፤</a:t>
            </a:r>
            <a:r>
              <a:rPr lang="en-US" sz="7600" b="1" dirty="0">
                <a:latin typeface="NotoSansEthiopic"/>
              </a:rPr>
              <a:t> </a:t>
            </a:r>
            <a:r>
              <a:rPr lang="am-ET" sz="7600" b="1" dirty="0">
                <a:latin typeface="NotoSansEthiopic"/>
              </a:rPr>
              <a:t>አሐዱ </a:t>
            </a:r>
            <a:r>
              <a:rPr lang="en-US" sz="7600" b="1" dirty="0">
                <a:latin typeface="NotoSansEthiopic"/>
              </a:rPr>
              <a:t>ው</a:t>
            </a:r>
            <a:r>
              <a:rPr lang="am-ET" sz="7600" b="1" dirty="0">
                <a:latin typeface="NotoSansEthiopic"/>
              </a:rPr>
              <a:t>እቱ መንፈስ ቅዱስ።</a:t>
            </a:r>
          </a:p>
          <a:p>
            <a:pPr marL="0" indent="0" algn="ctr">
              <a:lnSpc>
                <a:spcPct val="100000"/>
              </a:lnSpc>
              <a:spcBef>
                <a:spcPts val="0"/>
              </a:spcBef>
              <a:buNone/>
            </a:pPr>
            <a:r>
              <a:rPr lang="am-ET" sz="7600" b="1" dirty="0">
                <a:solidFill>
                  <a:srgbClr val="FF0000"/>
                </a:solidFill>
                <a:latin typeface="NotoSansEthiopic"/>
              </a:rPr>
              <a:t>ይ፡ሕ፦</a:t>
            </a:r>
            <a:r>
              <a:rPr lang="am-ET" sz="7600" b="1" dirty="0">
                <a:latin typeface="NotoSansEthiopic"/>
              </a:rPr>
              <a:t>በአማን አብ ቅዱስ፤በአማን ወልድ ቅዱስ፤በአማን ውእቱ መንፈስ ቅዱስ።</a:t>
            </a:r>
            <a:br>
              <a:rPr lang="am-ET" sz="7600" b="1" dirty="0"/>
            </a:br>
            <a:endParaRPr lang="en-US" sz="7600" b="1" dirty="0"/>
          </a:p>
        </p:txBody>
      </p:sp>
    </p:spTree>
    <p:extLst>
      <p:ext uri="{BB962C8B-B14F-4D97-AF65-F5344CB8AC3E}">
        <p14:creationId xmlns:p14="http://schemas.microsoft.com/office/powerpoint/2010/main" val="34165150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39CE4A70-EF08-4C5C-B45A-9F1A61662266}"/>
              </a:ext>
            </a:extLst>
          </p:cNvPr>
          <p:cNvSpPr>
            <a:spLocks noGrp="1"/>
          </p:cNvSpPr>
          <p:nvPr>
            <p:ph idx="1"/>
          </p:nvPr>
        </p:nvSpPr>
        <p:spPr>
          <a:xfrm>
            <a:off x="0" y="0"/>
            <a:ext cx="12192000" cy="6857999"/>
          </a:xfrm>
        </p:spPr>
        <p:txBody>
          <a:bodyPr>
            <a:normAutofit lnSpcReduction="10000"/>
          </a:bodyPr>
          <a:lstStyle/>
          <a:p>
            <a:pPr marL="0" indent="0" algn="ctr">
              <a:lnSpc>
                <a:spcPct val="120000"/>
              </a:lnSpc>
              <a:buNone/>
            </a:pPr>
            <a:r>
              <a:rPr lang="am-ET" sz="9600" b="1" dirty="0">
                <a:solidFill>
                  <a:srgbClr val="FF0000"/>
                </a:solidFill>
                <a:latin typeface="NotoSansEthiopic"/>
              </a:rPr>
              <a:t>ይ፡ካ፦</a:t>
            </a:r>
            <a:r>
              <a:rPr lang="am-ET" sz="9600" b="1" dirty="0">
                <a:latin typeface="NotoSansEthiopic"/>
              </a:rPr>
              <a:t>ሰብሕዎ ለእግዚአብሔር ኩልክሙ አሕዛብ።</a:t>
            </a:r>
          </a:p>
          <a:p>
            <a:pPr marL="0" indent="0" algn="ctr">
              <a:lnSpc>
                <a:spcPct val="120000"/>
              </a:lnSpc>
              <a:buNone/>
            </a:pPr>
            <a:r>
              <a:rPr lang="am-ET" sz="9600" b="1" dirty="0">
                <a:solidFill>
                  <a:srgbClr val="FF0000"/>
                </a:solidFill>
                <a:latin typeface="NotoSansEthiopic"/>
              </a:rPr>
              <a:t>ይ፡ሕ፦</a:t>
            </a:r>
            <a:r>
              <a:rPr lang="am-ET" sz="9600" b="1" dirty="0">
                <a:latin typeface="NotoSansEthiopic"/>
              </a:rPr>
              <a:t>ወይሴብሕዎ ኵሎሙ ሕዝብ።</a:t>
            </a:r>
            <a:endParaRPr lang="en-US" b="1" dirty="0"/>
          </a:p>
        </p:txBody>
      </p:sp>
    </p:spTree>
    <p:extLst>
      <p:ext uri="{BB962C8B-B14F-4D97-AF65-F5344CB8AC3E}">
        <p14:creationId xmlns:p14="http://schemas.microsoft.com/office/powerpoint/2010/main" val="884500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39CE4A70-EF08-4C5C-B45A-9F1A61662266}"/>
              </a:ext>
            </a:extLst>
          </p:cNvPr>
          <p:cNvSpPr>
            <a:spLocks noGrp="1"/>
          </p:cNvSpPr>
          <p:nvPr>
            <p:ph idx="1"/>
          </p:nvPr>
        </p:nvSpPr>
        <p:spPr>
          <a:xfrm>
            <a:off x="0" y="0"/>
            <a:ext cx="12192000" cy="6857999"/>
          </a:xfrm>
        </p:spPr>
        <p:txBody>
          <a:bodyPr>
            <a:normAutofit fontScale="77500" lnSpcReduction="20000"/>
          </a:bodyPr>
          <a:lstStyle/>
          <a:p>
            <a:pPr marL="0" indent="0" algn="ctr">
              <a:lnSpc>
                <a:spcPct val="120000"/>
              </a:lnSpc>
              <a:buNone/>
            </a:pPr>
            <a:r>
              <a:rPr lang="am-ET" sz="9600" b="1" dirty="0">
                <a:solidFill>
                  <a:srgbClr val="FF0000"/>
                </a:solidFill>
                <a:latin typeface="NotoSansEthiopic"/>
              </a:rPr>
              <a:t>ይ፡ካ፦</a:t>
            </a:r>
            <a:r>
              <a:rPr lang="am-ET" sz="9600" b="1" dirty="0">
                <a:latin typeface="NotoSansEthiopic"/>
              </a:rPr>
              <a:t>እስመ </a:t>
            </a:r>
            <a:r>
              <a:rPr lang="en-US" sz="9600" b="1" dirty="0">
                <a:latin typeface="NotoSansEthiopic"/>
              </a:rPr>
              <a:t>ጸ</a:t>
            </a:r>
            <a:r>
              <a:rPr lang="am-ET" sz="9600" b="1" dirty="0">
                <a:latin typeface="NotoSansEthiopic"/>
              </a:rPr>
              <a:t>ንዐት ምሕረቱ ላዕሌነ።</a:t>
            </a:r>
          </a:p>
          <a:p>
            <a:pPr marL="0" indent="0" algn="ctr">
              <a:lnSpc>
                <a:spcPct val="120000"/>
              </a:lnSpc>
              <a:buNone/>
            </a:pPr>
            <a:r>
              <a:rPr lang="am-ET" sz="9600" b="1" dirty="0">
                <a:solidFill>
                  <a:srgbClr val="FF0000"/>
                </a:solidFill>
                <a:latin typeface="NotoSansEthiopic"/>
              </a:rPr>
              <a:t>ይ፡ሕ፦</a:t>
            </a:r>
            <a:r>
              <a:rPr lang="en-US" sz="9600" b="1" dirty="0" err="1">
                <a:latin typeface="NotoSansEthiopic"/>
              </a:rPr>
              <a:t>ወጽ</a:t>
            </a:r>
            <a:r>
              <a:rPr lang="am-ET" sz="9600" b="1" dirty="0">
                <a:latin typeface="NotoSansEthiopic"/>
              </a:rPr>
              <a:t>ድቁሰ ለእግዚአብሔር ይሄሉ ለ</a:t>
            </a:r>
            <a:r>
              <a:rPr lang="en-US" sz="9600" b="1" dirty="0">
                <a:latin typeface="NotoSansEthiopic"/>
              </a:rPr>
              <a:t>ዓ</a:t>
            </a:r>
            <a:r>
              <a:rPr lang="am-ET" sz="9600" b="1" dirty="0">
                <a:latin typeface="NotoSansEthiopic"/>
              </a:rPr>
              <a:t>ለም።</a:t>
            </a:r>
          </a:p>
          <a:p>
            <a:pPr marL="0" indent="0" algn="ctr">
              <a:lnSpc>
                <a:spcPct val="120000"/>
              </a:lnSpc>
              <a:buNone/>
            </a:pPr>
            <a:r>
              <a:rPr lang="am-ET" sz="9600" b="1" dirty="0">
                <a:solidFill>
                  <a:srgbClr val="FF0000"/>
                </a:solidFill>
                <a:latin typeface="NotoSansEthiopic"/>
              </a:rPr>
              <a:t>ይ፡ካ</a:t>
            </a:r>
            <a:r>
              <a:rPr lang="en-US" sz="9600" b="1" dirty="0">
                <a:solidFill>
                  <a:srgbClr val="FF0000"/>
                </a:solidFill>
                <a:latin typeface="NotoSansEthiopic"/>
              </a:rPr>
              <a:t>/ሕ</a:t>
            </a:r>
            <a:r>
              <a:rPr lang="am-ET" sz="9600" b="1" dirty="0">
                <a:latin typeface="NotoSansEthiopic"/>
              </a:rPr>
              <a:t>፦ስብሐት ለአብ ወወልድ ወመንፈስ ቅዱስ።</a:t>
            </a:r>
            <a:endParaRPr lang="en-US" b="1" dirty="0"/>
          </a:p>
        </p:txBody>
      </p:sp>
    </p:spTree>
    <p:extLst>
      <p:ext uri="{BB962C8B-B14F-4D97-AF65-F5344CB8AC3E}">
        <p14:creationId xmlns:p14="http://schemas.microsoft.com/office/powerpoint/2010/main" val="18461834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39CE4A70-EF08-4C5C-B45A-9F1A61662266}"/>
              </a:ext>
            </a:extLst>
          </p:cNvPr>
          <p:cNvSpPr>
            <a:spLocks noGrp="1"/>
          </p:cNvSpPr>
          <p:nvPr>
            <p:ph idx="1"/>
          </p:nvPr>
        </p:nvSpPr>
        <p:spPr>
          <a:xfrm>
            <a:off x="0" y="0"/>
            <a:ext cx="12192000" cy="6857999"/>
          </a:xfrm>
        </p:spPr>
        <p:txBody>
          <a:bodyPr>
            <a:normAutofit/>
          </a:bodyPr>
          <a:lstStyle/>
          <a:p>
            <a:pPr marL="0" indent="0" algn="ctr">
              <a:lnSpc>
                <a:spcPct val="120000"/>
              </a:lnSpc>
              <a:buNone/>
            </a:pPr>
            <a:r>
              <a:rPr lang="am-ET" sz="9600" b="1" dirty="0">
                <a:solidFill>
                  <a:srgbClr val="FF0000"/>
                </a:solidFill>
                <a:latin typeface="NotoSansEthiopic"/>
              </a:rPr>
              <a:t>ይ፡ካ</a:t>
            </a:r>
            <a:r>
              <a:rPr lang="en-US" sz="9600" b="1" dirty="0">
                <a:solidFill>
                  <a:srgbClr val="FF0000"/>
                </a:solidFill>
                <a:latin typeface="NotoSansEthiopic"/>
              </a:rPr>
              <a:t>/ሕ</a:t>
            </a:r>
            <a:r>
              <a:rPr lang="am-ET" sz="9600" b="1" dirty="0">
                <a:latin typeface="NotoSansEthiopic"/>
              </a:rPr>
              <a:t>፦ይእዜኒ ወዘልፈኒ </a:t>
            </a:r>
            <a:r>
              <a:rPr lang="en-US" sz="9600" b="1" dirty="0">
                <a:latin typeface="NotoSansEthiopic"/>
              </a:rPr>
              <a:t> </a:t>
            </a:r>
            <a:r>
              <a:rPr lang="en-US" sz="9600" b="1" dirty="0" err="1">
                <a:solidFill>
                  <a:srgbClr val="FF0000"/>
                </a:solidFill>
                <a:latin typeface="NotoSansEthiopic"/>
              </a:rPr>
              <a:t>ይ.ካ</a:t>
            </a:r>
            <a:r>
              <a:rPr lang="en-US" sz="9600" b="1" dirty="0">
                <a:solidFill>
                  <a:srgbClr val="FF0000"/>
                </a:solidFill>
                <a:latin typeface="NotoSansEthiopic"/>
              </a:rPr>
              <a:t>/ሕ</a:t>
            </a:r>
            <a:r>
              <a:rPr lang="en-US" sz="9600" b="1" dirty="0">
                <a:latin typeface="NotoSansEthiopic"/>
              </a:rPr>
              <a:t>:</a:t>
            </a:r>
            <a:r>
              <a:rPr lang="am-ET" sz="9600" b="1" dirty="0">
                <a:latin typeface="NotoSansEthiopic"/>
              </a:rPr>
              <a:t>ወለ</a:t>
            </a:r>
            <a:r>
              <a:rPr lang="en-US" sz="9600" b="1" dirty="0">
                <a:latin typeface="NotoSansEthiopic"/>
              </a:rPr>
              <a:t>ዓ</a:t>
            </a:r>
            <a:r>
              <a:rPr lang="am-ET" sz="9600" b="1" dirty="0">
                <a:latin typeface="NotoSansEthiopic"/>
              </a:rPr>
              <a:t>ለመ </a:t>
            </a:r>
            <a:r>
              <a:rPr lang="en-US" sz="9600" b="1" dirty="0">
                <a:latin typeface="NotoSansEthiopic"/>
              </a:rPr>
              <a:t>ዓ</a:t>
            </a:r>
            <a:r>
              <a:rPr lang="am-ET" sz="9600" b="1" dirty="0">
                <a:latin typeface="NotoSansEthiopic"/>
              </a:rPr>
              <a:t>ለም አሜን</a:t>
            </a:r>
            <a:r>
              <a:rPr lang="en-US" sz="9600" b="1" dirty="0">
                <a:latin typeface="NotoSansEthiopic"/>
              </a:rPr>
              <a:t> </a:t>
            </a:r>
            <a:r>
              <a:rPr lang="am-ET" sz="9600" b="1" dirty="0">
                <a:latin typeface="NotoSansEthiopic"/>
              </a:rPr>
              <a:t>ሃሌ ሉያ።</a:t>
            </a:r>
            <a:endParaRPr lang="en-US" b="1" dirty="0"/>
          </a:p>
        </p:txBody>
      </p:sp>
    </p:spTree>
    <p:extLst>
      <p:ext uri="{BB962C8B-B14F-4D97-AF65-F5344CB8AC3E}">
        <p14:creationId xmlns:p14="http://schemas.microsoft.com/office/powerpoint/2010/main" val="18686455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39CE4A70-EF08-4C5C-B45A-9F1A61662266}"/>
              </a:ext>
            </a:extLst>
          </p:cNvPr>
          <p:cNvSpPr>
            <a:spLocks noGrp="1"/>
          </p:cNvSpPr>
          <p:nvPr>
            <p:ph idx="1"/>
          </p:nvPr>
        </p:nvSpPr>
        <p:spPr>
          <a:xfrm>
            <a:off x="179695" y="0"/>
            <a:ext cx="11832609" cy="6482687"/>
          </a:xfrm>
        </p:spPr>
        <p:txBody>
          <a:bodyPr>
            <a:normAutofit fontScale="92500" lnSpcReduction="20000"/>
          </a:bodyPr>
          <a:lstStyle/>
          <a:p>
            <a:pPr marL="0" indent="0">
              <a:buNone/>
            </a:pPr>
            <a:endParaRPr lang="en-US" sz="9600" dirty="0">
              <a:latin typeface="NotoSansEthiopic"/>
            </a:endParaRPr>
          </a:p>
          <a:p>
            <a:pPr marL="0" indent="0">
              <a:buNone/>
            </a:pPr>
            <a:r>
              <a:rPr lang="am-ET" sz="11500" dirty="0">
                <a:solidFill>
                  <a:srgbClr val="FF0000"/>
                </a:solidFill>
                <a:latin typeface="NotoSansEthiopic"/>
              </a:rPr>
              <a:t>ይ፡ዲ፦ </a:t>
            </a:r>
            <a:r>
              <a:rPr lang="en-US" sz="11500" dirty="0" err="1">
                <a:latin typeface="NotoSansEthiopic"/>
              </a:rPr>
              <a:t>ተንሥኡ</a:t>
            </a:r>
            <a:r>
              <a:rPr lang="en-US" sz="11500" dirty="0">
                <a:latin typeface="NotoSansEthiopic"/>
              </a:rPr>
              <a:t> </a:t>
            </a:r>
            <a:r>
              <a:rPr lang="en-US" sz="11500" dirty="0" err="1">
                <a:latin typeface="NotoSansEthiopic"/>
              </a:rPr>
              <a:t>ለጸሎት</a:t>
            </a:r>
            <a:endParaRPr lang="en-US" sz="11500" dirty="0">
              <a:latin typeface="NotoSansEthiopic"/>
            </a:endParaRPr>
          </a:p>
          <a:p>
            <a:pPr marL="0" indent="0">
              <a:buNone/>
            </a:pPr>
            <a:r>
              <a:rPr lang="am-ET" sz="11500" dirty="0">
                <a:solidFill>
                  <a:srgbClr val="FF0000"/>
                </a:solidFill>
                <a:latin typeface="NotoSansEthiopic"/>
              </a:rPr>
              <a:t>ይ፡</a:t>
            </a:r>
            <a:r>
              <a:rPr lang="en-US" sz="11500" dirty="0">
                <a:solidFill>
                  <a:srgbClr val="FF0000"/>
                </a:solidFill>
                <a:latin typeface="NotoSansEthiopic"/>
              </a:rPr>
              <a:t>ሕ</a:t>
            </a:r>
            <a:r>
              <a:rPr lang="am-ET" sz="11500" dirty="0">
                <a:solidFill>
                  <a:srgbClr val="FF0000"/>
                </a:solidFill>
                <a:latin typeface="NotoSansEthiopic"/>
              </a:rPr>
              <a:t>፦</a:t>
            </a:r>
            <a:r>
              <a:rPr lang="en-US" sz="11500" dirty="0">
                <a:solidFill>
                  <a:srgbClr val="FF0000"/>
                </a:solidFill>
                <a:latin typeface="NotoSansEthiopic"/>
              </a:rPr>
              <a:t> </a:t>
            </a:r>
            <a:r>
              <a:rPr lang="en-US" sz="11500" dirty="0" err="1">
                <a:latin typeface="NotoSansEthiopic"/>
              </a:rPr>
              <a:t>እግዚኦ</a:t>
            </a:r>
            <a:r>
              <a:rPr lang="en-US" sz="11500" dirty="0">
                <a:latin typeface="NotoSansEthiopic"/>
              </a:rPr>
              <a:t> </a:t>
            </a:r>
            <a:r>
              <a:rPr lang="en-US" sz="11500" dirty="0" err="1">
                <a:latin typeface="NotoSansEthiopic"/>
              </a:rPr>
              <a:t>ተሣሀለነ</a:t>
            </a:r>
            <a:endParaRPr lang="en-US" sz="11500" dirty="0">
              <a:latin typeface="NotoSansEthiopic"/>
            </a:endParaRPr>
          </a:p>
          <a:p>
            <a:pPr marL="0" indent="0">
              <a:buNone/>
            </a:pPr>
            <a:r>
              <a:rPr lang="am-ET" sz="11500" dirty="0">
                <a:solidFill>
                  <a:srgbClr val="FF0000"/>
                </a:solidFill>
                <a:latin typeface="NotoSansEthiopic"/>
              </a:rPr>
              <a:t>ይ፡</a:t>
            </a:r>
            <a:r>
              <a:rPr lang="en-US" sz="11500" dirty="0">
                <a:solidFill>
                  <a:srgbClr val="FF0000"/>
                </a:solidFill>
                <a:latin typeface="NotoSansEthiopic"/>
              </a:rPr>
              <a:t>ካ</a:t>
            </a:r>
            <a:r>
              <a:rPr lang="am-ET" sz="11500" dirty="0">
                <a:solidFill>
                  <a:srgbClr val="FF0000"/>
                </a:solidFill>
                <a:latin typeface="NotoSansEthiopic"/>
              </a:rPr>
              <a:t>፦</a:t>
            </a:r>
            <a:r>
              <a:rPr lang="en-US" sz="11500" dirty="0">
                <a:solidFill>
                  <a:srgbClr val="FF0000"/>
                </a:solidFill>
                <a:latin typeface="NotoSansEthiopic"/>
              </a:rPr>
              <a:t>  </a:t>
            </a:r>
            <a:r>
              <a:rPr lang="en-US" sz="11500" dirty="0" err="1">
                <a:latin typeface="NotoSansEthiopic"/>
              </a:rPr>
              <a:t>ሰላም</a:t>
            </a:r>
            <a:r>
              <a:rPr lang="en-US" sz="11500" dirty="0">
                <a:latin typeface="NotoSansEthiopic"/>
              </a:rPr>
              <a:t> </a:t>
            </a:r>
            <a:r>
              <a:rPr lang="en-US" sz="11500" dirty="0" err="1">
                <a:latin typeface="NotoSansEthiopic"/>
              </a:rPr>
              <a:t>ለኩልክሙ</a:t>
            </a:r>
            <a:endParaRPr lang="en-US" sz="11500" dirty="0">
              <a:latin typeface="NotoSansEthiopic"/>
            </a:endParaRPr>
          </a:p>
          <a:p>
            <a:pPr marL="0" indent="0">
              <a:buNone/>
            </a:pPr>
            <a:r>
              <a:rPr lang="am-ET" sz="11500" dirty="0">
                <a:solidFill>
                  <a:srgbClr val="FF0000"/>
                </a:solidFill>
                <a:latin typeface="NotoSansEthiopic"/>
              </a:rPr>
              <a:t>ይ፡</a:t>
            </a:r>
            <a:r>
              <a:rPr lang="en-US" sz="11500" dirty="0">
                <a:solidFill>
                  <a:srgbClr val="FF0000"/>
                </a:solidFill>
                <a:latin typeface="NotoSansEthiopic"/>
              </a:rPr>
              <a:t>ሕ</a:t>
            </a:r>
            <a:r>
              <a:rPr lang="am-ET" sz="11500" dirty="0">
                <a:solidFill>
                  <a:srgbClr val="FF0000"/>
                </a:solidFill>
                <a:latin typeface="NotoSansEthiopic"/>
              </a:rPr>
              <a:t>፦</a:t>
            </a:r>
            <a:r>
              <a:rPr lang="en-US" sz="11500" dirty="0">
                <a:solidFill>
                  <a:srgbClr val="FF0000"/>
                </a:solidFill>
                <a:latin typeface="NotoSansEthiopic"/>
              </a:rPr>
              <a:t> </a:t>
            </a:r>
            <a:r>
              <a:rPr lang="en-US" sz="11500" dirty="0" err="1">
                <a:latin typeface="NotoSansEthiopic"/>
              </a:rPr>
              <a:t>ምስለ</a:t>
            </a:r>
            <a:r>
              <a:rPr lang="en-US" sz="11500" dirty="0">
                <a:latin typeface="NotoSansEthiopic"/>
              </a:rPr>
              <a:t> </a:t>
            </a:r>
            <a:r>
              <a:rPr lang="en-US" sz="11500" dirty="0" err="1">
                <a:latin typeface="NotoSansEthiopic"/>
              </a:rPr>
              <a:t>መንፈስከ</a:t>
            </a:r>
            <a:endParaRPr lang="en-US" sz="11500" dirty="0">
              <a:latin typeface="NotoSansEthiopic"/>
            </a:endParaRPr>
          </a:p>
          <a:p>
            <a:pPr marL="0" indent="0">
              <a:buNone/>
            </a:pPr>
            <a:endParaRPr lang="en-US" sz="11500" dirty="0">
              <a:latin typeface="NotoSansEthiopic"/>
            </a:endParaRPr>
          </a:p>
        </p:txBody>
      </p:sp>
    </p:spTree>
    <p:extLst>
      <p:ext uri="{BB962C8B-B14F-4D97-AF65-F5344CB8AC3E}">
        <p14:creationId xmlns:p14="http://schemas.microsoft.com/office/powerpoint/2010/main" val="165143394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39CE4A70-EF08-4C5C-B45A-9F1A61662266}"/>
              </a:ext>
            </a:extLst>
          </p:cNvPr>
          <p:cNvSpPr>
            <a:spLocks noGrp="1"/>
          </p:cNvSpPr>
          <p:nvPr>
            <p:ph idx="1"/>
          </p:nvPr>
        </p:nvSpPr>
        <p:spPr>
          <a:xfrm>
            <a:off x="1" y="0"/>
            <a:ext cx="12192000" cy="6858000"/>
          </a:xfrm>
        </p:spPr>
        <p:txBody>
          <a:bodyPr>
            <a:normAutofit/>
          </a:bodyPr>
          <a:lstStyle/>
          <a:p>
            <a:pPr marL="0" indent="0" algn="ctr">
              <a:spcBef>
                <a:spcPts val="0"/>
              </a:spcBef>
              <a:buNone/>
            </a:pPr>
            <a:r>
              <a:rPr lang="am-ET" sz="6600" dirty="0">
                <a:solidFill>
                  <a:srgbClr val="FF0000"/>
                </a:solidFill>
                <a:latin typeface="NotoSansEthiopic"/>
              </a:rPr>
              <a:t>ይ፡ዲ፦ </a:t>
            </a:r>
            <a:r>
              <a:rPr lang="en-US" sz="6600" dirty="0" err="1">
                <a:latin typeface="NotoSansEthiopic"/>
              </a:rPr>
              <a:t>ጸልዩ፤ኀሡ</a:t>
            </a:r>
            <a:r>
              <a:rPr lang="en-US" sz="6600" dirty="0">
                <a:latin typeface="NotoSansEthiopic"/>
              </a:rPr>
              <a:t> </a:t>
            </a:r>
            <a:r>
              <a:rPr lang="en-US" sz="6600" dirty="0" err="1">
                <a:latin typeface="NotoSansEthiopic"/>
              </a:rPr>
              <a:t>ወአስተብቁዑ</a:t>
            </a:r>
            <a:r>
              <a:rPr lang="en-US" sz="6600" dirty="0">
                <a:latin typeface="NotoSansEthiopic"/>
              </a:rPr>
              <a:t> </a:t>
            </a:r>
            <a:r>
              <a:rPr lang="en-US" sz="6600" dirty="0" err="1">
                <a:latin typeface="NotoSansEthiopic"/>
              </a:rPr>
              <a:t>ከመ</a:t>
            </a:r>
            <a:r>
              <a:rPr lang="en-US" sz="6600" dirty="0">
                <a:latin typeface="NotoSansEthiopic"/>
              </a:rPr>
              <a:t> </a:t>
            </a:r>
            <a:r>
              <a:rPr lang="en-US" sz="6600" dirty="0" err="1">
                <a:latin typeface="NotoSansEthiopic"/>
              </a:rPr>
              <a:t>ይምሐረነ</a:t>
            </a:r>
            <a:r>
              <a:rPr lang="en-US" sz="6600" dirty="0">
                <a:latin typeface="NotoSansEthiopic"/>
              </a:rPr>
              <a:t> </a:t>
            </a:r>
            <a:r>
              <a:rPr lang="en-US" sz="6600" dirty="0" err="1">
                <a:latin typeface="NotoSansEthiopic"/>
              </a:rPr>
              <a:t>እግዚአብሔር</a:t>
            </a:r>
            <a:r>
              <a:rPr lang="en-US" sz="6600" dirty="0">
                <a:latin typeface="NotoSansEthiopic"/>
              </a:rPr>
              <a:t> </a:t>
            </a:r>
            <a:r>
              <a:rPr lang="en-US" sz="6600" dirty="0" err="1">
                <a:latin typeface="NotoSansEthiopic"/>
              </a:rPr>
              <a:t>ወይሣሀል</a:t>
            </a:r>
            <a:r>
              <a:rPr lang="en-US" sz="6600" dirty="0">
                <a:latin typeface="NotoSansEthiopic"/>
              </a:rPr>
              <a:t> </a:t>
            </a:r>
            <a:r>
              <a:rPr lang="en-US" sz="6600" dirty="0" err="1">
                <a:latin typeface="NotoSansEthiopic"/>
              </a:rPr>
              <a:t>ላዕሌነ፤ወይትወከፍ</a:t>
            </a:r>
            <a:r>
              <a:rPr lang="en-US" sz="6600" dirty="0">
                <a:latin typeface="NotoSansEthiopic"/>
              </a:rPr>
              <a:t> </a:t>
            </a:r>
            <a:r>
              <a:rPr lang="en-US" sz="6600" dirty="0" err="1">
                <a:latin typeface="NotoSansEthiopic"/>
              </a:rPr>
              <a:t>ጸሎተ</a:t>
            </a:r>
            <a:r>
              <a:rPr lang="en-US" sz="6600" dirty="0">
                <a:latin typeface="NotoSansEthiopic"/>
              </a:rPr>
              <a:t> </a:t>
            </a:r>
            <a:r>
              <a:rPr lang="en-US" sz="6600" dirty="0" err="1">
                <a:latin typeface="NotoSansEthiopic"/>
              </a:rPr>
              <a:t>ወስእለተ</a:t>
            </a:r>
            <a:r>
              <a:rPr lang="en-US" sz="6600" dirty="0">
                <a:latin typeface="NotoSansEthiopic"/>
              </a:rPr>
              <a:t> </a:t>
            </a:r>
            <a:r>
              <a:rPr lang="en-US" sz="6600" dirty="0" err="1">
                <a:latin typeface="NotoSansEthiopic"/>
              </a:rPr>
              <a:t>እምነ</a:t>
            </a:r>
            <a:r>
              <a:rPr lang="en-US" sz="6600" dirty="0">
                <a:latin typeface="NotoSansEthiopic"/>
              </a:rPr>
              <a:t> </a:t>
            </a:r>
            <a:r>
              <a:rPr lang="en-US" sz="6600" dirty="0" err="1">
                <a:latin typeface="NotoSansEthiopic"/>
              </a:rPr>
              <a:t>ቅዱሳኒሁ</a:t>
            </a:r>
            <a:r>
              <a:rPr lang="en-US" sz="6600" dirty="0">
                <a:latin typeface="NotoSansEthiopic"/>
              </a:rPr>
              <a:t> </a:t>
            </a:r>
            <a:r>
              <a:rPr lang="en-US" sz="6600" dirty="0" err="1">
                <a:latin typeface="NotoSansEthiopic"/>
              </a:rPr>
              <a:t>በእንቲአነ</a:t>
            </a:r>
            <a:r>
              <a:rPr lang="en-US" sz="6600" dirty="0">
                <a:latin typeface="NotoSansEthiopic"/>
              </a:rPr>
              <a:t> </a:t>
            </a:r>
            <a:r>
              <a:rPr lang="en-US" sz="6600" dirty="0" err="1">
                <a:latin typeface="NotoSansEthiopic"/>
              </a:rPr>
              <a:t>በዘይሴኒ</a:t>
            </a:r>
            <a:r>
              <a:rPr lang="en-US" sz="6600" dirty="0">
                <a:latin typeface="NotoSansEthiopic"/>
              </a:rPr>
              <a:t> </a:t>
            </a:r>
            <a:r>
              <a:rPr lang="en-US" sz="6600" dirty="0" err="1">
                <a:latin typeface="NotoSansEthiopic"/>
              </a:rPr>
              <a:t>ኩሎ</a:t>
            </a:r>
            <a:r>
              <a:rPr lang="en-US" sz="6600" dirty="0">
                <a:latin typeface="NotoSansEthiopic"/>
              </a:rPr>
              <a:t> </a:t>
            </a:r>
            <a:r>
              <a:rPr lang="en-US" sz="6600" dirty="0" err="1">
                <a:latin typeface="NotoSansEthiopic"/>
              </a:rPr>
              <a:t>ጊዜ</a:t>
            </a:r>
            <a:r>
              <a:rPr lang="en-US" sz="6600" dirty="0">
                <a:latin typeface="NotoSansEthiopic"/>
              </a:rPr>
              <a:t> </a:t>
            </a:r>
            <a:r>
              <a:rPr lang="en-US" sz="6600" dirty="0" err="1">
                <a:latin typeface="NotoSansEthiopic"/>
              </a:rPr>
              <a:t>ይረስየነ</a:t>
            </a:r>
            <a:r>
              <a:rPr lang="en-US" sz="6600" dirty="0">
                <a:latin typeface="NotoSansEthiopic"/>
              </a:rPr>
              <a:t> </a:t>
            </a:r>
            <a:r>
              <a:rPr lang="en-US" sz="6600" dirty="0" err="1">
                <a:latin typeface="NotoSansEthiopic"/>
              </a:rPr>
              <a:t>ድልዋነ</a:t>
            </a:r>
            <a:r>
              <a:rPr lang="en-US" sz="6600" dirty="0">
                <a:latin typeface="NotoSansEthiopic"/>
              </a:rPr>
              <a:t> </a:t>
            </a:r>
            <a:r>
              <a:rPr lang="en-US" sz="6600" dirty="0" err="1">
                <a:latin typeface="NotoSansEthiopic"/>
              </a:rPr>
              <a:t>ከመ</a:t>
            </a:r>
            <a:r>
              <a:rPr lang="en-US" sz="6600" dirty="0">
                <a:latin typeface="NotoSansEthiopic"/>
              </a:rPr>
              <a:t> </a:t>
            </a:r>
            <a:r>
              <a:rPr lang="en-US" sz="6600" dirty="0" err="1">
                <a:latin typeface="NotoSansEthiopic"/>
              </a:rPr>
              <a:t>ንንሣዕ</a:t>
            </a:r>
            <a:endParaRPr lang="en-US" sz="6600" dirty="0">
              <a:latin typeface="NotoSansEthiopic"/>
            </a:endParaRPr>
          </a:p>
          <a:p>
            <a:pPr marL="0" indent="0" algn="ctr">
              <a:spcBef>
                <a:spcPts val="0"/>
              </a:spcBef>
              <a:buNone/>
            </a:pPr>
            <a:r>
              <a:rPr lang="en-US" sz="6600" dirty="0" err="1">
                <a:latin typeface="NotoSansEthiopic"/>
              </a:rPr>
              <a:t>እምሱታፌ</a:t>
            </a:r>
            <a:r>
              <a:rPr lang="en-US" sz="6600" dirty="0">
                <a:latin typeface="NotoSansEthiopic"/>
              </a:rPr>
              <a:t> </a:t>
            </a:r>
            <a:r>
              <a:rPr lang="en-US" sz="6600" dirty="0" err="1">
                <a:latin typeface="NotoSansEthiopic"/>
              </a:rPr>
              <a:t>ምሥጢር</a:t>
            </a:r>
            <a:r>
              <a:rPr lang="en-US" sz="6600" dirty="0">
                <a:latin typeface="NotoSansEthiopic"/>
              </a:rPr>
              <a:t> </a:t>
            </a:r>
            <a:r>
              <a:rPr lang="en-US" sz="6600" dirty="0" err="1">
                <a:latin typeface="NotoSansEthiopic"/>
              </a:rPr>
              <a:t>ብሩክ</a:t>
            </a:r>
            <a:r>
              <a:rPr lang="en-US" sz="6600" dirty="0">
                <a:latin typeface="NotoSansEthiopic"/>
              </a:rPr>
              <a:t> </a:t>
            </a:r>
            <a:r>
              <a:rPr lang="en-US" sz="6600" dirty="0" err="1">
                <a:latin typeface="NotoSansEthiopic"/>
              </a:rPr>
              <a:t>ወይሥረይ</a:t>
            </a:r>
            <a:r>
              <a:rPr lang="en-US" sz="6600" dirty="0">
                <a:latin typeface="NotoSansEthiopic"/>
              </a:rPr>
              <a:t> </a:t>
            </a:r>
            <a:r>
              <a:rPr lang="en-US" sz="6600" dirty="0" err="1">
                <a:latin typeface="NotoSansEthiopic"/>
              </a:rPr>
              <a:t>ለነ</a:t>
            </a:r>
            <a:r>
              <a:rPr lang="en-US" sz="6600" dirty="0">
                <a:latin typeface="NotoSansEthiopic"/>
              </a:rPr>
              <a:t> </a:t>
            </a:r>
            <a:r>
              <a:rPr lang="en-US" sz="6600" dirty="0" err="1">
                <a:latin typeface="NotoSansEthiopic"/>
              </a:rPr>
              <a:t>ኀጣዉኢነ</a:t>
            </a:r>
            <a:r>
              <a:rPr lang="en-US" sz="6600" dirty="0">
                <a:latin typeface="NotoSansEthiopic"/>
              </a:rPr>
              <a:t>፡፡</a:t>
            </a:r>
          </a:p>
        </p:txBody>
      </p:sp>
    </p:spTree>
    <p:extLst>
      <p:ext uri="{BB962C8B-B14F-4D97-AF65-F5344CB8AC3E}">
        <p14:creationId xmlns:p14="http://schemas.microsoft.com/office/powerpoint/2010/main" val="358518297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39CE4A70-EF08-4C5C-B45A-9F1A61662266}"/>
              </a:ext>
            </a:extLst>
          </p:cNvPr>
          <p:cNvSpPr>
            <a:spLocks noGrp="1"/>
          </p:cNvSpPr>
          <p:nvPr>
            <p:ph idx="1"/>
          </p:nvPr>
        </p:nvSpPr>
        <p:spPr>
          <a:xfrm>
            <a:off x="179695" y="0"/>
            <a:ext cx="11832609" cy="6482687"/>
          </a:xfrm>
        </p:spPr>
        <p:txBody>
          <a:bodyPr>
            <a:normAutofit fontScale="92500" lnSpcReduction="20000"/>
          </a:bodyPr>
          <a:lstStyle/>
          <a:p>
            <a:pPr marL="0" indent="0">
              <a:buNone/>
            </a:pPr>
            <a:endParaRPr lang="en-US" sz="9600" dirty="0">
              <a:latin typeface="NotoSansEthiopic"/>
            </a:endParaRPr>
          </a:p>
          <a:p>
            <a:pPr marL="0" indent="0">
              <a:buNone/>
            </a:pPr>
            <a:r>
              <a:rPr lang="am-ET" sz="11500" dirty="0">
                <a:solidFill>
                  <a:srgbClr val="FF0000"/>
                </a:solidFill>
                <a:latin typeface="NotoSansEthiopic"/>
              </a:rPr>
              <a:t>ይ፡ዲ፦ </a:t>
            </a:r>
            <a:r>
              <a:rPr lang="en-US" sz="11500" dirty="0" err="1">
                <a:latin typeface="NotoSansEthiopic"/>
              </a:rPr>
              <a:t>ተንሥኡ</a:t>
            </a:r>
            <a:r>
              <a:rPr lang="en-US" sz="11500" dirty="0">
                <a:latin typeface="NotoSansEthiopic"/>
              </a:rPr>
              <a:t> </a:t>
            </a:r>
            <a:r>
              <a:rPr lang="en-US" sz="11500" dirty="0" err="1">
                <a:latin typeface="NotoSansEthiopic"/>
              </a:rPr>
              <a:t>ለጸሎት</a:t>
            </a:r>
            <a:endParaRPr lang="en-US" sz="11500" dirty="0">
              <a:latin typeface="NotoSansEthiopic"/>
            </a:endParaRPr>
          </a:p>
          <a:p>
            <a:pPr marL="0" indent="0">
              <a:buNone/>
            </a:pPr>
            <a:r>
              <a:rPr lang="am-ET" sz="11500" dirty="0">
                <a:solidFill>
                  <a:srgbClr val="FF0000"/>
                </a:solidFill>
                <a:latin typeface="NotoSansEthiopic"/>
              </a:rPr>
              <a:t>ይ፡</a:t>
            </a:r>
            <a:r>
              <a:rPr lang="en-US" sz="11500" dirty="0">
                <a:solidFill>
                  <a:srgbClr val="FF0000"/>
                </a:solidFill>
                <a:latin typeface="NotoSansEthiopic"/>
              </a:rPr>
              <a:t>ሕ</a:t>
            </a:r>
            <a:r>
              <a:rPr lang="am-ET" sz="11500" dirty="0">
                <a:solidFill>
                  <a:srgbClr val="FF0000"/>
                </a:solidFill>
                <a:latin typeface="NotoSansEthiopic"/>
              </a:rPr>
              <a:t>፦</a:t>
            </a:r>
            <a:r>
              <a:rPr lang="en-US" sz="11500" dirty="0">
                <a:solidFill>
                  <a:srgbClr val="FF0000"/>
                </a:solidFill>
                <a:latin typeface="NotoSansEthiopic"/>
              </a:rPr>
              <a:t> </a:t>
            </a:r>
            <a:r>
              <a:rPr lang="en-US" sz="11500" dirty="0" err="1">
                <a:latin typeface="NotoSansEthiopic"/>
              </a:rPr>
              <a:t>እግዚኦ</a:t>
            </a:r>
            <a:r>
              <a:rPr lang="en-US" sz="11500" dirty="0">
                <a:latin typeface="NotoSansEthiopic"/>
              </a:rPr>
              <a:t> </a:t>
            </a:r>
            <a:r>
              <a:rPr lang="en-US" sz="11500" dirty="0" err="1">
                <a:latin typeface="NotoSansEthiopic"/>
              </a:rPr>
              <a:t>ተሣሀለነ</a:t>
            </a:r>
            <a:endParaRPr lang="en-US" sz="11500" dirty="0">
              <a:latin typeface="NotoSansEthiopic"/>
            </a:endParaRPr>
          </a:p>
          <a:p>
            <a:pPr marL="0" indent="0">
              <a:buNone/>
            </a:pPr>
            <a:r>
              <a:rPr lang="am-ET" sz="11500" dirty="0">
                <a:solidFill>
                  <a:srgbClr val="FF0000"/>
                </a:solidFill>
                <a:latin typeface="NotoSansEthiopic"/>
              </a:rPr>
              <a:t>ይ፡</a:t>
            </a:r>
            <a:r>
              <a:rPr lang="en-US" sz="11500" dirty="0">
                <a:solidFill>
                  <a:srgbClr val="FF0000"/>
                </a:solidFill>
                <a:latin typeface="NotoSansEthiopic"/>
              </a:rPr>
              <a:t>ካ</a:t>
            </a:r>
            <a:r>
              <a:rPr lang="am-ET" sz="11500" dirty="0">
                <a:solidFill>
                  <a:srgbClr val="FF0000"/>
                </a:solidFill>
                <a:latin typeface="NotoSansEthiopic"/>
              </a:rPr>
              <a:t>፦</a:t>
            </a:r>
            <a:r>
              <a:rPr lang="en-US" sz="11500" dirty="0">
                <a:solidFill>
                  <a:srgbClr val="FF0000"/>
                </a:solidFill>
                <a:latin typeface="NotoSansEthiopic"/>
              </a:rPr>
              <a:t>  </a:t>
            </a:r>
            <a:r>
              <a:rPr lang="en-US" sz="11500" dirty="0" err="1">
                <a:latin typeface="NotoSansEthiopic"/>
              </a:rPr>
              <a:t>ሰላም</a:t>
            </a:r>
            <a:r>
              <a:rPr lang="en-US" sz="11500" dirty="0">
                <a:latin typeface="NotoSansEthiopic"/>
              </a:rPr>
              <a:t> </a:t>
            </a:r>
            <a:r>
              <a:rPr lang="en-US" sz="11500" dirty="0" err="1">
                <a:latin typeface="NotoSansEthiopic"/>
              </a:rPr>
              <a:t>ለኩልክሙ</a:t>
            </a:r>
            <a:endParaRPr lang="en-US" sz="11500" dirty="0">
              <a:latin typeface="NotoSansEthiopic"/>
            </a:endParaRPr>
          </a:p>
          <a:p>
            <a:pPr marL="0" indent="0">
              <a:buNone/>
            </a:pPr>
            <a:r>
              <a:rPr lang="am-ET" sz="11500" dirty="0">
                <a:solidFill>
                  <a:srgbClr val="FF0000"/>
                </a:solidFill>
                <a:latin typeface="NotoSansEthiopic"/>
              </a:rPr>
              <a:t>ይ፡</a:t>
            </a:r>
            <a:r>
              <a:rPr lang="en-US" sz="11500" dirty="0">
                <a:solidFill>
                  <a:srgbClr val="FF0000"/>
                </a:solidFill>
                <a:latin typeface="NotoSansEthiopic"/>
              </a:rPr>
              <a:t>ሕ</a:t>
            </a:r>
            <a:r>
              <a:rPr lang="am-ET" sz="11500" dirty="0">
                <a:solidFill>
                  <a:srgbClr val="FF0000"/>
                </a:solidFill>
                <a:latin typeface="NotoSansEthiopic"/>
              </a:rPr>
              <a:t>፦</a:t>
            </a:r>
            <a:r>
              <a:rPr lang="en-US" sz="11500" dirty="0">
                <a:solidFill>
                  <a:srgbClr val="FF0000"/>
                </a:solidFill>
                <a:latin typeface="NotoSansEthiopic"/>
              </a:rPr>
              <a:t> </a:t>
            </a:r>
            <a:r>
              <a:rPr lang="en-US" sz="11500" dirty="0" err="1">
                <a:latin typeface="NotoSansEthiopic"/>
              </a:rPr>
              <a:t>ምስለ</a:t>
            </a:r>
            <a:r>
              <a:rPr lang="en-US" sz="11500" dirty="0">
                <a:latin typeface="NotoSansEthiopic"/>
              </a:rPr>
              <a:t> </a:t>
            </a:r>
            <a:r>
              <a:rPr lang="en-US" sz="11500" dirty="0" err="1">
                <a:latin typeface="NotoSansEthiopic"/>
              </a:rPr>
              <a:t>መንፈስከ</a:t>
            </a:r>
            <a:endParaRPr lang="en-US" sz="11500" dirty="0">
              <a:latin typeface="NotoSansEthiopic"/>
            </a:endParaRPr>
          </a:p>
          <a:p>
            <a:pPr marL="0" indent="0">
              <a:buNone/>
            </a:pPr>
            <a:endParaRPr lang="en-US" sz="11500" dirty="0">
              <a:latin typeface="NotoSansEthiopic"/>
            </a:endParaRPr>
          </a:p>
        </p:txBody>
      </p:sp>
    </p:spTree>
    <p:extLst>
      <p:ext uri="{BB962C8B-B14F-4D97-AF65-F5344CB8AC3E}">
        <p14:creationId xmlns:p14="http://schemas.microsoft.com/office/powerpoint/2010/main" val="279427775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39CE4A70-EF08-4C5C-B45A-9F1A61662266}"/>
              </a:ext>
            </a:extLst>
          </p:cNvPr>
          <p:cNvSpPr>
            <a:spLocks noGrp="1"/>
          </p:cNvSpPr>
          <p:nvPr>
            <p:ph idx="1"/>
          </p:nvPr>
        </p:nvSpPr>
        <p:spPr>
          <a:xfrm>
            <a:off x="0" y="0"/>
            <a:ext cx="12192000" cy="6858000"/>
          </a:xfrm>
        </p:spPr>
        <p:txBody>
          <a:bodyPr>
            <a:normAutofit fontScale="25000" lnSpcReduction="20000"/>
          </a:bodyPr>
          <a:lstStyle/>
          <a:p>
            <a:pPr marL="0" indent="0">
              <a:buNone/>
            </a:pPr>
            <a:r>
              <a:rPr lang="am-ET" sz="32000" dirty="0">
                <a:solidFill>
                  <a:srgbClr val="FF0000"/>
                </a:solidFill>
                <a:latin typeface="NotoSansEthiopic"/>
              </a:rPr>
              <a:t>ይ፡ዲ፦ </a:t>
            </a:r>
            <a:r>
              <a:rPr lang="en-US" sz="32000" dirty="0" err="1">
                <a:latin typeface="NotoSansEthiopic"/>
              </a:rPr>
              <a:t>ጸልዩ</a:t>
            </a:r>
            <a:r>
              <a:rPr lang="en-US" sz="32000" dirty="0">
                <a:latin typeface="NotoSansEthiopic"/>
              </a:rPr>
              <a:t> </a:t>
            </a:r>
            <a:r>
              <a:rPr lang="en-US" sz="32000" dirty="0" err="1">
                <a:latin typeface="NotoSansEthiopic"/>
              </a:rPr>
              <a:t>በአንተ</a:t>
            </a:r>
            <a:r>
              <a:rPr lang="en-US" sz="32000" dirty="0">
                <a:latin typeface="NotoSansEthiopic"/>
              </a:rPr>
              <a:t> </a:t>
            </a:r>
            <a:r>
              <a:rPr lang="en-US" sz="32000" dirty="0" err="1">
                <a:latin typeface="NotoSansEthiopic"/>
              </a:rPr>
              <a:t>እለ</a:t>
            </a:r>
            <a:r>
              <a:rPr lang="en-US" sz="32000" dirty="0">
                <a:latin typeface="NotoSansEthiopic"/>
              </a:rPr>
              <a:t> </a:t>
            </a:r>
            <a:r>
              <a:rPr lang="en-US" sz="32000" dirty="0" err="1">
                <a:latin typeface="NotoSansEthiopic"/>
              </a:rPr>
              <a:t>ያበውኡ</a:t>
            </a:r>
            <a:r>
              <a:rPr lang="en-US" sz="32000" dirty="0">
                <a:latin typeface="NotoSansEthiopic"/>
              </a:rPr>
              <a:t> </a:t>
            </a:r>
            <a:r>
              <a:rPr lang="en-US" sz="32000" dirty="0" err="1">
                <a:latin typeface="NotoSansEthiopic"/>
              </a:rPr>
              <a:t>መባአ</a:t>
            </a:r>
            <a:r>
              <a:rPr lang="en-US" sz="32000" dirty="0">
                <a:latin typeface="NotoSansEthiopic"/>
              </a:rPr>
              <a:t>።</a:t>
            </a:r>
          </a:p>
          <a:p>
            <a:pPr marL="0" indent="0" algn="ctr">
              <a:buNone/>
            </a:pPr>
            <a:r>
              <a:rPr lang="am-ET" sz="35200" b="1" dirty="0">
                <a:solidFill>
                  <a:srgbClr val="FF0000"/>
                </a:solidFill>
                <a:latin typeface="NotoSansEthiopic"/>
              </a:rPr>
              <a:t>ይ፡ሕ፦ </a:t>
            </a:r>
            <a:r>
              <a:rPr lang="am-ET" sz="39200" b="1" dirty="0">
                <a:latin typeface="NotoSansEthiopic"/>
              </a:rPr>
              <a:t>ተወከፍ መባኦሙ ለአኀው ወተወከፍ መባኦን</a:t>
            </a:r>
            <a:r>
              <a:rPr lang="en-US" sz="39200" b="1" dirty="0">
                <a:latin typeface="NotoSansEthiopic"/>
              </a:rPr>
              <a:t> </a:t>
            </a:r>
            <a:r>
              <a:rPr lang="am-ET" sz="39200" b="1" dirty="0">
                <a:latin typeface="NotoSansEthiopic"/>
              </a:rPr>
              <a:t>ለአኃት ለነኒ ተወከፍ መባአነ ወቁርባነነ</a:t>
            </a:r>
            <a:r>
              <a:rPr lang="en-US" sz="39200" b="1" dirty="0">
                <a:latin typeface="NotoSansEthiopic"/>
              </a:rPr>
              <a:t>።</a:t>
            </a:r>
            <a:br>
              <a:rPr lang="am-ET" sz="39200" b="1" dirty="0"/>
            </a:br>
            <a:endParaRPr lang="en-US" sz="39200" b="1" dirty="0"/>
          </a:p>
          <a:p>
            <a:pPr marL="0" indent="0">
              <a:buNone/>
            </a:pPr>
            <a:endParaRPr lang="en-US" sz="11500" dirty="0">
              <a:latin typeface="NotoSansEthiopic"/>
            </a:endParaRPr>
          </a:p>
          <a:p>
            <a:pPr marL="0" indent="0">
              <a:buNone/>
            </a:pPr>
            <a:br>
              <a:rPr lang="am-ET" dirty="0"/>
            </a:br>
            <a:endParaRPr lang="en-US" dirty="0"/>
          </a:p>
        </p:txBody>
      </p:sp>
    </p:spTree>
    <p:extLst>
      <p:ext uri="{BB962C8B-B14F-4D97-AF65-F5344CB8AC3E}">
        <p14:creationId xmlns:p14="http://schemas.microsoft.com/office/powerpoint/2010/main" val="143123230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39CE4A70-EF08-4C5C-B45A-9F1A61662266}"/>
              </a:ext>
            </a:extLst>
          </p:cNvPr>
          <p:cNvSpPr>
            <a:spLocks noGrp="1"/>
          </p:cNvSpPr>
          <p:nvPr>
            <p:ph idx="1"/>
          </p:nvPr>
        </p:nvSpPr>
        <p:spPr>
          <a:xfrm>
            <a:off x="0" y="0"/>
            <a:ext cx="12192000" cy="6857999"/>
          </a:xfrm>
        </p:spPr>
        <p:txBody>
          <a:bodyPr>
            <a:normAutofit/>
          </a:bodyPr>
          <a:lstStyle/>
          <a:p>
            <a:pPr marL="0" indent="0">
              <a:buNone/>
            </a:pPr>
            <a:r>
              <a:rPr lang="am-ET" sz="9600" dirty="0">
                <a:solidFill>
                  <a:srgbClr val="FF0000"/>
                </a:solidFill>
                <a:latin typeface="NotoSansEthiopic"/>
              </a:rPr>
              <a:t>ይ፡ዲ፦</a:t>
            </a:r>
            <a:r>
              <a:rPr lang="am-ET" sz="9600" dirty="0">
                <a:latin typeface="NotoSansEthiopic"/>
              </a:rPr>
              <a:t>ስ</a:t>
            </a:r>
            <a:r>
              <a:rPr lang="en-US" sz="9600" dirty="0">
                <a:latin typeface="NotoSansEthiopic"/>
              </a:rPr>
              <a:t>ግ</a:t>
            </a:r>
            <a:r>
              <a:rPr lang="am-ET" sz="9600" dirty="0">
                <a:latin typeface="NotoSansEthiopic"/>
              </a:rPr>
              <a:t>ዱ ለእግዚአብ</a:t>
            </a:r>
            <a:r>
              <a:rPr lang="en-US" sz="9600" dirty="0">
                <a:latin typeface="NotoSansEthiopic"/>
              </a:rPr>
              <a:t>ሔ</a:t>
            </a:r>
            <a:r>
              <a:rPr lang="am-ET" sz="9600" dirty="0">
                <a:latin typeface="NotoSansEthiopic"/>
              </a:rPr>
              <a:t>ር በፍርሃት።</a:t>
            </a:r>
          </a:p>
          <a:p>
            <a:pPr marL="0" indent="0">
              <a:buNone/>
            </a:pPr>
            <a:r>
              <a:rPr lang="am-ET" sz="9600" dirty="0">
                <a:solidFill>
                  <a:srgbClr val="FF0000"/>
                </a:solidFill>
                <a:latin typeface="NotoSansEthiopic"/>
              </a:rPr>
              <a:t>ይ፡ሕ፦</a:t>
            </a:r>
            <a:r>
              <a:rPr lang="am-ET" sz="9600" dirty="0">
                <a:latin typeface="NotoSansEthiopic"/>
              </a:rPr>
              <a:t>ቅድሜ</a:t>
            </a:r>
            <a:r>
              <a:rPr lang="en-US" sz="9600" dirty="0">
                <a:latin typeface="NotoSansEthiopic"/>
              </a:rPr>
              <a:t>ከ</a:t>
            </a:r>
            <a:r>
              <a:rPr lang="am-ET" sz="9600" dirty="0">
                <a:latin typeface="NotoSansEthiopic"/>
              </a:rPr>
              <a:t> እግዚኦ</a:t>
            </a:r>
            <a:r>
              <a:rPr lang="en-US" sz="9600" dirty="0">
                <a:latin typeface="NotoSansEthiopic"/>
              </a:rPr>
              <a:t> </a:t>
            </a:r>
            <a:r>
              <a:rPr lang="am-ET" sz="9600" dirty="0">
                <a:latin typeface="NotoSansEthiopic"/>
              </a:rPr>
              <a:t>ንሰግድ ወንሴብሐከ።</a:t>
            </a:r>
            <a:br>
              <a:rPr lang="am-ET" dirty="0"/>
            </a:br>
            <a:endParaRPr lang="en-US" dirty="0"/>
          </a:p>
        </p:txBody>
      </p:sp>
    </p:spTree>
    <p:extLst>
      <p:ext uri="{BB962C8B-B14F-4D97-AF65-F5344CB8AC3E}">
        <p14:creationId xmlns:p14="http://schemas.microsoft.com/office/powerpoint/2010/main" val="150219165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39CE4A70-EF08-4C5C-B45A-9F1A61662266}"/>
              </a:ext>
            </a:extLst>
          </p:cNvPr>
          <p:cNvSpPr>
            <a:spLocks noGrp="1"/>
          </p:cNvSpPr>
          <p:nvPr>
            <p:ph idx="1"/>
          </p:nvPr>
        </p:nvSpPr>
        <p:spPr>
          <a:xfrm>
            <a:off x="179695" y="0"/>
            <a:ext cx="11832609" cy="6482687"/>
          </a:xfrm>
        </p:spPr>
        <p:txBody>
          <a:bodyPr>
            <a:normAutofit fontScale="92500" lnSpcReduction="20000"/>
          </a:bodyPr>
          <a:lstStyle/>
          <a:p>
            <a:pPr marL="0" indent="0">
              <a:buNone/>
            </a:pPr>
            <a:endParaRPr lang="en-US" sz="9600" dirty="0">
              <a:latin typeface="NotoSansEthiopic"/>
            </a:endParaRPr>
          </a:p>
          <a:p>
            <a:pPr marL="0" indent="0">
              <a:buNone/>
            </a:pPr>
            <a:r>
              <a:rPr lang="am-ET" sz="11500" dirty="0">
                <a:solidFill>
                  <a:srgbClr val="FF0000"/>
                </a:solidFill>
                <a:latin typeface="NotoSansEthiopic"/>
              </a:rPr>
              <a:t>ይ፡ዲ፦ </a:t>
            </a:r>
            <a:r>
              <a:rPr lang="en-US" sz="11500" dirty="0" err="1">
                <a:latin typeface="NotoSansEthiopic"/>
              </a:rPr>
              <a:t>ተንሥኡ</a:t>
            </a:r>
            <a:r>
              <a:rPr lang="en-US" sz="11500" dirty="0">
                <a:latin typeface="NotoSansEthiopic"/>
              </a:rPr>
              <a:t> </a:t>
            </a:r>
            <a:r>
              <a:rPr lang="en-US" sz="11500" dirty="0" err="1">
                <a:latin typeface="NotoSansEthiopic"/>
              </a:rPr>
              <a:t>ለጸሎት</a:t>
            </a:r>
            <a:endParaRPr lang="en-US" sz="11500" dirty="0">
              <a:latin typeface="NotoSansEthiopic"/>
            </a:endParaRPr>
          </a:p>
          <a:p>
            <a:pPr marL="0" indent="0">
              <a:buNone/>
            </a:pPr>
            <a:r>
              <a:rPr lang="am-ET" sz="11500" dirty="0">
                <a:solidFill>
                  <a:srgbClr val="FF0000"/>
                </a:solidFill>
                <a:latin typeface="NotoSansEthiopic"/>
              </a:rPr>
              <a:t>ይ፡</a:t>
            </a:r>
            <a:r>
              <a:rPr lang="en-US" sz="11500" dirty="0">
                <a:solidFill>
                  <a:srgbClr val="FF0000"/>
                </a:solidFill>
                <a:latin typeface="NotoSansEthiopic"/>
              </a:rPr>
              <a:t>ሕ</a:t>
            </a:r>
            <a:r>
              <a:rPr lang="am-ET" sz="11500" dirty="0">
                <a:solidFill>
                  <a:srgbClr val="FF0000"/>
                </a:solidFill>
                <a:latin typeface="NotoSansEthiopic"/>
              </a:rPr>
              <a:t>፦</a:t>
            </a:r>
            <a:r>
              <a:rPr lang="en-US" sz="11500" dirty="0">
                <a:solidFill>
                  <a:srgbClr val="FF0000"/>
                </a:solidFill>
                <a:latin typeface="NotoSansEthiopic"/>
              </a:rPr>
              <a:t> </a:t>
            </a:r>
            <a:r>
              <a:rPr lang="en-US" sz="11500" dirty="0" err="1">
                <a:latin typeface="NotoSansEthiopic"/>
              </a:rPr>
              <a:t>እግዚኦ</a:t>
            </a:r>
            <a:r>
              <a:rPr lang="en-US" sz="11500" dirty="0">
                <a:latin typeface="NotoSansEthiopic"/>
              </a:rPr>
              <a:t> </a:t>
            </a:r>
            <a:r>
              <a:rPr lang="en-US" sz="11500" dirty="0" err="1">
                <a:latin typeface="NotoSansEthiopic"/>
              </a:rPr>
              <a:t>ተሣሀለነ</a:t>
            </a:r>
            <a:endParaRPr lang="en-US" sz="11500" dirty="0">
              <a:latin typeface="NotoSansEthiopic"/>
            </a:endParaRPr>
          </a:p>
          <a:p>
            <a:pPr marL="0" indent="0">
              <a:buNone/>
            </a:pPr>
            <a:r>
              <a:rPr lang="am-ET" sz="11500" dirty="0">
                <a:solidFill>
                  <a:srgbClr val="FF0000"/>
                </a:solidFill>
                <a:latin typeface="NotoSansEthiopic"/>
              </a:rPr>
              <a:t>ይ፡</a:t>
            </a:r>
            <a:r>
              <a:rPr lang="en-US" sz="11500" dirty="0">
                <a:solidFill>
                  <a:srgbClr val="FF0000"/>
                </a:solidFill>
                <a:latin typeface="NotoSansEthiopic"/>
              </a:rPr>
              <a:t>ካ</a:t>
            </a:r>
            <a:r>
              <a:rPr lang="am-ET" sz="11500" dirty="0">
                <a:solidFill>
                  <a:srgbClr val="FF0000"/>
                </a:solidFill>
                <a:latin typeface="NotoSansEthiopic"/>
              </a:rPr>
              <a:t>፦</a:t>
            </a:r>
            <a:r>
              <a:rPr lang="en-US" sz="11500" dirty="0">
                <a:solidFill>
                  <a:srgbClr val="FF0000"/>
                </a:solidFill>
                <a:latin typeface="NotoSansEthiopic"/>
              </a:rPr>
              <a:t>  </a:t>
            </a:r>
            <a:r>
              <a:rPr lang="en-US" sz="11500" dirty="0" err="1">
                <a:latin typeface="NotoSansEthiopic"/>
              </a:rPr>
              <a:t>ሰላም</a:t>
            </a:r>
            <a:r>
              <a:rPr lang="en-US" sz="11500" dirty="0">
                <a:latin typeface="NotoSansEthiopic"/>
              </a:rPr>
              <a:t> </a:t>
            </a:r>
            <a:r>
              <a:rPr lang="en-US" sz="11500" dirty="0" err="1">
                <a:latin typeface="NotoSansEthiopic"/>
              </a:rPr>
              <a:t>ለኩልክሙ</a:t>
            </a:r>
            <a:endParaRPr lang="en-US" sz="11500" dirty="0">
              <a:latin typeface="NotoSansEthiopic"/>
            </a:endParaRPr>
          </a:p>
          <a:p>
            <a:pPr marL="0" indent="0">
              <a:buNone/>
            </a:pPr>
            <a:r>
              <a:rPr lang="am-ET" sz="11500" dirty="0">
                <a:solidFill>
                  <a:srgbClr val="FF0000"/>
                </a:solidFill>
                <a:latin typeface="NotoSansEthiopic"/>
              </a:rPr>
              <a:t>ይ፡</a:t>
            </a:r>
            <a:r>
              <a:rPr lang="en-US" sz="11500" dirty="0">
                <a:solidFill>
                  <a:srgbClr val="FF0000"/>
                </a:solidFill>
                <a:latin typeface="NotoSansEthiopic"/>
              </a:rPr>
              <a:t>ሕ</a:t>
            </a:r>
            <a:r>
              <a:rPr lang="am-ET" sz="11500" dirty="0">
                <a:solidFill>
                  <a:srgbClr val="FF0000"/>
                </a:solidFill>
                <a:latin typeface="NotoSansEthiopic"/>
              </a:rPr>
              <a:t>፦</a:t>
            </a:r>
            <a:r>
              <a:rPr lang="en-US" sz="11500" dirty="0">
                <a:solidFill>
                  <a:srgbClr val="FF0000"/>
                </a:solidFill>
                <a:latin typeface="NotoSansEthiopic"/>
              </a:rPr>
              <a:t> </a:t>
            </a:r>
            <a:r>
              <a:rPr lang="en-US" sz="11500" dirty="0" err="1">
                <a:latin typeface="NotoSansEthiopic"/>
              </a:rPr>
              <a:t>ምስለ</a:t>
            </a:r>
            <a:r>
              <a:rPr lang="en-US" sz="11500" dirty="0">
                <a:latin typeface="NotoSansEthiopic"/>
              </a:rPr>
              <a:t> </a:t>
            </a:r>
            <a:r>
              <a:rPr lang="en-US" sz="11500" dirty="0" err="1">
                <a:latin typeface="NotoSansEthiopic"/>
              </a:rPr>
              <a:t>መንፈስከ</a:t>
            </a:r>
            <a:endParaRPr lang="en-US" sz="11500" dirty="0">
              <a:latin typeface="NotoSansEthiopic"/>
            </a:endParaRPr>
          </a:p>
          <a:p>
            <a:pPr marL="0" indent="0">
              <a:buNone/>
            </a:pPr>
            <a:endParaRPr lang="en-US" sz="11500" dirty="0">
              <a:latin typeface="NotoSansEthiopic"/>
            </a:endParaRPr>
          </a:p>
        </p:txBody>
      </p:sp>
    </p:spTree>
    <p:extLst>
      <p:ext uri="{BB962C8B-B14F-4D97-AF65-F5344CB8AC3E}">
        <p14:creationId xmlns:p14="http://schemas.microsoft.com/office/powerpoint/2010/main" val="353859376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39CE4A70-EF08-4C5C-B45A-9F1A61662266}"/>
              </a:ext>
            </a:extLst>
          </p:cNvPr>
          <p:cNvSpPr>
            <a:spLocks noGrp="1"/>
          </p:cNvSpPr>
          <p:nvPr>
            <p:ph idx="1"/>
          </p:nvPr>
        </p:nvSpPr>
        <p:spPr>
          <a:xfrm>
            <a:off x="1" y="1"/>
            <a:ext cx="12192000" cy="6857999"/>
          </a:xfrm>
        </p:spPr>
        <p:txBody>
          <a:bodyPr>
            <a:normAutofit/>
          </a:bodyPr>
          <a:lstStyle/>
          <a:p>
            <a:pPr marL="0" indent="0" algn="ctr">
              <a:buNone/>
            </a:pPr>
            <a:r>
              <a:rPr lang="am-ET" sz="9600" b="1" dirty="0">
                <a:solidFill>
                  <a:srgbClr val="FF0000"/>
                </a:solidFill>
                <a:latin typeface="NotoSansEthiopic"/>
              </a:rPr>
              <a:t>ይ፡ካ፦</a:t>
            </a:r>
            <a:r>
              <a:rPr lang="am-ET" sz="9600" b="1" dirty="0">
                <a:latin typeface="NotoSansEthiopic"/>
              </a:rPr>
              <a:t>ንስግድ ፤ </a:t>
            </a:r>
            <a:r>
              <a:rPr lang="am-ET" sz="9600" b="1" dirty="0">
                <a:latin typeface="Roboto-Regular"/>
              </a:rPr>
              <a:t>(3</a:t>
            </a:r>
            <a:r>
              <a:rPr lang="en-US" sz="9600" b="1" dirty="0">
                <a:latin typeface="Roboto-Regular"/>
              </a:rPr>
              <a:t> </a:t>
            </a:r>
            <a:r>
              <a:rPr lang="am-ET" sz="9600" b="1" dirty="0">
                <a:latin typeface="NotoSansEthiopic"/>
              </a:rPr>
              <a:t>ጊዜ</a:t>
            </a:r>
            <a:r>
              <a:rPr lang="am-ET" sz="9600" b="1" dirty="0">
                <a:latin typeface="Roboto-Regular"/>
              </a:rPr>
              <a:t>)</a:t>
            </a:r>
            <a:br>
              <a:rPr lang="am-ET" sz="9600" b="1" dirty="0">
                <a:latin typeface="Roboto-Regular"/>
              </a:rPr>
            </a:br>
            <a:r>
              <a:rPr lang="am-ET" sz="11500" b="1" dirty="0">
                <a:latin typeface="NotoSansEthiopic"/>
              </a:rPr>
              <a:t>ይ፡ሕ፦ለአብ ወወልድ ወመንፈስ ቅዱስ እንዘ</a:t>
            </a:r>
            <a:r>
              <a:rPr lang="en-US" sz="11500" b="1" dirty="0">
                <a:latin typeface="NotoSansEthiopic"/>
              </a:rPr>
              <a:t> </a:t>
            </a:r>
            <a:r>
              <a:rPr lang="am-ET" sz="11500" b="1" dirty="0">
                <a:latin typeface="NotoSansEthiopic"/>
              </a:rPr>
              <a:t>ሠለስቱ</a:t>
            </a:r>
            <a:r>
              <a:rPr lang="en-US" sz="11500" b="1" dirty="0">
                <a:latin typeface="NotoSansEthiopic"/>
              </a:rPr>
              <a:t> </a:t>
            </a:r>
            <a:r>
              <a:rPr lang="am-ET" sz="11500" b="1" dirty="0">
                <a:latin typeface="NotoSansEthiopic"/>
              </a:rPr>
              <a:t>አሐዱ።</a:t>
            </a:r>
            <a:br>
              <a:rPr lang="am-ET" sz="6600" b="1" dirty="0">
                <a:latin typeface="NotoSansEthiopic"/>
              </a:rPr>
            </a:br>
            <a:endParaRPr lang="en-US" sz="3600" b="1" dirty="0"/>
          </a:p>
        </p:txBody>
      </p:sp>
    </p:spTree>
    <p:extLst>
      <p:ext uri="{BB962C8B-B14F-4D97-AF65-F5344CB8AC3E}">
        <p14:creationId xmlns:p14="http://schemas.microsoft.com/office/powerpoint/2010/main" val="393094636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39CE4A70-EF08-4C5C-B45A-9F1A61662266}"/>
              </a:ext>
            </a:extLst>
          </p:cNvPr>
          <p:cNvSpPr>
            <a:spLocks noGrp="1"/>
          </p:cNvSpPr>
          <p:nvPr>
            <p:ph idx="1"/>
          </p:nvPr>
        </p:nvSpPr>
        <p:spPr>
          <a:xfrm>
            <a:off x="1" y="1"/>
            <a:ext cx="12192000" cy="6857999"/>
          </a:xfrm>
        </p:spPr>
        <p:txBody>
          <a:bodyPr>
            <a:normAutofit/>
          </a:bodyPr>
          <a:lstStyle/>
          <a:p>
            <a:pPr marL="0" indent="0" algn="ctr">
              <a:buNone/>
            </a:pPr>
            <a:r>
              <a:rPr lang="am-ET" sz="9600" b="1" dirty="0">
                <a:solidFill>
                  <a:srgbClr val="FF0000"/>
                </a:solidFill>
                <a:latin typeface="NotoSansEthiopic"/>
              </a:rPr>
              <a:t>ይ፡ካ፦</a:t>
            </a:r>
            <a:r>
              <a:rPr lang="am-ET" sz="9600" b="1" dirty="0">
                <a:latin typeface="NotoSansEthiopic"/>
              </a:rPr>
              <a:t>ሰላም ለኪ።</a:t>
            </a:r>
            <a:br>
              <a:rPr lang="am-ET" sz="9600" b="1" dirty="0">
                <a:latin typeface="NotoSansEthiopic"/>
              </a:rPr>
            </a:br>
            <a:r>
              <a:rPr lang="am-ET" sz="11500" b="1" dirty="0">
                <a:latin typeface="NotoSansEthiopic"/>
              </a:rPr>
              <a:t>ይ፡ሕ፦ቅድስት ቤተክርስቲያን ማኀደረ መለኮት።</a:t>
            </a:r>
            <a:br>
              <a:rPr lang="am-ET" sz="6600" b="1" dirty="0">
                <a:latin typeface="NotoSansEthiopic"/>
              </a:rPr>
            </a:br>
            <a:endParaRPr lang="en-US" sz="3600" b="1" dirty="0"/>
          </a:p>
        </p:txBody>
      </p:sp>
    </p:spTree>
    <p:extLst>
      <p:ext uri="{BB962C8B-B14F-4D97-AF65-F5344CB8AC3E}">
        <p14:creationId xmlns:p14="http://schemas.microsoft.com/office/powerpoint/2010/main" val="277206804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39CE4A70-EF08-4C5C-B45A-9F1A61662266}"/>
              </a:ext>
            </a:extLst>
          </p:cNvPr>
          <p:cNvSpPr>
            <a:spLocks noGrp="1"/>
          </p:cNvSpPr>
          <p:nvPr>
            <p:ph idx="1"/>
          </p:nvPr>
        </p:nvSpPr>
        <p:spPr>
          <a:xfrm>
            <a:off x="1" y="1"/>
            <a:ext cx="12192000" cy="6857999"/>
          </a:xfrm>
        </p:spPr>
        <p:txBody>
          <a:bodyPr>
            <a:normAutofit/>
          </a:bodyPr>
          <a:lstStyle/>
          <a:p>
            <a:pPr marL="0" indent="0" algn="ctr">
              <a:lnSpc>
                <a:spcPct val="100000"/>
              </a:lnSpc>
              <a:spcBef>
                <a:spcPts val="0"/>
              </a:spcBef>
              <a:buNone/>
            </a:pPr>
            <a:r>
              <a:rPr lang="am-ET" sz="9600" b="1" dirty="0">
                <a:solidFill>
                  <a:srgbClr val="FF0000"/>
                </a:solidFill>
                <a:latin typeface="NotoSansEthiopic"/>
              </a:rPr>
              <a:t>ይ፡ካ፦</a:t>
            </a:r>
            <a:r>
              <a:rPr lang="am-ET" sz="9600" b="1" dirty="0">
                <a:latin typeface="NotoSansEthiopic"/>
              </a:rPr>
              <a:t>ሰአሊ ለነ።</a:t>
            </a:r>
            <a:br>
              <a:rPr lang="am-ET" sz="9600" b="1" dirty="0">
                <a:latin typeface="NotoSansEthiopic"/>
              </a:rPr>
            </a:br>
            <a:r>
              <a:rPr lang="am-ET" sz="11500" b="1" dirty="0">
                <a:solidFill>
                  <a:srgbClr val="FF0000"/>
                </a:solidFill>
                <a:latin typeface="NotoSansEthiopic"/>
              </a:rPr>
              <a:t>ይ፡ሕ፦</a:t>
            </a:r>
            <a:r>
              <a:rPr lang="am-ET" sz="11500" b="1" dirty="0">
                <a:latin typeface="NotoSansEthiopic"/>
              </a:rPr>
              <a:t>ድንግል ማርያም ወላዲተ አምላክ።</a:t>
            </a:r>
            <a:r>
              <a:rPr lang="am-ET" sz="16600" b="1" dirty="0"/>
              <a:t> </a:t>
            </a:r>
            <a:br>
              <a:rPr lang="am-ET" sz="4000" b="1" dirty="0"/>
            </a:br>
            <a:endParaRPr lang="en-US" sz="3600" b="1" dirty="0"/>
          </a:p>
        </p:txBody>
      </p:sp>
    </p:spTree>
    <p:extLst>
      <p:ext uri="{BB962C8B-B14F-4D97-AF65-F5344CB8AC3E}">
        <p14:creationId xmlns:p14="http://schemas.microsoft.com/office/powerpoint/2010/main" val="176025537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39CE4A70-EF08-4C5C-B45A-9F1A61662266}"/>
              </a:ext>
            </a:extLst>
          </p:cNvPr>
          <p:cNvSpPr>
            <a:spLocks noGrp="1"/>
          </p:cNvSpPr>
          <p:nvPr>
            <p:ph idx="1"/>
          </p:nvPr>
        </p:nvSpPr>
        <p:spPr>
          <a:xfrm>
            <a:off x="0" y="1"/>
            <a:ext cx="12192000" cy="6857999"/>
          </a:xfrm>
        </p:spPr>
        <p:txBody>
          <a:bodyPr>
            <a:normAutofit fontScale="92500" lnSpcReduction="20000"/>
          </a:bodyPr>
          <a:lstStyle/>
          <a:p>
            <a:pPr marL="0" indent="0" algn="ctr">
              <a:lnSpc>
                <a:spcPct val="120000"/>
              </a:lnSpc>
              <a:buNone/>
            </a:pPr>
            <a:r>
              <a:rPr lang="am-ET" sz="7200" dirty="0">
                <a:solidFill>
                  <a:srgbClr val="FF0000"/>
                </a:solidFill>
                <a:latin typeface="NotoSansEthiopic"/>
              </a:rPr>
              <a:t>ይ፡ካ፦</a:t>
            </a:r>
            <a:r>
              <a:rPr lang="am-ET" sz="7200" dirty="0">
                <a:latin typeface="NotoSansEthiopic"/>
              </a:rPr>
              <a:t>አንቲ ውእቱ።</a:t>
            </a:r>
          </a:p>
          <a:p>
            <a:pPr marL="0" indent="0" algn="ctr">
              <a:lnSpc>
                <a:spcPct val="120000"/>
              </a:lnSpc>
              <a:buNone/>
            </a:pPr>
            <a:r>
              <a:rPr lang="am-ET" sz="7800" b="1" dirty="0">
                <a:solidFill>
                  <a:srgbClr val="FF0000"/>
                </a:solidFill>
                <a:latin typeface="NotoSansEthiopic"/>
              </a:rPr>
              <a:t>ይ፡ሕ፦</a:t>
            </a:r>
            <a:r>
              <a:rPr lang="am-ET" sz="7800" b="1" dirty="0">
                <a:latin typeface="NotoSansEthiopic"/>
              </a:rPr>
              <a:t>ማዕጠን</a:t>
            </a:r>
            <a:r>
              <a:rPr lang="en-US" sz="7800" b="1" dirty="0">
                <a:latin typeface="NotoSansEthiopic"/>
              </a:rPr>
              <a:t>ት</a:t>
            </a:r>
            <a:r>
              <a:rPr lang="am-ET" sz="7800" b="1" dirty="0">
                <a:latin typeface="NotoSansEthiopic"/>
              </a:rPr>
              <a:t> ዘወርቅ እንተ ፆርኪ ፍሕመ እሳት፤</a:t>
            </a:r>
            <a:r>
              <a:rPr lang="en-US" sz="7800" b="1" dirty="0">
                <a:latin typeface="NotoSansEthiopic"/>
              </a:rPr>
              <a:t> </a:t>
            </a:r>
            <a:r>
              <a:rPr lang="am-ET" sz="7800" b="1" dirty="0">
                <a:latin typeface="NotoSansEthiopic"/>
              </a:rPr>
              <a:t>ቡሩክ ዘነሥኣ እምቀደስ ዘይሰሪ ኀጢአ</a:t>
            </a:r>
            <a:r>
              <a:rPr lang="en-US" sz="7800" b="1" dirty="0">
                <a:latin typeface="NotoSansEthiopic"/>
              </a:rPr>
              <a:t>ተ </a:t>
            </a:r>
            <a:r>
              <a:rPr lang="am-ET" sz="7800" b="1" dirty="0">
                <a:latin typeface="NotoSansEthiopic"/>
              </a:rPr>
              <a:t>ወይደመስስ ጌጋየ ፣ ዘውእቱ ዘእግዚአብሔር</a:t>
            </a:r>
            <a:r>
              <a:rPr lang="en-US" sz="7800" b="1" dirty="0">
                <a:latin typeface="NotoSansEthiopic"/>
              </a:rPr>
              <a:t> </a:t>
            </a:r>
            <a:r>
              <a:rPr lang="am-ET" sz="7800" b="1" dirty="0">
                <a:latin typeface="NotoSansEthiopic"/>
              </a:rPr>
              <a:t>ቃል ዘተሰብአ እምኔኪ ዘአዕረገ</a:t>
            </a:r>
            <a:endParaRPr lang="en-US" sz="3900" b="1" dirty="0"/>
          </a:p>
        </p:txBody>
      </p:sp>
    </p:spTree>
    <p:extLst>
      <p:ext uri="{BB962C8B-B14F-4D97-AF65-F5344CB8AC3E}">
        <p14:creationId xmlns:p14="http://schemas.microsoft.com/office/powerpoint/2010/main" val="227194697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39CE4A70-EF08-4C5C-B45A-9F1A61662266}"/>
              </a:ext>
            </a:extLst>
          </p:cNvPr>
          <p:cNvSpPr>
            <a:spLocks noGrp="1"/>
          </p:cNvSpPr>
          <p:nvPr>
            <p:ph idx="1"/>
          </p:nvPr>
        </p:nvSpPr>
        <p:spPr>
          <a:xfrm>
            <a:off x="0" y="1"/>
            <a:ext cx="12085320" cy="6755643"/>
          </a:xfrm>
        </p:spPr>
        <p:txBody>
          <a:bodyPr>
            <a:noAutofit/>
          </a:bodyPr>
          <a:lstStyle/>
          <a:p>
            <a:pPr marL="0" indent="0" algn="ctr">
              <a:lnSpc>
                <a:spcPct val="100000"/>
              </a:lnSpc>
              <a:spcBef>
                <a:spcPts val="0"/>
              </a:spcBef>
              <a:buNone/>
            </a:pPr>
            <a:r>
              <a:rPr lang="am-ET" sz="8000" b="1" dirty="0">
                <a:latin typeface="NotoSansEthiopic"/>
              </a:rPr>
              <a:t>ለአቡሁ ርእሶ</a:t>
            </a:r>
            <a:r>
              <a:rPr lang="en-US" sz="8000" b="1" dirty="0">
                <a:latin typeface="NotoSansEthiopic"/>
              </a:rPr>
              <a:t> </a:t>
            </a:r>
            <a:r>
              <a:rPr lang="am-ET" sz="8000" b="1" dirty="0">
                <a:latin typeface="NotoSansEthiopic"/>
              </a:rPr>
              <a:t>ዕጣነ ወመሥዋዕተ ሥሙረ ንስግድ ለከ</a:t>
            </a:r>
            <a:r>
              <a:rPr lang="en-US" sz="8000" b="1" dirty="0">
                <a:latin typeface="NotoSansEthiopic"/>
              </a:rPr>
              <a:t> </a:t>
            </a:r>
            <a:r>
              <a:rPr lang="am-ET" sz="8000" b="1" dirty="0">
                <a:latin typeface="NotoSansEthiopic"/>
              </a:rPr>
              <a:t>ክርስቶስ ምስለ አቡከ ኄር ሰማያዊ</a:t>
            </a:r>
            <a:r>
              <a:rPr lang="en-US" sz="8000" b="1" dirty="0">
                <a:latin typeface="NotoSansEthiopic"/>
              </a:rPr>
              <a:t> </a:t>
            </a:r>
            <a:r>
              <a:rPr lang="am-ET" sz="8000" b="1" dirty="0">
                <a:latin typeface="NotoSansEthiopic"/>
              </a:rPr>
              <a:t>ወመንፈስከ ቅዱስ ማሕያዊ እስመ</a:t>
            </a:r>
            <a:r>
              <a:rPr lang="en-US" sz="8000" b="1" dirty="0">
                <a:latin typeface="NotoSansEthiopic"/>
              </a:rPr>
              <a:t> </a:t>
            </a:r>
            <a:r>
              <a:rPr lang="am-ET" sz="8000" b="1" dirty="0">
                <a:latin typeface="NotoSansEthiopic"/>
              </a:rPr>
              <a:t>መፃእከ ወአድኀንከነ።</a:t>
            </a:r>
            <a:br>
              <a:rPr lang="am-ET" sz="4000" b="1" dirty="0"/>
            </a:br>
            <a:endParaRPr lang="en-US" sz="4000" b="1" dirty="0"/>
          </a:p>
        </p:txBody>
      </p:sp>
    </p:spTree>
    <p:extLst>
      <p:ext uri="{BB962C8B-B14F-4D97-AF65-F5344CB8AC3E}">
        <p14:creationId xmlns:p14="http://schemas.microsoft.com/office/powerpoint/2010/main" val="116308233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39CE4A70-EF08-4C5C-B45A-9F1A61662266}"/>
              </a:ext>
            </a:extLst>
          </p:cNvPr>
          <p:cNvSpPr>
            <a:spLocks noGrp="1"/>
          </p:cNvSpPr>
          <p:nvPr>
            <p:ph idx="1"/>
          </p:nvPr>
        </p:nvSpPr>
        <p:spPr>
          <a:xfrm>
            <a:off x="179695" y="0"/>
            <a:ext cx="11832609" cy="6482687"/>
          </a:xfrm>
        </p:spPr>
        <p:txBody>
          <a:bodyPr>
            <a:normAutofit fontScale="92500" lnSpcReduction="20000"/>
          </a:bodyPr>
          <a:lstStyle/>
          <a:p>
            <a:pPr marL="0" indent="0">
              <a:buNone/>
            </a:pPr>
            <a:endParaRPr lang="en-US" sz="9600" dirty="0">
              <a:latin typeface="NotoSansEthiopic"/>
            </a:endParaRPr>
          </a:p>
          <a:p>
            <a:pPr marL="0" indent="0">
              <a:buNone/>
            </a:pPr>
            <a:r>
              <a:rPr lang="am-ET" sz="11500" dirty="0">
                <a:solidFill>
                  <a:srgbClr val="FF0000"/>
                </a:solidFill>
                <a:latin typeface="NotoSansEthiopic"/>
              </a:rPr>
              <a:t>ይ፡ዲ፦ </a:t>
            </a:r>
            <a:r>
              <a:rPr lang="en-US" sz="11500" dirty="0" err="1">
                <a:latin typeface="NotoSansEthiopic"/>
              </a:rPr>
              <a:t>ተንሥኡ</a:t>
            </a:r>
            <a:r>
              <a:rPr lang="en-US" sz="11500" dirty="0">
                <a:latin typeface="NotoSansEthiopic"/>
              </a:rPr>
              <a:t> </a:t>
            </a:r>
            <a:r>
              <a:rPr lang="en-US" sz="11500" dirty="0" err="1">
                <a:latin typeface="NotoSansEthiopic"/>
              </a:rPr>
              <a:t>ለጸሎት</a:t>
            </a:r>
            <a:endParaRPr lang="en-US" sz="11500" dirty="0">
              <a:latin typeface="NotoSansEthiopic"/>
            </a:endParaRPr>
          </a:p>
          <a:p>
            <a:pPr marL="0" indent="0">
              <a:buNone/>
            </a:pPr>
            <a:r>
              <a:rPr lang="am-ET" sz="11500" dirty="0">
                <a:solidFill>
                  <a:srgbClr val="FF0000"/>
                </a:solidFill>
                <a:latin typeface="NotoSansEthiopic"/>
              </a:rPr>
              <a:t>ይ፡</a:t>
            </a:r>
            <a:r>
              <a:rPr lang="en-US" sz="11500" dirty="0">
                <a:solidFill>
                  <a:srgbClr val="FF0000"/>
                </a:solidFill>
                <a:latin typeface="NotoSansEthiopic"/>
              </a:rPr>
              <a:t>ሕ</a:t>
            </a:r>
            <a:r>
              <a:rPr lang="am-ET" sz="11500" dirty="0">
                <a:solidFill>
                  <a:srgbClr val="FF0000"/>
                </a:solidFill>
                <a:latin typeface="NotoSansEthiopic"/>
              </a:rPr>
              <a:t>፦</a:t>
            </a:r>
            <a:r>
              <a:rPr lang="en-US" sz="11500" dirty="0">
                <a:solidFill>
                  <a:srgbClr val="FF0000"/>
                </a:solidFill>
                <a:latin typeface="NotoSansEthiopic"/>
              </a:rPr>
              <a:t> </a:t>
            </a:r>
            <a:r>
              <a:rPr lang="en-US" sz="11500" dirty="0" err="1">
                <a:latin typeface="NotoSansEthiopic"/>
              </a:rPr>
              <a:t>እግዚኦ</a:t>
            </a:r>
            <a:r>
              <a:rPr lang="en-US" sz="11500" dirty="0">
                <a:latin typeface="NotoSansEthiopic"/>
              </a:rPr>
              <a:t> </a:t>
            </a:r>
            <a:r>
              <a:rPr lang="en-US" sz="11500" dirty="0" err="1">
                <a:latin typeface="NotoSansEthiopic"/>
              </a:rPr>
              <a:t>ተሣሀለነ</a:t>
            </a:r>
            <a:endParaRPr lang="en-US" sz="11500" dirty="0">
              <a:latin typeface="NotoSansEthiopic"/>
            </a:endParaRPr>
          </a:p>
          <a:p>
            <a:pPr marL="0" indent="0">
              <a:buNone/>
            </a:pPr>
            <a:r>
              <a:rPr lang="am-ET" sz="11500" dirty="0">
                <a:solidFill>
                  <a:srgbClr val="FF0000"/>
                </a:solidFill>
                <a:latin typeface="NotoSansEthiopic"/>
              </a:rPr>
              <a:t>ይ፡</a:t>
            </a:r>
            <a:r>
              <a:rPr lang="en-US" sz="11500" dirty="0">
                <a:solidFill>
                  <a:srgbClr val="FF0000"/>
                </a:solidFill>
                <a:latin typeface="NotoSansEthiopic"/>
              </a:rPr>
              <a:t>ካ</a:t>
            </a:r>
            <a:r>
              <a:rPr lang="am-ET" sz="11500" dirty="0">
                <a:solidFill>
                  <a:srgbClr val="FF0000"/>
                </a:solidFill>
                <a:latin typeface="NotoSansEthiopic"/>
              </a:rPr>
              <a:t>፦</a:t>
            </a:r>
            <a:r>
              <a:rPr lang="en-US" sz="11500" dirty="0">
                <a:solidFill>
                  <a:srgbClr val="FF0000"/>
                </a:solidFill>
                <a:latin typeface="NotoSansEthiopic"/>
              </a:rPr>
              <a:t>  </a:t>
            </a:r>
            <a:r>
              <a:rPr lang="en-US" sz="11500" dirty="0" err="1">
                <a:latin typeface="NotoSansEthiopic"/>
              </a:rPr>
              <a:t>ሰላም</a:t>
            </a:r>
            <a:r>
              <a:rPr lang="en-US" sz="11500" dirty="0">
                <a:latin typeface="NotoSansEthiopic"/>
              </a:rPr>
              <a:t> </a:t>
            </a:r>
            <a:r>
              <a:rPr lang="en-US" sz="11500" dirty="0" err="1">
                <a:latin typeface="NotoSansEthiopic"/>
              </a:rPr>
              <a:t>ለኩልክሙ</a:t>
            </a:r>
            <a:endParaRPr lang="en-US" sz="11500" dirty="0">
              <a:latin typeface="NotoSansEthiopic"/>
            </a:endParaRPr>
          </a:p>
          <a:p>
            <a:pPr marL="0" indent="0">
              <a:buNone/>
            </a:pPr>
            <a:r>
              <a:rPr lang="am-ET" sz="11500" dirty="0">
                <a:solidFill>
                  <a:srgbClr val="FF0000"/>
                </a:solidFill>
                <a:latin typeface="NotoSansEthiopic"/>
              </a:rPr>
              <a:t>ይ፡</a:t>
            </a:r>
            <a:r>
              <a:rPr lang="en-US" sz="11500" dirty="0">
                <a:solidFill>
                  <a:srgbClr val="FF0000"/>
                </a:solidFill>
                <a:latin typeface="NotoSansEthiopic"/>
              </a:rPr>
              <a:t>ሕ</a:t>
            </a:r>
            <a:r>
              <a:rPr lang="am-ET" sz="11500" dirty="0">
                <a:solidFill>
                  <a:srgbClr val="FF0000"/>
                </a:solidFill>
                <a:latin typeface="NotoSansEthiopic"/>
              </a:rPr>
              <a:t>፦</a:t>
            </a:r>
            <a:r>
              <a:rPr lang="en-US" sz="11500" dirty="0">
                <a:solidFill>
                  <a:srgbClr val="FF0000"/>
                </a:solidFill>
                <a:latin typeface="NotoSansEthiopic"/>
              </a:rPr>
              <a:t> </a:t>
            </a:r>
            <a:r>
              <a:rPr lang="en-US" sz="11500" dirty="0" err="1">
                <a:latin typeface="NotoSansEthiopic"/>
              </a:rPr>
              <a:t>ምስለ</a:t>
            </a:r>
            <a:r>
              <a:rPr lang="en-US" sz="11500" dirty="0">
                <a:latin typeface="NotoSansEthiopic"/>
              </a:rPr>
              <a:t> </a:t>
            </a:r>
            <a:r>
              <a:rPr lang="en-US" sz="11500" dirty="0" err="1">
                <a:latin typeface="NotoSansEthiopic"/>
              </a:rPr>
              <a:t>መንፈስከ</a:t>
            </a:r>
            <a:endParaRPr lang="en-US" sz="11500" dirty="0">
              <a:latin typeface="NotoSansEthiopic"/>
            </a:endParaRPr>
          </a:p>
          <a:p>
            <a:pPr marL="0" indent="0">
              <a:buNone/>
            </a:pPr>
            <a:endParaRPr lang="en-US" sz="11500" dirty="0">
              <a:latin typeface="NotoSansEthiopic"/>
            </a:endParaRPr>
          </a:p>
        </p:txBody>
      </p:sp>
    </p:spTree>
    <p:extLst>
      <p:ext uri="{BB962C8B-B14F-4D97-AF65-F5344CB8AC3E}">
        <p14:creationId xmlns:p14="http://schemas.microsoft.com/office/powerpoint/2010/main" val="353859376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E892C13-1FDD-4220-9F50-9032278BD734}"/>
              </a:ext>
            </a:extLst>
          </p:cNvPr>
          <p:cNvSpPr>
            <a:spLocks noGrp="1"/>
          </p:cNvSpPr>
          <p:nvPr>
            <p:ph type="title"/>
          </p:nvPr>
        </p:nvSpPr>
        <p:spPr>
          <a:xfrm>
            <a:off x="722087" y="18256"/>
            <a:ext cx="10515600" cy="1325563"/>
          </a:xfrm>
        </p:spPr>
        <p:txBody>
          <a:bodyPr>
            <a:normAutofit fontScale="90000"/>
          </a:bodyPr>
          <a:lstStyle/>
          <a:p>
            <a:pPr algn="ctr"/>
            <a:r>
              <a:rPr lang="am-ET" sz="9600" dirty="0">
                <a:solidFill>
                  <a:srgbClr val="FF0000"/>
                </a:solidFill>
              </a:rPr>
              <a:t>ንባባት</a:t>
            </a:r>
            <a:endParaRPr lang="en-US" sz="9600" dirty="0"/>
          </a:p>
        </p:txBody>
      </p:sp>
      <p:sp>
        <p:nvSpPr>
          <p:cNvPr id="3" name="Subtitle 2">
            <a:extLst>
              <a:ext uri="{FF2B5EF4-FFF2-40B4-BE49-F238E27FC236}">
                <a16:creationId xmlns:a16="http://schemas.microsoft.com/office/drawing/2014/main" id="{66267A21-EB36-4FCD-B610-B26719FA09B7}"/>
              </a:ext>
            </a:extLst>
          </p:cNvPr>
          <p:cNvSpPr>
            <a:spLocks noGrp="1"/>
          </p:cNvSpPr>
          <p:nvPr>
            <p:ph idx="1"/>
          </p:nvPr>
        </p:nvSpPr>
        <p:spPr>
          <a:xfrm>
            <a:off x="224971" y="1931048"/>
            <a:ext cx="11742057" cy="5330259"/>
          </a:xfrm>
        </p:spPr>
        <p:txBody>
          <a:bodyPr>
            <a:normAutofit/>
          </a:bodyPr>
          <a:lstStyle/>
          <a:p>
            <a:pPr marL="0" indent="0" algn="ctr">
              <a:buNone/>
            </a:pPr>
            <a:r>
              <a:rPr lang="en-US" sz="12400" b="1" dirty="0">
                <a:latin typeface="Calibri" panose="020F0502020204030204" pitchFamily="34" charset="0"/>
                <a:cs typeface="Calibri" panose="020F0502020204030204" pitchFamily="34" charset="0"/>
              </a:rPr>
              <a:t> </a:t>
            </a:r>
            <a:r>
              <a:rPr lang="am-ET" sz="12400" b="1" dirty="0">
                <a:latin typeface="Calibri" panose="020F0502020204030204" pitchFamily="34" charset="0"/>
                <a:cs typeface="Calibri" panose="020F0502020204030204" pitchFamily="34" charset="0"/>
              </a:rPr>
              <a:t>ቆላ </a:t>
            </a:r>
            <a:r>
              <a:rPr lang="en-US" sz="12400" b="1" dirty="0">
                <a:latin typeface="Calibri" panose="020F0502020204030204" pitchFamily="34" charset="0"/>
                <a:cs typeface="Calibri" panose="020F0502020204030204" pitchFamily="34" charset="0"/>
              </a:rPr>
              <a:t>2፡16-</a:t>
            </a:r>
            <a:r>
              <a:rPr lang="am-ET" sz="12400" b="1" dirty="0">
                <a:latin typeface="Calibri" panose="020F0502020204030204" pitchFamily="34" charset="0"/>
                <a:cs typeface="Calibri" panose="020F0502020204030204" pitchFamily="34" charset="0"/>
              </a:rPr>
              <a:t>23</a:t>
            </a:r>
            <a:endParaRPr lang="en-US" sz="14900" b="1"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12153254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39CE4A70-EF08-4C5C-B45A-9F1A61662266}"/>
              </a:ext>
            </a:extLst>
          </p:cNvPr>
          <p:cNvSpPr>
            <a:spLocks noGrp="1"/>
          </p:cNvSpPr>
          <p:nvPr>
            <p:ph idx="1"/>
          </p:nvPr>
        </p:nvSpPr>
        <p:spPr>
          <a:xfrm>
            <a:off x="0" y="0"/>
            <a:ext cx="12192000" cy="6858000"/>
          </a:xfrm>
        </p:spPr>
        <p:txBody>
          <a:bodyPr>
            <a:noAutofit/>
          </a:bodyPr>
          <a:lstStyle/>
          <a:p>
            <a:pPr marL="0" indent="0" algn="ctr">
              <a:lnSpc>
                <a:spcPct val="100000"/>
              </a:lnSpc>
              <a:buNone/>
            </a:pPr>
            <a:r>
              <a:rPr lang="am-ET" sz="8000" b="1" dirty="0">
                <a:solidFill>
                  <a:srgbClr val="FF0000"/>
                </a:solidFill>
                <a:latin typeface="NotoSansEthiopic"/>
              </a:rPr>
              <a:t>ይ፡ሕ፦</a:t>
            </a:r>
            <a:r>
              <a:rPr lang="am-ET" sz="8000" b="1" dirty="0">
                <a:latin typeface="NotoSansEthiopic"/>
              </a:rPr>
              <a:t>ቅዱስ ሐዋርያ ጳውሎስ ሠናየ መልእክት</a:t>
            </a:r>
            <a:r>
              <a:rPr lang="en-US" sz="8000" b="1" dirty="0">
                <a:latin typeface="NotoSansEthiopic"/>
              </a:rPr>
              <a:t> </a:t>
            </a:r>
            <a:r>
              <a:rPr lang="am-ET" sz="8000" b="1" dirty="0">
                <a:latin typeface="NotoSansEthiopic"/>
              </a:rPr>
              <a:t>ፈዋሴ ድውያን ዘነ</a:t>
            </a:r>
            <a:r>
              <a:rPr lang="en-US" sz="8000" b="1" dirty="0">
                <a:latin typeface="NotoSansEthiopic"/>
              </a:rPr>
              <a:t>ሣ</a:t>
            </a:r>
            <a:r>
              <a:rPr lang="am-ET" sz="8000" b="1" dirty="0">
                <a:latin typeface="NotoSansEthiopic"/>
              </a:rPr>
              <a:t>እከ አክሊለ ሰአል</a:t>
            </a:r>
            <a:r>
              <a:rPr lang="en-US" sz="8000" b="1" dirty="0">
                <a:latin typeface="NotoSansEthiopic"/>
              </a:rPr>
              <a:t> </a:t>
            </a:r>
            <a:r>
              <a:rPr lang="am-ET" sz="8000" b="1" dirty="0">
                <a:latin typeface="NotoSansEthiopic"/>
              </a:rPr>
              <a:t>ወ</a:t>
            </a:r>
            <a:r>
              <a:rPr lang="en-US" sz="8000" b="1" dirty="0">
                <a:latin typeface="NotoSansEthiopic"/>
              </a:rPr>
              <a:t>ጸ</a:t>
            </a:r>
            <a:r>
              <a:rPr lang="am-ET" sz="8000" b="1" dirty="0">
                <a:latin typeface="NotoSansEthiopic"/>
              </a:rPr>
              <a:t>ሊ በእን</a:t>
            </a:r>
            <a:r>
              <a:rPr lang="en-US" sz="8000" b="1" dirty="0">
                <a:latin typeface="NotoSansEthiopic"/>
              </a:rPr>
              <a:t>ቲ</a:t>
            </a:r>
            <a:r>
              <a:rPr lang="am-ET" sz="8000" b="1" dirty="0">
                <a:latin typeface="NotoSansEthiopic"/>
              </a:rPr>
              <a:t>አነ ያድኀን ነ</a:t>
            </a:r>
            <a:r>
              <a:rPr lang="en-US" sz="8000" b="1" dirty="0">
                <a:latin typeface="NotoSansEthiopic"/>
              </a:rPr>
              <a:t>ፍ</a:t>
            </a:r>
            <a:r>
              <a:rPr lang="am-ET" sz="8000" b="1" dirty="0">
                <a:latin typeface="NotoSansEthiopic"/>
              </a:rPr>
              <a:t>ሣተነ በብዝኀ</a:t>
            </a:r>
            <a:r>
              <a:rPr lang="en-US" sz="8000" b="1" dirty="0">
                <a:latin typeface="NotoSansEthiopic"/>
              </a:rPr>
              <a:t> </a:t>
            </a:r>
            <a:r>
              <a:rPr lang="am-ET" sz="8000" b="1" dirty="0">
                <a:latin typeface="NotoSansEthiopic"/>
              </a:rPr>
              <a:t>ሣህሉ ወምሕረቱ በእንተ ስሙ ቅዱስ።</a:t>
            </a:r>
            <a:br>
              <a:rPr lang="am-ET" sz="8000" b="1" dirty="0"/>
            </a:br>
            <a:endParaRPr lang="en-US" sz="8000" b="1" dirty="0"/>
          </a:p>
        </p:txBody>
      </p:sp>
    </p:spTree>
    <p:extLst>
      <p:ext uri="{BB962C8B-B14F-4D97-AF65-F5344CB8AC3E}">
        <p14:creationId xmlns:p14="http://schemas.microsoft.com/office/powerpoint/2010/main" val="224378699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39CE4A70-EF08-4C5C-B45A-9F1A61662266}"/>
              </a:ext>
            </a:extLst>
          </p:cNvPr>
          <p:cNvSpPr>
            <a:spLocks noGrp="1"/>
          </p:cNvSpPr>
          <p:nvPr>
            <p:ph idx="1"/>
          </p:nvPr>
        </p:nvSpPr>
        <p:spPr>
          <a:xfrm>
            <a:off x="179695" y="0"/>
            <a:ext cx="11832609" cy="6482687"/>
          </a:xfrm>
        </p:spPr>
        <p:txBody>
          <a:bodyPr>
            <a:normAutofit fontScale="92500" lnSpcReduction="20000"/>
          </a:bodyPr>
          <a:lstStyle/>
          <a:p>
            <a:pPr marL="0" indent="0">
              <a:buNone/>
            </a:pPr>
            <a:endParaRPr lang="en-US" sz="9600" dirty="0">
              <a:latin typeface="NotoSansEthiopic"/>
            </a:endParaRPr>
          </a:p>
          <a:p>
            <a:pPr marL="0" indent="0">
              <a:buNone/>
            </a:pPr>
            <a:r>
              <a:rPr lang="am-ET" sz="11500" dirty="0">
                <a:solidFill>
                  <a:srgbClr val="FF0000"/>
                </a:solidFill>
                <a:latin typeface="NotoSansEthiopic"/>
              </a:rPr>
              <a:t>ይ፡ዲ፦ </a:t>
            </a:r>
            <a:r>
              <a:rPr lang="en-US" sz="11500" dirty="0" err="1">
                <a:latin typeface="NotoSansEthiopic"/>
              </a:rPr>
              <a:t>ተንሥኡ</a:t>
            </a:r>
            <a:r>
              <a:rPr lang="en-US" sz="11500" dirty="0">
                <a:latin typeface="NotoSansEthiopic"/>
              </a:rPr>
              <a:t> </a:t>
            </a:r>
            <a:r>
              <a:rPr lang="en-US" sz="11500" dirty="0" err="1">
                <a:latin typeface="NotoSansEthiopic"/>
              </a:rPr>
              <a:t>ለጸሎት</a:t>
            </a:r>
            <a:endParaRPr lang="en-US" sz="11500" dirty="0">
              <a:latin typeface="NotoSansEthiopic"/>
            </a:endParaRPr>
          </a:p>
          <a:p>
            <a:pPr marL="0" indent="0">
              <a:buNone/>
            </a:pPr>
            <a:r>
              <a:rPr lang="am-ET" sz="11500" dirty="0">
                <a:solidFill>
                  <a:srgbClr val="FF0000"/>
                </a:solidFill>
                <a:latin typeface="NotoSansEthiopic"/>
              </a:rPr>
              <a:t>ይ፡</a:t>
            </a:r>
            <a:r>
              <a:rPr lang="en-US" sz="11500" dirty="0">
                <a:solidFill>
                  <a:srgbClr val="FF0000"/>
                </a:solidFill>
                <a:latin typeface="NotoSansEthiopic"/>
              </a:rPr>
              <a:t>ሕ</a:t>
            </a:r>
            <a:r>
              <a:rPr lang="am-ET" sz="11500" dirty="0">
                <a:solidFill>
                  <a:srgbClr val="FF0000"/>
                </a:solidFill>
                <a:latin typeface="NotoSansEthiopic"/>
              </a:rPr>
              <a:t>፦</a:t>
            </a:r>
            <a:r>
              <a:rPr lang="en-US" sz="11500" dirty="0">
                <a:solidFill>
                  <a:srgbClr val="FF0000"/>
                </a:solidFill>
                <a:latin typeface="NotoSansEthiopic"/>
              </a:rPr>
              <a:t> </a:t>
            </a:r>
            <a:r>
              <a:rPr lang="en-US" sz="11500" dirty="0" err="1">
                <a:latin typeface="NotoSansEthiopic"/>
              </a:rPr>
              <a:t>እግዚኦ</a:t>
            </a:r>
            <a:r>
              <a:rPr lang="en-US" sz="11500" dirty="0">
                <a:latin typeface="NotoSansEthiopic"/>
              </a:rPr>
              <a:t> </a:t>
            </a:r>
            <a:r>
              <a:rPr lang="en-US" sz="11500" dirty="0" err="1">
                <a:latin typeface="NotoSansEthiopic"/>
              </a:rPr>
              <a:t>ተሣሀለነ</a:t>
            </a:r>
            <a:endParaRPr lang="en-US" sz="11500" dirty="0">
              <a:latin typeface="NotoSansEthiopic"/>
            </a:endParaRPr>
          </a:p>
          <a:p>
            <a:pPr marL="0" indent="0">
              <a:buNone/>
            </a:pPr>
            <a:r>
              <a:rPr lang="am-ET" sz="11500" dirty="0">
                <a:solidFill>
                  <a:srgbClr val="FF0000"/>
                </a:solidFill>
                <a:latin typeface="NotoSansEthiopic"/>
              </a:rPr>
              <a:t>ይ፡</a:t>
            </a:r>
            <a:r>
              <a:rPr lang="en-US" sz="11500" dirty="0">
                <a:solidFill>
                  <a:srgbClr val="FF0000"/>
                </a:solidFill>
                <a:latin typeface="NotoSansEthiopic"/>
              </a:rPr>
              <a:t>ካ</a:t>
            </a:r>
            <a:r>
              <a:rPr lang="am-ET" sz="11500" dirty="0">
                <a:solidFill>
                  <a:srgbClr val="FF0000"/>
                </a:solidFill>
                <a:latin typeface="NotoSansEthiopic"/>
              </a:rPr>
              <a:t>፦</a:t>
            </a:r>
            <a:r>
              <a:rPr lang="en-US" sz="11500" dirty="0">
                <a:solidFill>
                  <a:srgbClr val="FF0000"/>
                </a:solidFill>
                <a:latin typeface="NotoSansEthiopic"/>
              </a:rPr>
              <a:t>  </a:t>
            </a:r>
            <a:r>
              <a:rPr lang="en-US" sz="11500" dirty="0" err="1">
                <a:latin typeface="NotoSansEthiopic"/>
              </a:rPr>
              <a:t>ሰላም</a:t>
            </a:r>
            <a:r>
              <a:rPr lang="en-US" sz="11500" dirty="0">
                <a:latin typeface="NotoSansEthiopic"/>
              </a:rPr>
              <a:t> </a:t>
            </a:r>
            <a:r>
              <a:rPr lang="en-US" sz="11500" dirty="0" err="1">
                <a:latin typeface="NotoSansEthiopic"/>
              </a:rPr>
              <a:t>ለኩልክሙ</a:t>
            </a:r>
            <a:endParaRPr lang="en-US" sz="11500" dirty="0">
              <a:latin typeface="NotoSansEthiopic"/>
            </a:endParaRPr>
          </a:p>
          <a:p>
            <a:pPr marL="0" indent="0">
              <a:buNone/>
            </a:pPr>
            <a:r>
              <a:rPr lang="am-ET" sz="11500" dirty="0">
                <a:solidFill>
                  <a:srgbClr val="FF0000"/>
                </a:solidFill>
                <a:latin typeface="NotoSansEthiopic"/>
              </a:rPr>
              <a:t>ይ፡</a:t>
            </a:r>
            <a:r>
              <a:rPr lang="en-US" sz="11500" dirty="0">
                <a:solidFill>
                  <a:srgbClr val="FF0000"/>
                </a:solidFill>
                <a:latin typeface="NotoSansEthiopic"/>
              </a:rPr>
              <a:t>ሕ</a:t>
            </a:r>
            <a:r>
              <a:rPr lang="am-ET" sz="11500" dirty="0">
                <a:solidFill>
                  <a:srgbClr val="FF0000"/>
                </a:solidFill>
                <a:latin typeface="NotoSansEthiopic"/>
              </a:rPr>
              <a:t>፦</a:t>
            </a:r>
            <a:r>
              <a:rPr lang="en-US" sz="11500" dirty="0">
                <a:solidFill>
                  <a:srgbClr val="FF0000"/>
                </a:solidFill>
                <a:latin typeface="NotoSansEthiopic"/>
              </a:rPr>
              <a:t> </a:t>
            </a:r>
            <a:r>
              <a:rPr lang="en-US" sz="11500" dirty="0" err="1">
                <a:latin typeface="NotoSansEthiopic"/>
              </a:rPr>
              <a:t>ምስለ</a:t>
            </a:r>
            <a:r>
              <a:rPr lang="en-US" sz="11500" dirty="0">
                <a:latin typeface="NotoSansEthiopic"/>
              </a:rPr>
              <a:t> </a:t>
            </a:r>
            <a:r>
              <a:rPr lang="en-US" sz="11500" dirty="0" err="1">
                <a:latin typeface="NotoSansEthiopic"/>
              </a:rPr>
              <a:t>መንፈስከ</a:t>
            </a:r>
            <a:endParaRPr lang="en-US" sz="11500" dirty="0">
              <a:latin typeface="NotoSansEthiopic"/>
            </a:endParaRPr>
          </a:p>
          <a:p>
            <a:pPr marL="0" indent="0">
              <a:buNone/>
            </a:pPr>
            <a:endParaRPr lang="en-US" sz="11500" dirty="0">
              <a:latin typeface="NotoSansEthiopic"/>
            </a:endParaRPr>
          </a:p>
        </p:txBody>
      </p:sp>
    </p:spTree>
    <p:extLst>
      <p:ext uri="{BB962C8B-B14F-4D97-AF65-F5344CB8AC3E}">
        <p14:creationId xmlns:p14="http://schemas.microsoft.com/office/powerpoint/2010/main" val="353859376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E892C13-1FDD-4220-9F50-9032278BD734}"/>
              </a:ext>
            </a:extLst>
          </p:cNvPr>
          <p:cNvSpPr>
            <a:spLocks noGrp="1"/>
          </p:cNvSpPr>
          <p:nvPr>
            <p:ph type="title"/>
          </p:nvPr>
        </p:nvSpPr>
        <p:spPr>
          <a:xfrm>
            <a:off x="722087" y="18256"/>
            <a:ext cx="10515600" cy="1325563"/>
          </a:xfrm>
        </p:spPr>
        <p:txBody>
          <a:bodyPr>
            <a:normAutofit fontScale="90000"/>
          </a:bodyPr>
          <a:lstStyle/>
          <a:p>
            <a:pPr algn="ctr"/>
            <a:br>
              <a:rPr lang="en-US" sz="9600" dirty="0">
                <a:solidFill>
                  <a:srgbClr val="FF0000"/>
                </a:solidFill>
              </a:rPr>
            </a:br>
            <a:r>
              <a:rPr lang="am-ET" sz="9600" dirty="0">
                <a:solidFill>
                  <a:srgbClr val="FF0000"/>
                </a:solidFill>
              </a:rPr>
              <a:t>ንባባት</a:t>
            </a:r>
            <a:endParaRPr lang="en-US" sz="9600" dirty="0"/>
          </a:p>
        </p:txBody>
      </p:sp>
      <p:sp>
        <p:nvSpPr>
          <p:cNvPr id="3" name="Subtitle 2">
            <a:extLst>
              <a:ext uri="{FF2B5EF4-FFF2-40B4-BE49-F238E27FC236}">
                <a16:creationId xmlns:a16="http://schemas.microsoft.com/office/drawing/2014/main" id="{66267A21-EB36-4FCD-B610-B26719FA09B7}"/>
              </a:ext>
            </a:extLst>
          </p:cNvPr>
          <p:cNvSpPr>
            <a:spLocks noGrp="1"/>
          </p:cNvSpPr>
          <p:nvPr>
            <p:ph idx="1"/>
          </p:nvPr>
        </p:nvSpPr>
        <p:spPr>
          <a:xfrm>
            <a:off x="224971" y="1992087"/>
            <a:ext cx="11742057" cy="5330259"/>
          </a:xfrm>
        </p:spPr>
        <p:txBody>
          <a:bodyPr>
            <a:normAutofit/>
          </a:bodyPr>
          <a:lstStyle/>
          <a:p>
            <a:pPr marL="0" indent="0" algn="ctr">
              <a:buNone/>
            </a:pPr>
            <a:r>
              <a:rPr lang="am-ET" sz="13700" b="1" dirty="0">
                <a:latin typeface="+mj-lt"/>
              </a:rPr>
              <a:t>ያዕ </a:t>
            </a:r>
            <a:r>
              <a:rPr lang="am-ET" sz="13700" b="1" dirty="0">
                <a:latin typeface="+mj-lt"/>
                <a:ea typeface="Calibri" panose="020F0502020204030204" pitchFamily="34" charset="0"/>
                <a:cs typeface="Calibri" panose="020F0502020204030204" pitchFamily="34" charset="0"/>
              </a:rPr>
              <a:t>2፡14</a:t>
            </a:r>
            <a:r>
              <a:rPr lang="en-US" sz="13700" b="1" dirty="0">
                <a:latin typeface="Calibri" panose="020F0502020204030204" pitchFamily="34" charset="0"/>
                <a:ea typeface="Calibri" panose="020F0502020204030204" pitchFamily="34" charset="0"/>
                <a:cs typeface="Calibri" panose="020F0502020204030204" pitchFamily="34" charset="0"/>
              </a:rPr>
              <a:t>-</a:t>
            </a:r>
            <a:r>
              <a:rPr lang="am-ET" sz="13700" b="1" dirty="0">
                <a:latin typeface="+mj-lt"/>
                <a:ea typeface="Calibri" panose="020F0502020204030204" pitchFamily="34" charset="0"/>
                <a:cs typeface="Calibri" panose="020F0502020204030204" pitchFamily="34" charset="0"/>
              </a:rPr>
              <a:t>26</a:t>
            </a:r>
            <a:endParaRPr lang="en-US" sz="13700" b="1"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23258978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39CE4A70-EF08-4C5C-B45A-9F1A61662266}"/>
              </a:ext>
            </a:extLst>
          </p:cNvPr>
          <p:cNvSpPr>
            <a:spLocks noGrp="1"/>
          </p:cNvSpPr>
          <p:nvPr>
            <p:ph idx="1"/>
          </p:nvPr>
        </p:nvSpPr>
        <p:spPr>
          <a:xfrm>
            <a:off x="0" y="0"/>
            <a:ext cx="12192000" cy="6858000"/>
          </a:xfrm>
        </p:spPr>
        <p:txBody>
          <a:bodyPr>
            <a:noAutofit/>
          </a:bodyPr>
          <a:lstStyle/>
          <a:p>
            <a:pPr marL="0" indent="0" algn="ctr">
              <a:lnSpc>
                <a:spcPct val="100000"/>
              </a:lnSpc>
              <a:spcBef>
                <a:spcPts val="0"/>
              </a:spcBef>
              <a:buNone/>
            </a:pPr>
            <a:r>
              <a:rPr lang="am-ET" sz="9400" b="1" dirty="0">
                <a:solidFill>
                  <a:srgbClr val="FF0000"/>
                </a:solidFill>
                <a:latin typeface="NotoSansEthiopic"/>
              </a:rPr>
              <a:t>ይ፡ሕ፦</a:t>
            </a:r>
            <a:r>
              <a:rPr lang="am-ET" sz="9400" b="1" dirty="0">
                <a:latin typeface="NotoSansEthiopic"/>
              </a:rPr>
              <a:t>ቅዱስ ሥሉስ ዘኀቡር ህላዌከ ዕቀብ ማ</a:t>
            </a:r>
            <a:r>
              <a:rPr lang="en-US" sz="9400" b="1" dirty="0">
                <a:latin typeface="NotoSansEthiopic"/>
              </a:rPr>
              <a:t>ኅ</a:t>
            </a:r>
            <a:r>
              <a:rPr lang="am-ET" sz="9400" b="1" dirty="0">
                <a:latin typeface="NotoSansEthiopic"/>
              </a:rPr>
              <a:t>በረነ</a:t>
            </a:r>
            <a:r>
              <a:rPr lang="en-US" sz="9400" b="1" dirty="0">
                <a:latin typeface="NotoSansEthiopic"/>
              </a:rPr>
              <a:t> </a:t>
            </a:r>
            <a:r>
              <a:rPr lang="am-ET" sz="9400" b="1" dirty="0">
                <a:latin typeface="NotoSansEthiopic"/>
              </a:rPr>
              <a:t>በ</a:t>
            </a:r>
            <a:r>
              <a:rPr lang="en-US" sz="9400" b="1" dirty="0">
                <a:latin typeface="NotoSansEthiopic"/>
              </a:rPr>
              <a:t>እ</a:t>
            </a:r>
            <a:r>
              <a:rPr lang="am-ET" sz="9400" b="1" dirty="0">
                <a:latin typeface="NotoSansEthiopic"/>
              </a:rPr>
              <a:t>ንተ ቅዱሳን </a:t>
            </a:r>
            <a:r>
              <a:rPr lang="en-US" sz="9400" b="1" dirty="0">
                <a:latin typeface="NotoSansEthiopic"/>
              </a:rPr>
              <a:t>ኅ</a:t>
            </a:r>
            <a:r>
              <a:rPr lang="am-ET" sz="9400" b="1" dirty="0">
                <a:latin typeface="NotoSansEthiopic"/>
              </a:rPr>
              <a:t>ሩያን አርዳኢከ ናዝዘነ</a:t>
            </a:r>
            <a:r>
              <a:rPr lang="en-US" sz="9400" b="1" dirty="0">
                <a:latin typeface="NotoSansEthiopic"/>
              </a:rPr>
              <a:t> </a:t>
            </a:r>
            <a:r>
              <a:rPr lang="am-ET" sz="9400" b="1" dirty="0">
                <a:latin typeface="NotoSansEthiopic"/>
              </a:rPr>
              <a:t>በሣህልከ በ</a:t>
            </a:r>
            <a:r>
              <a:rPr lang="en-US" sz="9400" b="1" dirty="0">
                <a:latin typeface="NotoSansEthiopic"/>
              </a:rPr>
              <a:t>እ</a:t>
            </a:r>
            <a:r>
              <a:rPr lang="am-ET" sz="9400" b="1" dirty="0">
                <a:latin typeface="NotoSansEthiopic"/>
              </a:rPr>
              <a:t>ንተ ቅዱስ ስምከ።</a:t>
            </a:r>
            <a:br>
              <a:rPr lang="am-ET" sz="9400" b="1" dirty="0"/>
            </a:br>
            <a:endParaRPr lang="en-US" sz="9400" b="1" dirty="0"/>
          </a:p>
        </p:txBody>
      </p:sp>
    </p:spTree>
    <p:extLst>
      <p:ext uri="{BB962C8B-B14F-4D97-AF65-F5344CB8AC3E}">
        <p14:creationId xmlns:p14="http://schemas.microsoft.com/office/powerpoint/2010/main" val="359458274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39CE4A70-EF08-4C5C-B45A-9F1A61662266}"/>
              </a:ext>
            </a:extLst>
          </p:cNvPr>
          <p:cNvSpPr>
            <a:spLocks noGrp="1"/>
          </p:cNvSpPr>
          <p:nvPr>
            <p:ph idx="1"/>
          </p:nvPr>
        </p:nvSpPr>
        <p:spPr>
          <a:xfrm>
            <a:off x="179695" y="0"/>
            <a:ext cx="11832609" cy="6482687"/>
          </a:xfrm>
        </p:spPr>
        <p:txBody>
          <a:bodyPr>
            <a:normAutofit fontScale="92500" lnSpcReduction="20000"/>
          </a:bodyPr>
          <a:lstStyle/>
          <a:p>
            <a:pPr marL="0" indent="0">
              <a:buNone/>
            </a:pPr>
            <a:endParaRPr lang="en-US" sz="9600" dirty="0">
              <a:latin typeface="NotoSansEthiopic"/>
            </a:endParaRPr>
          </a:p>
          <a:p>
            <a:pPr marL="0" indent="0">
              <a:buNone/>
            </a:pPr>
            <a:r>
              <a:rPr lang="am-ET" sz="11500" dirty="0">
                <a:solidFill>
                  <a:srgbClr val="FF0000"/>
                </a:solidFill>
                <a:latin typeface="NotoSansEthiopic"/>
              </a:rPr>
              <a:t>ይ፡ዲ፦ </a:t>
            </a:r>
            <a:r>
              <a:rPr lang="en-US" sz="11500" dirty="0" err="1">
                <a:latin typeface="NotoSansEthiopic"/>
              </a:rPr>
              <a:t>ተንሥኡ</a:t>
            </a:r>
            <a:r>
              <a:rPr lang="en-US" sz="11500" dirty="0">
                <a:latin typeface="NotoSansEthiopic"/>
              </a:rPr>
              <a:t> </a:t>
            </a:r>
            <a:r>
              <a:rPr lang="en-US" sz="11500" dirty="0" err="1">
                <a:latin typeface="NotoSansEthiopic"/>
              </a:rPr>
              <a:t>ለጸሎት</a:t>
            </a:r>
            <a:endParaRPr lang="en-US" sz="11500" dirty="0">
              <a:latin typeface="NotoSansEthiopic"/>
            </a:endParaRPr>
          </a:p>
          <a:p>
            <a:pPr marL="0" indent="0">
              <a:buNone/>
            </a:pPr>
            <a:r>
              <a:rPr lang="am-ET" sz="11500" dirty="0">
                <a:solidFill>
                  <a:srgbClr val="FF0000"/>
                </a:solidFill>
                <a:latin typeface="NotoSansEthiopic"/>
              </a:rPr>
              <a:t>ይ፡</a:t>
            </a:r>
            <a:r>
              <a:rPr lang="en-US" sz="11500" dirty="0">
                <a:solidFill>
                  <a:srgbClr val="FF0000"/>
                </a:solidFill>
                <a:latin typeface="NotoSansEthiopic"/>
              </a:rPr>
              <a:t>ሕ</a:t>
            </a:r>
            <a:r>
              <a:rPr lang="am-ET" sz="11500" dirty="0">
                <a:solidFill>
                  <a:srgbClr val="FF0000"/>
                </a:solidFill>
                <a:latin typeface="NotoSansEthiopic"/>
              </a:rPr>
              <a:t>፦</a:t>
            </a:r>
            <a:r>
              <a:rPr lang="en-US" sz="11500" dirty="0">
                <a:solidFill>
                  <a:srgbClr val="FF0000"/>
                </a:solidFill>
                <a:latin typeface="NotoSansEthiopic"/>
              </a:rPr>
              <a:t> </a:t>
            </a:r>
            <a:r>
              <a:rPr lang="en-US" sz="11500" dirty="0" err="1">
                <a:latin typeface="NotoSansEthiopic"/>
              </a:rPr>
              <a:t>እግዚኦ</a:t>
            </a:r>
            <a:r>
              <a:rPr lang="en-US" sz="11500" dirty="0">
                <a:latin typeface="NotoSansEthiopic"/>
              </a:rPr>
              <a:t> </a:t>
            </a:r>
            <a:r>
              <a:rPr lang="en-US" sz="11500" dirty="0" err="1">
                <a:latin typeface="NotoSansEthiopic"/>
              </a:rPr>
              <a:t>ተሣሀለነ</a:t>
            </a:r>
            <a:endParaRPr lang="en-US" sz="11500" dirty="0">
              <a:latin typeface="NotoSansEthiopic"/>
            </a:endParaRPr>
          </a:p>
          <a:p>
            <a:pPr marL="0" indent="0">
              <a:buNone/>
            </a:pPr>
            <a:r>
              <a:rPr lang="am-ET" sz="11500" dirty="0">
                <a:solidFill>
                  <a:srgbClr val="FF0000"/>
                </a:solidFill>
                <a:latin typeface="NotoSansEthiopic"/>
              </a:rPr>
              <a:t>ይ፡</a:t>
            </a:r>
            <a:r>
              <a:rPr lang="en-US" sz="11500" dirty="0">
                <a:solidFill>
                  <a:srgbClr val="FF0000"/>
                </a:solidFill>
                <a:latin typeface="NotoSansEthiopic"/>
              </a:rPr>
              <a:t>ካ</a:t>
            </a:r>
            <a:r>
              <a:rPr lang="am-ET" sz="11500" dirty="0">
                <a:solidFill>
                  <a:srgbClr val="FF0000"/>
                </a:solidFill>
                <a:latin typeface="NotoSansEthiopic"/>
              </a:rPr>
              <a:t>፦</a:t>
            </a:r>
            <a:r>
              <a:rPr lang="en-US" sz="11500" dirty="0">
                <a:solidFill>
                  <a:srgbClr val="FF0000"/>
                </a:solidFill>
                <a:latin typeface="NotoSansEthiopic"/>
              </a:rPr>
              <a:t>  </a:t>
            </a:r>
            <a:r>
              <a:rPr lang="en-US" sz="11500" dirty="0" err="1">
                <a:latin typeface="NotoSansEthiopic"/>
              </a:rPr>
              <a:t>ሰላም</a:t>
            </a:r>
            <a:r>
              <a:rPr lang="en-US" sz="11500" dirty="0">
                <a:latin typeface="NotoSansEthiopic"/>
              </a:rPr>
              <a:t> </a:t>
            </a:r>
            <a:r>
              <a:rPr lang="en-US" sz="11500" dirty="0" err="1">
                <a:latin typeface="NotoSansEthiopic"/>
              </a:rPr>
              <a:t>ለኩልክሙ</a:t>
            </a:r>
            <a:endParaRPr lang="en-US" sz="11500" dirty="0">
              <a:latin typeface="NotoSansEthiopic"/>
            </a:endParaRPr>
          </a:p>
          <a:p>
            <a:pPr marL="0" indent="0">
              <a:buNone/>
            </a:pPr>
            <a:r>
              <a:rPr lang="am-ET" sz="11500" dirty="0">
                <a:solidFill>
                  <a:srgbClr val="FF0000"/>
                </a:solidFill>
                <a:latin typeface="NotoSansEthiopic"/>
              </a:rPr>
              <a:t>ይ፡</a:t>
            </a:r>
            <a:r>
              <a:rPr lang="en-US" sz="11500" dirty="0">
                <a:solidFill>
                  <a:srgbClr val="FF0000"/>
                </a:solidFill>
                <a:latin typeface="NotoSansEthiopic"/>
              </a:rPr>
              <a:t>ሕ</a:t>
            </a:r>
            <a:r>
              <a:rPr lang="am-ET" sz="11500" dirty="0">
                <a:solidFill>
                  <a:srgbClr val="FF0000"/>
                </a:solidFill>
                <a:latin typeface="NotoSansEthiopic"/>
              </a:rPr>
              <a:t>፦</a:t>
            </a:r>
            <a:r>
              <a:rPr lang="en-US" sz="11500" dirty="0">
                <a:solidFill>
                  <a:srgbClr val="FF0000"/>
                </a:solidFill>
                <a:latin typeface="NotoSansEthiopic"/>
              </a:rPr>
              <a:t> </a:t>
            </a:r>
            <a:r>
              <a:rPr lang="en-US" sz="11500" dirty="0" err="1">
                <a:latin typeface="NotoSansEthiopic"/>
              </a:rPr>
              <a:t>ምስለ</a:t>
            </a:r>
            <a:r>
              <a:rPr lang="en-US" sz="11500" dirty="0">
                <a:latin typeface="NotoSansEthiopic"/>
              </a:rPr>
              <a:t> </a:t>
            </a:r>
            <a:r>
              <a:rPr lang="en-US" sz="11500" dirty="0" err="1">
                <a:latin typeface="NotoSansEthiopic"/>
              </a:rPr>
              <a:t>መንፈስከ</a:t>
            </a:r>
            <a:endParaRPr lang="en-US" sz="11500" dirty="0">
              <a:latin typeface="NotoSansEthiopic"/>
            </a:endParaRPr>
          </a:p>
          <a:p>
            <a:pPr marL="0" indent="0">
              <a:buNone/>
            </a:pPr>
            <a:endParaRPr lang="en-US" sz="11500" dirty="0">
              <a:latin typeface="NotoSansEthiopic"/>
            </a:endParaRPr>
          </a:p>
        </p:txBody>
      </p:sp>
    </p:spTree>
    <p:extLst>
      <p:ext uri="{BB962C8B-B14F-4D97-AF65-F5344CB8AC3E}">
        <p14:creationId xmlns:p14="http://schemas.microsoft.com/office/powerpoint/2010/main" val="353859376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39CE4A70-EF08-4C5C-B45A-9F1A61662266}"/>
              </a:ext>
            </a:extLst>
          </p:cNvPr>
          <p:cNvSpPr>
            <a:spLocks noGrp="1"/>
          </p:cNvSpPr>
          <p:nvPr>
            <p:ph idx="1"/>
          </p:nvPr>
        </p:nvSpPr>
        <p:spPr>
          <a:xfrm>
            <a:off x="0" y="0"/>
            <a:ext cx="12192000" cy="6858000"/>
          </a:xfrm>
        </p:spPr>
        <p:txBody>
          <a:bodyPr>
            <a:noAutofit/>
          </a:bodyPr>
          <a:lstStyle/>
          <a:p>
            <a:pPr marL="0" indent="0" algn="ctr">
              <a:lnSpc>
                <a:spcPct val="100000"/>
              </a:lnSpc>
              <a:buNone/>
            </a:pPr>
            <a:r>
              <a:rPr lang="am-ET" sz="7800" b="1" dirty="0">
                <a:solidFill>
                  <a:srgbClr val="FF0000"/>
                </a:solidFill>
                <a:latin typeface="NotoSansEthiopic"/>
              </a:rPr>
              <a:t>ይ፡ሕ፦</a:t>
            </a:r>
            <a:r>
              <a:rPr lang="am-ET" sz="7800" b="1" dirty="0">
                <a:latin typeface="NotoSansEthiopic"/>
              </a:rPr>
              <a:t>ቅዱስ ቅዱስ ቅዱስ አንተ አምላከ አብ አኃዜ</a:t>
            </a:r>
            <a:r>
              <a:rPr lang="en-US" sz="7800" b="1" dirty="0">
                <a:latin typeface="NotoSansEthiopic"/>
              </a:rPr>
              <a:t> </a:t>
            </a:r>
            <a:r>
              <a:rPr lang="am-ET" sz="7800" b="1" dirty="0">
                <a:latin typeface="NotoSansEthiopic"/>
              </a:rPr>
              <a:t>ኩሉ ፤ ቅዱስ ቅዱስ ቅዱስ አንተ ወልድ ዋሕድ</a:t>
            </a:r>
            <a:r>
              <a:rPr lang="en-US" sz="7800" b="1" dirty="0">
                <a:latin typeface="NotoSansEthiopic"/>
              </a:rPr>
              <a:t> </a:t>
            </a:r>
            <a:r>
              <a:rPr lang="am-ET" sz="7800" b="1" dirty="0">
                <a:latin typeface="NotoSansEthiopic"/>
              </a:rPr>
              <a:t>ዘአንተ ቃለ አብ </a:t>
            </a:r>
            <a:r>
              <a:rPr lang="en-US" sz="7800" b="1" dirty="0">
                <a:latin typeface="NotoSansEthiopic"/>
              </a:rPr>
              <a:t>ሕ</a:t>
            </a:r>
            <a:r>
              <a:rPr lang="am-ET" sz="7800" b="1" dirty="0">
                <a:latin typeface="NotoSansEthiopic"/>
              </a:rPr>
              <a:t>ያው ፤ ቅዱስ ቅዱስ ቅዱስ</a:t>
            </a:r>
            <a:r>
              <a:rPr lang="en-US" sz="7800" b="1" dirty="0">
                <a:latin typeface="NotoSansEthiopic"/>
              </a:rPr>
              <a:t> </a:t>
            </a:r>
            <a:r>
              <a:rPr lang="am-ET" sz="7800" b="1" dirty="0">
                <a:latin typeface="NotoSansEthiopic"/>
              </a:rPr>
              <a:t>አንተ መንፈስ ቅዱስ ዘተአምር ኵሎ።</a:t>
            </a:r>
            <a:br>
              <a:rPr lang="am-ET" sz="7800" b="1" dirty="0"/>
            </a:br>
            <a:endParaRPr lang="en-US" sz="7800" b="1" dirty="0"/>
          </a:p>
        </p:txBody>
      </p:sp>
    </p:spTree>
    <p:extLst>
      <p:ext uri="{BB962C8B-B14F-4D97-AF65-F5344CB8AC3E}">
        <p14:creationId xmlns:p14="http://schemas.microsoft.com/office/powerpoint/2010/main" val="365043082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39CE4A70-EF08-4C5C-B45A-9F1A61662266}"/>
              </a:ext>
            </a:extLst>
          </p:cNvPr>
          <p:cNvSpPr>
            <a:spLocks noGrp="1"/>
          </p:cNvSpPr>
          <p:nvPr>
            <p:ph idx="1"/>
          </p:nvPr>
        </p:nvSpPr>
        <p:spPr>
          <a:xfrm>
            <a:off x="1" y="0"/>
            <a:ext cx="12192000" cy="6857999"/>
          </a:xfrm>
        </p:spPr>
        <p:txBody>
          <a:bodyPr>
            <a:noAutofit/>
          </a:bodyPr>
          <a:lstStyle/>
          <a:p>
            <a:pPr marL="0" indent="0" algn="ctr">
              <a:lnSpc>
                <a:spcPct val="100000"/>
              </a:lnSpc>
              <a:buNone/>
            </a:pPr>
            <a:r>
              <a:rPr lang="am-ET" sz="6600" b="1" dirty="0">
                <a:latin typeface="NotoSansEthiopic"/>
              </a:rPr>
              <a:t>ሱራፌል ይሰግዱ ሎቱ ወኪሩቤል ይሴብሕዎ</a:t>
            </a:r>
          </a:p>
          <a:p>
            <a:pPr marL="0" indent="0" algn="ctr">
              <a:lnSpc>
                <a:spcPct val="100000"/>
              </a:lnSpc>
              <a:buNone/>
            </a:pPr>
            <a:r>
              <a:rPr lang="am-ET" sz="6600" b="1" dirty="0">
                <a:latin typeface="NotoSansEthiopic"/>
              </a:rPr>
              <a:t>ይ</a:t>
            </a:r>
            <a:r>
              <a:rPr lang="en-US" sz="6600" b="1" dirty="0">
                <a:latin typeface="NotoSansEthiopic"/>
              </a:rPr>
              <a:t>ጸ</a:t>
            </a:r>
            <a:r>
              <a:rPr lang="am-ET" sz="6600" b="1" dirty="0">
                <a:latin typeface="NotoSansEthiopic"/>
              </a:rPr>
              <a:t>ርሑ እንዘ ይብሉ፡ </a:t>
            </a:r>
            <a:r>
              <a:rPr lang="am-ET" sz="6600" b="1" dirty="0">
                <a:solidFill>
                  <a:srgbClr val="FF0000"/>
                </a:solidFill>
                <a:latin typeface="NotoSansEthiopic"/>
              </a:rPr>
              <a:t>ቅዱስ</a:t>
            </a:r>
            <a:r>
              <a:rPr lang="am-ET" sz="6600" b="1" dirty="0">
                <a:latin typeface="NotoSansEthiopic"/>
              </a:rPr>
              <a:t> ቅዱስ ቅዱስ</a:t>
            </a:r>
            <a:r>
              <a:rPr lang="en-US" sz="6600" b="1" dirty="0">
                <a:latin typeface="NotoSansEthiopic"/>
              </a:rPr>
              <a:t> </a:t>
            </a:r>
            <a:r>
              <a:rPr lang="am-ET" sz="6600" b="1" dirty="0">
                <a:latin typeface="NotoSansEthiopic"/>
              </a:rPr>
              <a:t>እግዚአብሔር በኀበ አእላፍ ወክቡር በውስተ</a:t>
            </a:r>
            <a:r>
              <a:rPr lang="en-US" sz="6600" b="1" dirty="0">
                <a:latin typeface="NotoSansEthiopic"/>
              </a:rPr>
              <a:t> </a:t>
            </a:r>
            <a:r>
              <a:rPr lang="am-ET" sz="6600" b="1" dirty="0">
                <a:latin typeface="NotoSansEthiopic"/>
              </a:rPr>
              <a:t>ረበዋት። አንተ ውእቱ ዕጣን ኦመድኃኒነ </a:t>
            </a:r>
            <a:r>
              <a:rPr lang="am-ET" sz="6600" b="1" dirty="0">
                <a:solidFill>
                  <a:srgbClr val="FF0000"/>
                </a:solidFill>
                <a:latin typeface="NotoSansEthiopic"/>
              </a:rPr>
              <a:t>እስመ</a:t>
            </a:r>
            <a:r>
              <a:rPr lang="en-US" sz="6600" b="1" dirty="0">
                <a:latin typeface="NotoSansEthiopic"/>
              </a:rPr>
              <a:t> </a:t>
            </a:r>
            <a:r>
              <a:rPr lang="am-ET" sz="6600" b="1" dirty="0">
                <a:latin typeface="NotoSansEthiopic"/>
              </a:rPr>
              <a:t>መ</a:t>
            </a:r>
            <a:r>
              <a:rPr lang="en-US" sz="6600" b="1" dirty="0">
                <a:latin typeface="NotoSansEthiopic"/>
              </a:rPr>
              <a:t>ጻ</a:t>
            </a:r>
            <a:r>
              <a:rPr lang="am-ET" sz="6600" b="1" dirty="0">
                <a:latin typeface="NotoSansEthiopic"/>
              </a:rPr>
              <a:t>እከ ወአድኃንከነ ተሣህለነ።</a:t>
            </a:r>
            <a:br>
              <a:rPr lang="am-ET" sz="6600" b="1" dirty="0"/>
            </a:br>
            <a:endParaRPr lang="en-US" sz="6600" b="1" dirty="0"/>
          </a:p>
        </p:txBody>
      </p:sp>
    </p:spTree>
    <p:extLst>
      <p:ext uri="{BB962C8B-B14F-4D97-AF65-F5344CB8AC3E}">
        <p14:creationId xmlns:p14="http://schemas.microsoft.com/office/powerpoint/2010/main" val="38452992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39CE4A70-EF08-4C5C-B45A-9F1A61662266}"/>
              </a:ext>
            </a:extLst>
          </p:cNvPr>
          <p:cNvSpPr>
            <a:spLocks noGrp="1"/>
          </p:cNvSpPr>
          <p:nvPr>
            <p:ph idx="1"/>
          </p:nvPr>
        </p:nvSpPr>
        <p:spPr>
          <a:xfrm>
            <a:off x="136477" y="1"/>
            <a:ext cx="12055523" cy="6755643"/>
          </a:xfrm>
        </p:spPr>
        <p:txBody>
          <a:bodyPr>
            <a:noAutofit/>
          </a:bodyPr>
          <a:lstStyle/>
          <a:p>
            <a:pPr marL="0" indent="0">
              <a:lnSpc>
                <a:spcPct val="120000"/>
              </a:lnSpc>
              <a:buNone/>
            </a:pPr>
            <a:r>
              <a:rPr lang="am-ET" sz="8800" dirty="0">
                <a:latin typeface="NotoSansEthiopic"/>
              </a:rPr>
              <a:t>ክርስቶስ ተንሥአ እሙታን ሞተ ወኬዶ ለሞት ለዕለ ውስተ</a:t>
            </a:r>
            <a:r>
              <a:rPr lang="en-US" sz="8800" dirty="0">
                <a:latin typeface="NotoSansEthiopic"/>
              </a:rPr>
              <a:t> </a:t>
            </a:r>
            <a:r>
              <a:rPr lang="am-ET" sz="8800" dirty="0">
                <a:latin typeface="NotoSansEthiopic"/>
              </a:rPr>
              <a:t>መቃብር</a:t>
            </a:r>
            <a:r>
              <a:rPr lang="en-US" sz="8800" dirty="0">
                <a:latin typeface="NotoSansEthiopic"/>
              </a:rPr>
              <a:t> </a:t>
            </a:r>
            <a:r>
              <a:rPr lang="am-ET" sz="8800" dirty="0">
                <a:latin typeface="NotoSansEthiopic"/>
              </a:rPr>
              <a:t>ወሀበ ሕይወተ ዘለአለም ዕረፍት።</a:t>
            </a:r>
            <a:endParaRPr lang="en-US" sz="8800" dirty="0">
              <a:latin typeface="NotoSansEthiopic"/>
            </a:endParaRPr>
          </a:p>
          <a:p>
            <a:pPr marL="0" indent="0">
              <a:lnSpc>
                <a:spcPct val="120000"/>
              </a:lnSpc>
              <a:buNone/>
            </a:pPr>
            <a:br>
              <a:rPr lang="am-ET" sz="600" dirty="0"/>
            </a:br>
            <a:endParaRPr lang="en-US" sz="600" dirty="0"/>
          </a:p>
        </p:txBody>
      </p:sp>
    </p:spTree>
    <p:extLst>
      <p:ext uri="{BB962C8B-B14F-4D97-AF65-F5344CB8AC3E}">
        <p14:creationId xmlns:p14="http://schemas.microsoft.com/office/powerpoint/2010/main" val="100701839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39CE4A70-EF08-4C5C-B45A-9F1A61662266}"/>
              </a:ext>
            </a:extLst>
          </p:cNvPr>
          <p:cNvSpPr>
            <a:spLocks noGrp="1"/>
          </p:cNvSpPr>
          <p:nvPr>
            <p:ph idx="1"/>
          </p:nvPr>
        </p:nvSpPr>
        <p:spPr>
          <a:xfrm>
            <a:off x="146417" y="0"/>
            <a:ext cx="11832609" cy="6250675"/>
          </a:xfrm>
        </p:spPr>
        <p:txBody>
          <a:bodyPr>
            <a:normAutofit/>
          </a:bodyPr>
          <a:lstStyle/>
          <a:p>
            <a:pPr marL="0" indent="0">
              <a:lnSpc>
                <a:spcPct val="120000"/>
              </a:lnSpc>
              <a:buNone/>
            </a:pPr>
            <a:r>
              <a:rPr lang="am-ET" sz="8600" dirty="0">
                <a:solidFill>
                  <a:srgbClr val="FF0000"/>
                </a:solidFill>
                <a:latin typeface="NotoSansEthiopic"/>
              </a:rPr>
              <a:t>ይ፡ሕ፦</a:t>
            </a:r>
            <a:r>
              <a:rPr lang="en-US" sz="8600" dirty="0">
                <a:latin typeface="NotoSansEthiopic"/>
              </a:rPr>
              <a:t>ኦ </a:t>
            </a:r>
            <a:r>
              <a:rPr lang="en-US" sz="8600" dirty="0" err="1">
                <a:latin typeface="NotoSansEthiopic"/>
              </a:rPr>
              <a:t>ስሉስ</a:t>
            </a:r>
            <a:r>
              <a:rPr lang="en-US" sz="8600" dirty="0">
                <a:latin typeface="NotoSansEthiopic"/>
              </a:rPr>
              <a:t> </a:t>
            </a:r>
            <a:r>
              <a:rPr lang="en-US" sz="8600" dirty="0" err="1">
                <a:latin typeface="NotoSansEthiopic"/>
              </a:rPr>
              <a:t>ቅዱስ</a:t>
            </a:r>
            <a:r>
              <a:rPr lang="en-US" sz="8600" dirty="0">
                <a:latin typeface="NotoSansEthiopic"/>
              </a:rPr>
              <a:t> </a:t>
            </a:r>
            <a:r>
              <a:rPr lang="en-US" sz="8600" dirty="0" err="1">
                <a:latin typeface="NotoSansEthiopic"/>
              </a:rPr>
              <a:t>መሐረነ</a:t>
            </a:r>
            <a:endParaRPr lang="en-US" sz="8600" dirty="0">
              <a:latin typeface="NotoSansEthiopic"/>
            </a:endParaRPr>
          </a:p>
          <a:p>
            <a:pPr marL="0" indent="0">
              <a:lnSpc>
                <a:spcPct val="120000"/>
              </a:lnSpc>
              <a:buNone/>
            </a:pPr>
            <a:r>
              <a:rPr lang="am-ET" sz="11500" dirty="0"/>
              <a:t>ኦ ስሉስ ቅዱስ መሐ</a:t>
            </a:r>
            <a:r>
              <a:rPr lang="en-US" sz="11500" dirty="0" err="1"/>
              <a:t>ከነ</a:t>
            </a:r>
            <a:endParaRPr lang="en-US" sz="11500" dirty="0"/>
          </a:p>
          <a:p>
            <a:pPr marL="0" indent="0">
              <a:lnSpc>
                <a:spcPct val="120000"/>
              </a:lnSpc>
              <a:buNone/>
            </a:pPr>
            <a:r>
              <a:rPr lang="en-US" sz="11500" dirty="0">
                <a:latin typeface="NotoSansEthiopic"/>
              </a:rPr>
              <a:t>ኦ </a:t>
            </a:r>
            <a:r>
              <a:rPr lang="en-US" sz="11500" dirty="0" err="1">
                <a:latin typeface="NotoSansEthiopic"/>
              </a:rPr>
              <a:t>ስሉስ</a:t>
            </a:r>
            <a:r>
              <a:rPr lang="en-US" sz="11500" dirty="0">
                <a:latin typeface="NotoSansEthiopic"/>
              </a:rPr>
              <a:t> </a:t>
            </a:r>
            <a:r>
              <a:rPr lang="en-US" sz="11500" dirty="0" err="1">
                <a:latin typeface="NotoSansEthiopic"/>
              </a:rPr>
              <a:t>ቅዱስ</a:t>
            </a:r>
            <a:r>
              <a:rPr lang="en-US" sz="11500" dirty="0">
                <a:latin typeface="NotoSansEthiopic"/>
              </a:rPr>
              <a:t> </a:t>
            </a:r>
            <a:r>
              <a:rPr lang="en-US" sz="11500" dirty="0" err="1">
                <a:latin typeface="NotoSansEthiopic"/>
              </a:rPr>
              <a:t>ተሣሃለነ</a:t>
            </a:r>
            <a:endParaRPr lang="en-US" sz="11500" dirty="0"/>
          </a:p>
        </p:txBody>
      </p:sp>
    </p:spTree>
    <p:extLst>
      <p:ext uri="{BB962C8B-B14F-4D97-AF65-F5344CB8AC3E}">
        <p14:creationId xmlns:p14="http://schemas.microsoft.com/office/powerpoint/2010/main" val="155758508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39CE4A70-EF08-4C5C-B45A-9F1A61662266}"/>
              </a:ext>
            </a:extLst>
          </p:cNvPr>
          <p:cNvSpPr>
            <a:spLocks noGrp="1"/>
          </p:cNvSpPr>
          <p:nvPr>
            <p:ph idx="1"/>
          </p:nvPr>
        </p:nvSpPr>
        <p:spPr>
          <a:xfrm>
            <a:off x="0" y="0"/>
            <a:ext cx="12192000" cy="6858000"/>
          </a:xfrm>
        </p:spPr>
        <p:txBody>
          <a:bodyPr>
            <a:noAutofit/>
          </a:bodyPr>
          <a:lstStyle/>
          <a:p>
            <a:pPr marL="0" indent="0" algn="ctr">
              <a:lnSpc>
                <a:spcPct val="100000"/>
              </a:lnSpc>
              <a:buNone/>
            </a:pPr>
            <a:r>
              <a:rPr lang="am-ET" sz="8000" b="1" dirty="0">
                <a:solidFill>
                  <a:srgbClr val="FF0000"/>
                </a:solidFill>
                <a:latin typeface="NotoSansEthiopic"/>
              </a:rPr>
              <a:t>ይ፡ካ፦</a:t>
            </a:r>
            <a:r>
              <a:rPr lang="am-ET" sz="8000" b="1" dirty="0">
                <a:latin typeface="NotoSansEthiopic"/>
              </a:rPr>
              <a:t>ተፈሥሂ ኦማርያም ም</a:t>
            </a:r>
            <a:r>
              <a:rPr lang="en-US" sz="8000" b="1" dirty="0" err="1">
                <a:latin typeface="NotoSansEthiopic"/>
              </a:rPr>
              <a:t>ልእ</a:t>
            </a:r>
            <a:r>
              <a:rPr lang="am-ET" sz="8000" b="1" dirty="0">
                <a:latin typeface="NotoSansEthiopic"/>
              </a:rPr>
              <a:t>ተ</a:t>
            </a:r>
            <a:r>
              <a:rPr lang="en-US" sz="8000" b="1" dirty="0">
                <a:latin typeface="NotoSansEthiopic"/>
              </a:rPr>
              <a:t> </a:t>
            </a:r>
            <a:r>
              <a:rPr lang="am-ET" sz="8000" b="1" dirty="0">
                <a:latin typeface="Nyala" panose="02000504070300020003" pitchFamily="2" charset="0"/>
              </a:rPr>
              <a:t>ፀጋ</a:t>
            </a:r>
            <a:r>
              <a:rPr lang="am-ET" sz="8000" b="1" dirty="0">
                <a:latin typeface="NotoSansEthiopic"/>
              </a:rPr>
              <a:t>ፀጋ፤</a:t>
            </a:r>
          </a:p>
          <a:p>
            <a:pPr marL="0" indent="0" algn="ctr">
              <a:lnSpc>
                <a:spcPct val="100000"/>
              </a:lnSpc>
              <a:buNone/>
            </a:pPr>
            <a:r>
              <a:rPr lang="am-ET" sz="8000" b="1" dirty="0">
                <a:solidFill>
                  <a:srgbClr val="FF0000"/>
                </a:solidFill>
                <a:latin typeface="NotoSansEthiopic"/>
              </a:rPr>
              <a:t>ይ፡ሕ፦</a:t>
            </a:r>
            <a:r>
              <a:rPr lang="am-ET" sz="8000" b="1" dirty="0">
                <a:latin typeface="NotoSansEthiopic"/>
              </a:rPr>
              <a:t>እግዚአብሔር ምስሌኪ፤</a:t>
            </a:r>
          </a:p>
          <a:p>
            <a:pPr marL="0" indent="0" algn="ctr">
              <a:lnSpc>
                <a:spcPct val="100000"/>
              </a:lnSpc>
              <a:buNone/>
            </a:pPr>
            <a:r>
              <a:rPr lang="am-ET" sz="8000" b="1" dirty="0">
                <a:solidFill>
                  <a:srgbClr val="FF0000"/>
                </a:solidFill>
                <a:latin typeface="NotoSansEthiopic"/>
              </a:rPr>
              <a:t>ይ፡ካ፦</a:t>
            </a:r>
            <a:r>
              <a:rPr lang="am-ET" sz="8000" b="1" dirty="0">
                <a:latin typeface="NotoSansEthiopic"/>
              </a:rPr>
              <a:t>ቡርክት አንቲ እምአንስት፤</a:t>
            </a:r>
          </a:p>
          <a:p>
            <a:pPr marL="0" indent="0" algn="ctr">
              <a:lnSpc>
                <a:spcPct val="100000"/>
              </a:lnSpc>
              <a:buNone/>
            </a:pPr>
            <a:r>
              <a:rPr lang="am-ET" sz="8000" b="1" dirty="0">
                <a:solidFill>
                  <a:srgbClr val="FF0000"/>
                </a:solidFill>
                <a:latin typeface="NotoSansEthiopic"/>
              </a:rPr>
              <a:t>ይ፡ሕ፦</a:t>
            </a:r>
            <a:r>
              <a:rPr lang="am-ET" sz="8000" b="1" dirty="0">
                <a:latin typeface="NotoSansEthiopic"/>
              </a:rPr>
              <a:t>ወቡሩክ ፍሬ ከርሥኪ፤</a:t>
            </a:r>
          </a:p>
          <a:p>
            <a:pPr marL="0" indent="0" algn="ctr">
              <a:lnSpc>
                <a:spcPct val="100000"/>
              </a:lnSpc>
              <a:buNone/>
            </a:pPr>
            <a:br>
              <a:rPr lang="am-ET" sz="1800" b="1" dirty="0"/>
            </a:br>
            <a:endParaRPr lang="en-US" sz="1800" b="1" dirty="0"/>
          </a:p>
        </p:txBody>
      </p:sp>
    </p:spTree>
    <p:extLst>
      <p:ext uri="{BB962C8B-B14F-4D97-AF65-F5344CB8AC3E}">
        <p14:creationId xmlns:p14="http://schemas.microsoft.com/office/powerpoint/2010/main" val="94123712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39CE4A70-EF08-4C5C-B45A-9F1A61662266}"/>
              </a:ext>
            </a:extLst>
          </p:cNvPr>
          <p:cNvSpPr>
            <a:spLocks noGrp="1"/>
          </p:cNvSpPr>
          <p:nvPr>
            <p:ph idx="1"/>
          </p:nvPr>
        </p:nvSpPr>
        <p:spPr>
          <a:xfrm>
            <a:off x="0" y="0"/>
            <a:ext cx="12192000" cy="6858000"/>
          </a:xfrm>
        </p:spPr>
        <p:txBody>
          <a:bodyPr>
            <a:normAutofit/>
          </a:bodyPr>
          <a:lstStyle/>
          <a:p>
            <a:pPr marL="0" indent="0" algn="ctr">
              <a:lnSpc>
                <a:spcPct val="120000"/>
              </a:lnSpc>
              <a:buNone/>
            </a:pPr>
            <a:r>
              <a:rPr lang="am-ET" sz="8000" b="1" dirty="0">
                <a:solidFill>
                  <a:srgbClr val="FF0000"/>
                </a:solidFill>
                <a:latin typeface="NotoSansEthiopic"/>
              </a:rPr>
              <a:t>ይ፡ካ፦</a:t>
            </a:r>
            <a:r>
              <a:rPr lang="am-ET" sz="8000" b="1" dirty="0">
                <a:latin typeface="NotoSansEthiopic"/>
              </a:rPr>
              <a:t>ሰአሊ ወፀልዪ፤</a:t>
            </a:r>
          </a:p>
          <a:p>
            <a:pPr marL="0" indent="0" algn="ctr">
              <a:lnSpc>
                <a:spcPct val="120000"/>
              </a:lnSpc>
              <a:buNone/>
            </a:pPr>
            <a:r>
              <a:rPr lang="am-ET" sz="8000" b="1" dirty="0">
                <a:solidFill>
                  <a:srgbClr val="FF0000"/>
                </a:solidFill>
                <a:latin typeface="NotoSansEthiopic"/>
              </a:rPr>
              <a:t>ይ፡ሕ፦</a:t>
            </a:r>
            <a:r>
              <a:rPr lang="am-ET" sz="8000" b="1" dirty="0">
                <a:latin typeface="NotoSansEthiopic"/>
              </a:rPr>
              <a:t>ኀበ ፍቅሩ ወልድኪ፤</a:t>
            </a:r>
          </a:p>
          <a:p>
            <a:pPr marL="0" indent="0" algn="ctr">
              <a:lnSpc>
                <a:spcPct val="120000"/>
              </a:lnSpc>
              <a:buNone/>
            </a:pPr>
            <a:r>
              <a:rPr lang="am-ET" sz="8000" b="1" dirty="0">
                <a:solidFill>
                  <a:srgbClr val="FF0000"/>
                </a:solidFill>
                <a:latin typeface="NotoSansEthiopic"/>
              </a:rPr>
              <a:t>ይ፡ካ፦</a:t>
            </a:r>
            <a:r>
              <a:rPr lang="am-ET" sz="8000" b="1" dirty="0">
                <a:latin typeface="NotoSansEthiopic"/>
              </a:rPr>
              <a:t>ኢየሱስ ክርስቶስ፤</a:t>
            </a:r>
          </a:p>
          <a:p>
            <a:pPr marL="0" indent="0" algn="ctr">
              <a:lnSpc>
                <a:spcPct val="120000"/>
              </a:lnSpc>
              <a:buNone/>
            </a:pPr>
            <a:r>
              <a:rPr lang="am-ET" sz="8000" b="1" dirty="0">
                <a:solidFill>
                  <a:srgbClr val="FF0000"/>
                </a:solidFill>
                <a:latin typeface="NotoSansEthiopic"/>
              </a:rPr>
              <a:t>ይ፡ሕ፦</a:t>
            </a:r>
            <a:r>
              <a:rPr lang="am-ET" sz="8000" b="1" dirty="0">
                <a:latin typeface="NotoSansEthiopic"/>
              </a:rPr>
              <a:t>ከመ ይሥረይ ለነ ኃጣውኢነ።</a:t>
            </a:r>
            <a:br>
              <a:rPr lang="am-ET" sz="1800" b="1" dirty="0"/>
            </a:br>
            <a:endParaRPr lang="en-US" sz="1800" b="1" dirty="0"/>
          </a:p>
        </p:txBody>
      </p:sp>
    </p:spTree>
    <p:extLst>
      <p:ext uri="{BB962C8B-B14F-4D97-AF65-F5344CB8AC3E}">
        <p14:creationId xmlns:p14="http://schemas.microsoft.com/office/powerpoint/2010/main" val="258346551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39CE4A70-EF08-4C5C-B45A-9F1A61662266}"/>
              </a:ext>
            </a:extLst>
          </p:cNvPr>
          <p:cNvSpPr>
            <a:spLocks noGrp="1"/>
          </p:cNvSpPr>
          <p:nvPr>
            <p:ph idx="1"/>
          </p:nvPr>
        </p:nvSpPr>
        <p:spPr>
          <a:xfrm>
            <a:off x="179695" y="0"/>
            <a:ext cx="11832609" cy="6482687"/>
          </a:xfrm>
        </p:spPr>
        <p:txBody>
          <a:bodyPr>
            <a:normAutofit fontScale="92500" lnSpcReduction="20000"/>
          </a:bodyPr>
          <a:lstStyle/>
          <a:p>
            <a:pPr marL="0" indent="0">
              <a:buNone/>
            </a:pPr>
            <a:endParaRPr lang="en-US" sz="9600" dirty="0">
              <a:latin typeface="NotoSansEthiopic"/>
            </a:endParaRPr>
          </a:p>
          <a:p>
            <a:pPr marL="0" indent="0">
              <a:buNone/>
            </a:pPr>
            <a:r>
              <a:rPr lang="am-ET" sz="11500" dirty="0">
                <a:solidFill>
                  <a:srgbClr val="FF0000"/>
                </a:solidFill>
                <a:latin typeface="NotoSansEthiopic"/>
              </a:rPr>
              <a:t>ይ፡ዲ፦ </a:t>
            </a:r>
            <a:r>
              <a:rPr lang="en-US" sz="11500" dirty="0" err="1">
                <a:latin typeface="NotoSansEthiopic"/>
              </a:rPr>
              <a:t>ተንሥኡ</a:t>
            </a:r>
            <a:r>
              <a:rPr lang="en-US" sz="11500" dirty="0">
                <a:latin typeface="NotoSansEthiopic"/>
              </a:rPr>
              <a:t> </a:t>
            </a:r>
            <a:r>
              <a:rPr lang="en-US" sz="11500" dirty="0" err="1">
                <a:latin typeface="NotoSansEthiopic"/>
              </a:rPr>
              <a:t>ለጸሎት</a:t>
            </a:r>
            <a:endParaRPr lang="en-US" sz="11500" dirty="0">
              <a:latin typeface="NotoSansEthiopic"/>
            </a:endParaRPr>
          </a:p>
          <a:p>
            <a:pPr marL="0" indent="0">
              <a:buNone/>
            </a:pPr>
            <a:r>
              <a:rPr lang="am-ET" sz="11500" dirty="0">
                <a:solidFill>
                  <a:srgbClr val="FF0000"/>
                </a:solidFill>
                <a:latin typeface="NotoSansEthiopic"/>
              </a:rPr>
              <a:t>ይ፡</a:t>
            </a:r>
            <a:r>
              <a:rPr lang="en-US" sz="11500" dirty="0">
                <a:solidFill>
                  <a:srgbClr val="FF0000"/>
                </a:solidFill>
                <a:latin typeface="NotoSansEthiopic"/>
              </a:rPr>
              <a:t>ሕ</a:t>
            </a:r>
            <a:r>
              <a:rPr lang="am-ET" sz="11500" dirty="0">
                <a:solidFill>
                  <a:srgbClr val="FF0000"/>
                </a:solidFill>
                <a:latin typeface="NotoSansEthiopic"/>
              </a:rPr>
              <a:t>፦</a:t>
            </a:r>
            <a:r>
              <a:rPr lang="en-US" sz="11500" dirty="0">
                <a:solidFill>
                  <a:srgbClr val="FF0000"/>
                </a:solidFill>
                <a:latin typeface="NotoSansEthiopic"/>
              </a:rPr>
              <a:t> </a:t>
            </a:r>
            <a:r>
              <a:rPr lang="en-US" sz="11500" dirty="0" err="1">
                <a:latin typeface="NotoSansEthiopic"/>
              </a:rPr>
              <a:t>እግዚኦ</a:t>
            </a:r>
            <a:r>
              <a:rPr lang="en-US" sz="11500" dirty="0">
                <a:latin typeface="NotoSansEthiopic"/>
              </a:rPr>
              <a:t> </a:t>
            </a:r>
            <a:r>
              <a:rPr lang="en-US" sz="11500" dirty="0" err="1">
                <a:latin typeface="NotoSansEthiopic"/>
              </a:rPr>
              <a:t>ተሣሀለነ</a:t>
            </a:r>
            <a:endParaRPr lang="en-US" sz="11500" dirty="0">
              <a:latin typeface="NotoSansEthiopic"/>
            </a:endParaRPr>
          </a:p>
          <a:p>
            <a:pPr marL="0" indent="0">
              <a:buNone/>
            </a:pPr>
            <a:r>
              <a:rPr lang="am-ET" sz="11500" dirty="0">
                <a:solidFill>
                  <a:srgbClr val="FF0000"/>
                </a:solidFill>
                <a:latin typeface="NotoSansEthiopic"/>
              </a:rPr>
              <a:t>ይ፡</a:t>
            </a:r>
            <a:r>
              <a:rPr lang="en-US" sz="11500" dirty="0">
                <a:solidFill>
                  <a:srgbClr val="FF0000"/>
                </a:solidFill>
                <a:latin typeface="NotoSansEthiopic"/>
              </a:rPr>
              <a:t>ካ</a:t>
            </a:r>
            <a:r>
              <a:rPr lang="am-ET" sz="11500" dirty="0">
                <a:solidFill>
                  <a:srgbClr val="FF0000"/>
                </a:solidFill>
                <a:latin typeface="NotoSansEthiopic"/>
              </a:rPr>
              <a:t>፦</a:t>
            </a:r>
            <a:r>
              <a:rPr lang="en-US" sz="11500" dirty="0">
                <a:solidFill>
                  <a:srgbClr val="FF0000"/>
                </a:solidFill>
                <a:latin typeface="NotoSansEthiopic"/>
              </a:rPr>
              <a:t>  </a:t>
            </a:r>
            <a:r>
              <a:rPr lang="en-US" sz="11500" dirty="0" err="1">
                <a:latin typeface="NotoSansEthiopic"/>
              </a:rPr>
              <a:t>ሰላም</a:t>
            </a:r>
            <a:r>
              <a:rPr lang="en-US" sz="11500" dirty="0">
                <a:latin typeface="NotoSansEthiopic"/>
              </a:rPr>
              <a:t> </a:t>
            </a:r>
            <a:r>
              <a:rPr lang="en-US" sz="11500" dirty="0" err="1">
                <a:latin typeface="NotoSansEthiopic"/>
              </a:rPr>
              <a:t>ለኩልክሙ</a:t>
            </a:r>
            <a:endParaRPr lang="en-US" sz="11500" dirty="0">
              <a:latin typeface="NotoSansEthiopic"/>
            </a:endParaRPr>
          </a:p>
          <a:p>
            <a:pPr marL="0" indent="0">
              <a:buNone/>
            </a:pPr>
            <a:r>
              <a:rPr lang="am-ET" sz="11500" dirty="0">
                <a:solidFill>
                  <a:srgbClr val="FF0000"/>
                </a:solidFill>
                <a:latin typeface="NotoSansEthiopic"/>
              </a:rPr>
              <a:t>ይ፡</a:t>
            </a:r>
            <a:r>
              <a:rPr lang="en-US" sz="11500" dirty="0">
                <a:solidFill>
                  <a:srgbClr val="FF0000"/>
                </a:solidFill>
                <a:latin typeface="NotoSansEthiopic"/>
              </a:rPr>
              <a:t>ሕ</a:t>
            </a:r>
            <a:r>
              <a:rPr lang="am-ET" sz="11500" dirty="0">
                <a:solidFill>
                  <a:srgbClr val="FF0000"/>
                </a:solidFill>
                <a:latin typeface="NotoSansEthiopic"/>
              </a:rPr>
              <a:t>፦</a:t>
            </a:r>
            <a:r>
              <a:rPr lang="en-US" sz="11500" dirty="0">
                <a:solidFill>
                  <a:srgbClr val="FF0000"/>
                </a:solidFill>
                <a:latin typeface="NotoSansEthiopic"/>
              </a:rPr>
              <a:t> </a:t>
            </a:r>
            <a:r>
              <a:rPr lang="en-US" sz="11500" dirty="0" err="1">
                <a:latin typeface="NotoSansEthiopic"/>
              </a:rPr>
              <a:t>ምስለ</a:t>
            </a:r>
            <a:r>
              <a:rPr lang="en-US" sz="11500" dirty="0">
                <a:latin typeface="NotoSansEthiopic"/>
              </a:rPr>
              <a:t> </a:t>
            </a:r>
            <a:r>
              <a:rPr lang="en-US" sz="11500" dirty="0" err="1">
                <a:latin typeface="NotoSansEthiopic"/>
              </a:rPr>
              <a:t>መንፈስከ</a:t>
            </a:r>
            <a:endParaRPr lang="en-US" sz="11500" dirty="0">
              <a:latin typeface="NotoSansEthiopic"/>
            </a:endParaRPr>
          </a:p>
          <a:p>
            <a:pPr marL="0" indent="0">
              <a:buNone/>
            </a:pPr>
            <a:endParaRPr lang="en-US" sz="11500" dirty="0">
              <a:latin typeface="NotoSansEthiopic"/>
            </a:endParaRPr>
          </a:p>
        </p:txBody>
      </p:sp>
    </p:spTree>
    <p:extLst>
      <p:ext uri="{BB962C8B-B14F-4D97-AF65-F5344CB8AC3E}">
        <p14:creationId xmlns:p14="http://schemas.microsoft.com/office/powerpoint/2010/main" val="353859376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39CE4A70-EF08-4C5C-B45A-9F1A61662266}"/>
              </a:ext>
            </a:extLst>
          </p:cNvPr>
          <p:cNvSpPr>
            <a:spLocks noGrp="1"/>
          </p:cNvSpPr>
          <p:nvPr>
            <p:ph idx="1"/>
          </p:nvPr>
        </p:nvSpPr>
        <p:spPr>
          <a:xfrm>
            <a:off x="0" y="0"/>
            <a:ext cx="12192000" cy="6858000"/>
          </a:xfrm>
        </p:spPr>
        <p:txBody>
          <a:bodyPr>
            <a:normAutofit fontScale="62500" lnSpcReduction="20000"/>
          </a:bodyPr>
          <a:lstStyle/>
          <a:p>
            <a:pPr marL="0" indent="0" algn="ctr">
              <a:lnSpc>
                <a:spcPct val="120000"/>
              </a:lnSpc>
              <a:buNone/>
            </a:pPr>
            <a:r>
              <a:rPr lang="en-US" sz="14500" dirty="0" err="1">
                <a:solidFill>
                  <a:srgbClr val="FF0000"/>
                </a:solidFill>
                <a:latin typeface="NotoSansEthiopic"/>
              </a:rPr>
              <a:t>ይ.ዲ</a:t>
            </a:r>
            <a:r>
              <a:rPr lang="am-ET" sz="14500" dirty="0">
                <a:solidFill>
                  <a:srgbClr val="FF0000"/>
                </a:solidFill>
                <a:latin typeface="NotoSansEthiopic"/>
              </a:rPr>
              <a:t>፦</a:t>
            </a:r>
            <a:r>
              <a:rPr lang="en-US" sz="14500" dirty="0">
                <a:solidFill>
                  <a:srgbClr val="FF0000"/>
                </a:solidFill>
                <a:latin typeface="NotoSansEthiopic"/>
              </a:rPr>
              <a:t> </a:t>
            </a:r>
            <a:r>
              <a:rPr lang="en-US" sz="14500" dirty="0" err="1">
                <a:latin typeface="NotoSansEthiopic"/>
              </a:rPr>
              <a:t>ጸልዩ</a:t>
            </a:r>
            <a:r>
              <a:rPr lang="en-US" sz="14500" dirty="0">
                <a:latin typeface="NotoSansEthiopic"/>
              </a:rPr>
              <a:t> </a:t>
            </a:r>
            <a:r>
              <a:rPr lang="en-US" sz="14500" dirty="0" err="1">
                <a:latin typeface="NotoSansEthiopic"/>
              </a:rPr>
              <a:t>በእንተ</a:t>
            </a:r>
            <a:r>
              <a:rPr lang="en-US" sz="14500" dirty="0">
                <a:latin typeface="NotoSansEthiopic"/>
              </a:rPr>
              <a:t> </a:t>
            </a:r>
            <a:r>
              <a:rPr lang="en-US" sz="14500" dirty="0" err="1">
                <a:latin typeface="NotoSansEthiopic"/>
              </a:rPr>
              <a:t>ወንጌል</a:t>
            </a:r>
            <a:r>
              <a:rPr lang="en-US" sz="14500" dirty="0">
                <a:latin typeface="NotoSansEthiopic"/>
              </a:rPr>
              <a:t> </a:t>
            </a:r>
            <a:r>
              <a:rPr lang="en-US" sz="14500" dirty="0" err="1">
                <a:latin typeface="NotoSansEthiopic"/>
              </a:rPr>
              <a:t>ቅዱስ</a:t>
            </a:r>
            <a:r>
              <a:rPr lang="en-US" sz="14500" dirty="0">
                <a:latin typeface="NotoSansEthiopic"/>
              </a:rPr>
              <a:t>።</a:t>
            </a:r>
          </a:p>
          <a:p>
            <a:pPr marL="0" indent="0" algn="ctr">
              <a:lnSpc>
                <a:spcPct val="120000"/>
              </a:lnSpc>
              <a:buNone/>
            </a:pPr>
            <a:r>
              <a:rPr lang="am-ET" sz="14500" dirty="0">
                <a:solidFill>
                  <a:srgbClr val="FF0000"/>
                </a:solidFill>
                <a:latin typeface="NotoSansEthiopic"/>
              </a:rPr>
              <a:t>ይ፡ሕ፦</a:t>
            </a:r>
            <a:r>
              <a:rPr lang="am-ET" sz="14500" dirty="0">
                <a:latin typeface="NotoSansEthiopic"/>
              </a:rPr>
              <a:t>ይረስየነ ድልዋነ ለስሚዐ ወንጌል ቅዱስ።</a:t>
            </a:r>
            <a:endParaRPr lang="en-US" sz="14500" dirty="0">
              <a:latin typeface="NotoSansEthiopic"/>
            </a:endParaRPr>
          </a:p>
          <a:p>
            <a:pPr marL="0" indent="0" algn="ctr">
              <a:lnSpc>
                <a:spcPct val="120000"/>
              </a:lnSpc>
              <a:buNone/>
            </a:pPr>
            <a:br>
              <a:rPr lang="am-ET" sz="1600" dirty="0"/>
            </a:br>
            <a:endParaRPr lang="en-US" sz="1600" dirty="0"/>
          </a:p>
        </p:txBody>
      </p:sp>
    </p:spTree>
    <p:extLst>
      <p:ext uri="{BB962C8B-B14F-4D97-AF65-F5344CB8AC3E}">
        <p14:creationId xmlns:p14="http://schemas.microsoft.com/office/powerpoint/2010/main" val="267960884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CA9CA44-C467-4BBE-9C7A-39DD4F897FDA}"/>
              </a:ext>
            </a:extLst>
          </p:cNvPr>
          <p:cNvSpPr>
            <a:spLocks noGrp="1"/>
          </p:cNvSpPr>
          <p:nvPr>
            <p:ph idx="1"/>
          </p:nvPr>
        </p:nvSpPr>
        <p:spPr>
          <a:xfrm>
            <a:off x="363894" y="1296954"/>
            <a:ext cx="12192000" cy="5561046"/>
          </a:xfrm>
        </p:spPr>
        <p:txBody>
          <a:bodyPr>
            <a:noAutofit/>
          </a:bodyPr>
          <a:lstStyle/>
          <a:p>
            <a:pPr marL="0" indent="0">
              <a:buNone/>
            </a:pPr>
            <a:r>
              <a:rPr lang="am-ET" sz="8800" dirty="0">
                <a:solidFill>
                  <a:schemeClr val="accent5"/>
                </a:solidFill>
              </a:rPr>
              <a:t>እስመ ቅንአተ ቤትከ በልዐኒ፡ </a:t>
            </a:r>
          </a:p>
          <a:p>
            <a:pPr marL="0" indent="0">
              <a:buNone/>
            </a:pPr>
            <a:r>
              <a:rPr lang="am-ET" sz="8800" dirty="0">
                <a:solidFill>
                  <a:schemeClr val="accent5"/>
                </a:solidFill>
              </a:rPr>
              <a:t>ትዕይርቶሙ ለአለ ይትዔየሩክ</a:t>
            </a:r>
          </a:p>
          <a:p>
            <a:pPr marL="0" indent="0">
              <a:buNone/>
            </a:pPr>
            <a:r>
              <a:rPr lang="am-ET" sz="8800" dirty="0">
                <a:solidFill>
                  <a:schemeClr val="accent5"/>
                </a:solidFill>
              </a:rPr>
              <a:t>ወድቀ ላዕሌየ</a:t>
            </a:r>
          </a:p>
          <a:p>
            <a:pPr marL="0" indent="0">
              <a:buNone/>
            </a:pPr>
            <a:r>
              <a:rPr lang="am-ET" sz="8800" dirty="0">
                <a:solidFill>
                  <a:schemeClr val="accent5"/>
                </a:solidFill>
              </a:rPr>
              <a:t>ወቀጻዕክዎ በጾም ለነፍስ</a:t>
            </a:r>
          </a:p>
          <a:p>
            <a:pPr marL="0" indent="0">
              <a:buNone/>
            </a:pPr>
            <a:endParaRPr lang="en-US" sz="6600" dirty="0">
              <a:solidFill>
                <a:schemeClr val="accent5"/>
              </a:solidFill>
            </a:endParaRPr>
          </a:p>
        </p:txBody>
      </p:sp>
      <p:sp>
        <p:nvSpPr>
          <p:cNvPr id="4" name="TextBox 3">
            <a:extLst>
              <a:ext uri="{FF2B5EF4-FFF2-40B4-BE49-F238E27FC236}">
                <a16:creationId xmlns:a16="http://schemas.microsoft.com/office/drawing/2014/main" id="{BE49297E-01D5-AD16-A44E-038B60A936A8}"/>
              </a:ext>
            </a:extLst>
          </p:cNvPr>
          <p:cNvSpPr txBox="1"/>
          <p:nvPr/>
        </p:nvSpPr>
        <p:spPr>
          <a:xfrm>
            <a:off x="2384571" y="-256276"/>
            <a:ext cx="6354660" cy="1569660"/>
          </a:xfrm>
          <a:prstGeom prst="rect">
            <a:avLst/>
          </a:prstGeom>
          <a:noFill/>
        </p:spPr>
        <p:txBody>
          <a:bodyPr wrap="square">
            <a:spAutoFit/>
          </a:bodyPr>
          <a:lstStyle/>
          <a:p>
            <a:pPr algn="ctr"/>
            <a:r>
              <a:rPr lang="en-US" sz="9600" b="1" dirty="0">
                <a:solidFill>
                  <a:srgbClr val="C00000"/>
                </a:solidFill>
                <a:latin typeface="+mn-lt"/>
              </a:rPr>
              <a:t>ም</a:t>
            </a:r>
            <a:r>
              <a:rPr lang="am-ET" sz="9600" b="1" dirty="0">
                <a:solidFill>
                  <a:srgbClr val="C00000"/>
                </a:solidFill>
                <a:latin typeface="+mn-lt"/>
              </a:rPr>
              <a:t>ስ</a:t>
            </a:r>
            <a:r>
              <a:rPr lang="en-US" sz="9600" b="1" dirty="0" err="1">
                <a:solidFill>
                  <a:srgbClr val="C00000"/>
                </a:solidFill>
                <a:latin typeface="+mn-lt"/>
              </a:rPr>
              <a:t>ባክ</a:t>
            </a:r>
            <a:r>
              <a:rPr lang="en-US" sz="9600" b="1" dirty="0">
                <a:solidFill>
                  <a:srgbClr val="C00000"/>
                </a:solidFill>
                <a:latin typeface="+mn-lt"/>
              </a:rPr>
              <a:t> </a:t>
            </a:r>
            <a:endParaRPr lang="en-US" sz="9600" dirty="0"/>
          </a:p>
        </p:txBody>
      </p:sp>
    </p:spTree>
    <p:extLst>
      <p:ext uri="{BB962C8B-B14F-4D97-AF65-F5344CB8AC3E}">
        <p14:creationId xmlns:p14="http://schemas.microsoft.com/office/powerpoint/2010/main" val="8529611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F5BC56-F92F-4945-BF36-2FD05C4D34F2}"/>
              </a:ext>
            </a:extLst>
          </p:cNvPr>
          <p:cNvSpPr>
            <a:spLocks noGrp="1"/>
          </p:cNvSpPr>
          <p:nvPr>
            <p:ph type="title"/>
          </p:nvPr>
        </p:nvSpPr>
        <p:spPr>
          <a:xfrm>
            <a:off x="122829" y="45720"/>
            <a:ext cx="12069171" cy="651165"/>
          </a:xfrm>
        </p:spPr>
        <p:txBody>
          <a:bodyPr>
            <a:noAutofit/>
          </a:bodyPr>
          <a:lstStyle/>
          <a:p>
            <a:pPr algn="ctr"/>
            <a:r>
              <a:rPr lang="en-US" sz="6000" b="1" dirty="0" err="1">
                <a:solidFill>
                  <a:srgbClr val="C00000"/>
                </a:solidFill>
                <a:latin typeface="+mn-lt"/>
              </a:rPr>
              <a:t>ዘክረምት</a:t>
            </a:r>
            <a:r>
              <a:rPr lang="en-US" sz="6000" b="1" dirty="0">
                <a:solidFill>
                  <a:srgbClr val="C00000"/>
                </a:solidFill>
                <a:latin typeface="+mn-lt"/>
              </a:rPr>
              <a:t> 6 ም</a:t>
            </a:r>
            <a:r>
              <a:rPr lang="am-ET" sz="6000" b="1" dirty="0">
                <a:solidFill>
                  <a:srgbClr val="C00000"/>
                </a:solidFill>
                <a:latin typeface="+mn-lt"/>
              </a:rPr>
              <a:t>ስ</a:t>
            </a:r>
            <a:r>
              <a:rPr lang="en-US" sz="6000" b="1" dirty="0" err="1">
                <a:solidFill>
                  <a:srgbClr val="C00000"/>
                </a:solidFill>
                <a:latin typeface="+mn-lt"/>
              </a:rPr>
              <a:t>ባክ</a:t>
            </a:r>
            <a:r>
              <a:rPr lang="en-US" sz="6000" b="1" dirty="0">
                <a:solidFill>
                  <a:srgbClr val="C00000"/>
                </a:solidFill>
                <a:latin typeface="+mn-lt"/>
              </a:rPr>
              <a:t> (</a:t>
            </a:r>
            <a:r>
              <a:rPr lang="am-ET" sz="6000" b="1" dirty="0">
                <a:solidFill>
                  <a:srgbClr val="C00000"/>
                </a:solidFill>
                <a:latin typeface="+mn-lt"/>
              </a:rPr>
              <a:t>መዝ </a:t>
            </a:r>
            <a:r>
              <a:rPr lang="en-US" sz="6000" b="1" dirty="0">
                <a:solidFill>
                  <a:srgbClr val="C00000"/>
                </a:solidFill>
                <a:latin typeface="Calibri" panose="020F0502020204030204" pitchFamily="34" charset="0"/>
                <a:cs typeface="Calibri" panose="020F0502020204030204" pitchFamily="34" charset="0"/>
              </a:rPr>
              <a:t>144(145):15-16</a:t>
            </a:r>
            <a:r>
              <a:rPr lang="en-US" sz="6000" b="1" dirty="0">
                <a:solidFill>
                  <a:srgbClr val="C00000"/>
                </a:solidFill>
                <a:latin typeface="+mn-lt"/>
              </a:rPr>
              <a:t>)</a:t>
            </a:r>
          </a:p>
        </p:txBody>
      </p:sp>
      <p:sp>
        <p:nvSpPr>
          <p:cNvPr id="3" name="Content Placeholder 2">
            <a:extLst>
              <a:ext uri="{FF2B5EF4-FFF2-40B4-BE49-F238E27FC236}">
                <a16:creationId xmlns:a16="http://schemas.microsoft.com/office/drawing/2014/main" id="{15DC8158-13B1-49CD-9DB4-69D77DA4E83D}"/>
              </a:ext>
            </a:extLst>
          </p:cNvPr>
          <p:cNvSpPr>
            <a:spLocks noGrp="1"/>
          </p:cNvSpPr>
          <p:nvPr>
            <p:ph idx="1"/>
          </p:nvPr>
        </p:nvSpPr>
        <p:spPr>
          <a:xfrm>
            <a:off x="122829" y="973514"/>
            <a:ext cx="12191999" cy="6263639"/>
          </a:xfrm>
        </p:spPr>
        <p:txBody>
          <a:bodyPr>
            <a:noAutofit/>
          </a:bodyPr>
          <a:lstStyle/>
          <a:p>
            <a:pPr marL="0" indent="0" algn="ctr">
              <a:lnSpc>
                <a:spcPct val="100000"/>
              </a:lnSpc>
              <a:buNone/>
            </a:pPr>
            <a:r>
              <a:rPr lang="en-US" sz="8000" b="1" dirty="0" err="1"/>
              <a:t>ዐይነ</a:t>
            </a:r>
            <a:r>
              <a:rPr lang="en-US" sz="8000" b="1" dirty="0"/>
              <a:t> </a:t>
            </a:r>
            <a:r>
              <a:rPr lang="en-US" sz="8000" b="1" dirty="0" err="1"/>
              <a:t>ኩሉ</a:t>
            </a:r>
            <a:r>
              <a:rPr lang="en-US" sz="8000" b="1" dirty="0"/>
              <a:t> </a:t>
            </a:r>
            <a:r>
              <a:rPr lang="en-US" sz="8000" b="1" dirty="0" err="1"/>
              <a:t>ነፍስ</a:t>
            </a:r>
            <a:r>
              <a:rPr lang="en-US" sz="8000" b="1" dirty="0"/>
              <a:t> </a:t>
            </a:r>
            <a:r>
              <a:rPr lang="en-US" sz="8000" b="1" dirty="0" err="1"/>
              <a:t>ይሴፎ</a:t>
            </a:r>
            <a:r>
              <a:rPr lang="en-US" sz="8000" b="1" dirty="0"/>
              <a:t> </a:t>
            </a:r>
            <a:r>
              <a:rPr lang="en-US" sz="8000" b="1" dirty="0" err="1"/>
              <a:t>ኪያከ</a:t>
            </a:r>
            <a:r>
              <a:rPr lang="en-US" sz="8000" b="1" dirty="0"/>
              <a:t>፥</a:t>
            </a:r>
          </a:p>
          <a:p>
            <a:pPr marL="0" indent="0" algn="ctr">
              <a:lnSpc>
                <a:spcPct val="100000"/>
              </a:lnSpc>
              <a:buNone/>
            </a:pPr>
            <a:r>
              <a:rPr lang="en-US" sz="8000" b="1" dirty="0" err="1"/>
              <a:t>አንተ</a:t>
            </a:r>
            <a:r>
              <a:rPr lang="en-US" sz="8000" b="1" dirty="0"/>
              <a:t> </a:t>
            </a:r>
            <a:r>
              <a:rPr lang="en-US" sz="8000" b="1" dirty="0" err="1"/>
              <a:t>ትሁቦሙ</a:t>
            </a:r>
            <a:r>
              <a:rPr lang="en-US" sz="8000" b="1" dirty="0"/>
              <a:t> </a:t>
            </a:r>
            <a:r>
              <a:rPr lang="en-US" sz="8000" b="1" dirty="0" err="1"/>
              <a:t>ሲሳዮሙ</a:t>
            </a:r>
            <a:r>
              <a:rPr lang="en-US" sz="8000" b="1" dirty="0"/>
              <a:t> </a:t>
            </a:r>
            <a:r>
              <a:rPr lang="en-US" sz="8000" b="1" dirty="0" err="1"/>
              <a:t>በበጊዜሁ</a:t>
            </a:r>
            <a:r>
              <a:rPr lang="en-US" sz="8000" b="1" dirty="0"/>
              <a:t>፥</a:t>
            </a:r>
          </a:p>
          <a:p>
            <a:pPr marL="0" indent="0" algn="ctr">
              <a:lnSpc>
                <a:spcPct val="100000"/>
              </a:lnSpc>
              <a:buNone/>
            </a:pPr>
            <a:r>
              <a:rPr lang="en-US" sz="8000" b="1" dirty="0" err="1"/>
              <a:t>ትሰፍሐ</a:t>
            </a:r>
            <a:r>
              <a:rPr lang="en-US" sz="8000" b="1" dirty="0"/>
              <a:t> </a:t>
            </a:r>
            <a:r>
              <a:rPr lang="en-US" sz="8000" b="1" dirty="0" err="1"/>
              <a:t>የማነከ</a:t>
            </a:r>
            <a:r>
              <a:rPr lang="en-US" sz="8000" b="1" dirty="0"/>
              <a:t> </a:t>
            </a:r>
            <a:r>
              <a:rPr lang="en-US" sz="8000" b="1" dirty="0" err="1"/>
              <a:t>ወታጸግብ</a:t>
            </a:r>
            <a:r>
              <a:rPr lang="en-US" sz="8000" b="1" dirty="0"/>
              <a:t> </a:t>
            </a:r>
            <a:r>
              <a:rPr lang="en-US" sz="8000" b="1" dirty="0" err="1"/>
              <a:t>ለኩሉ</a:t>
            </a:r>
            <a:r>
              <a:rPr lang="en-US" sz="8000" b="1" dirty="0"/>
              <a:t> </a:t>
            </a:r>
            <a:r>
              <a:rPr lang="en-US" sz="8000" b="1" dirty="0" err="1"/>
              <a:t>እንስሳ</a:t>
            </a:r>
            <a:r>
              <a:rPr lang="en-US" sz="8000" b="1" dirty="0"/>
              <a:t> </a:t>
            </a:r>
            <a:r>
              <a:rPr lang="en-US" sz="8000" b="1" dirty="0" err="1"/>
              <a:t>ዘበሥርዐትከ</a:t>
            </a:r>
            <a:r>
              <a:rPr lang="en-US" sz="8000" b="1" dirty="0"/>
              <a:t>።</a:t>
            </a:r>
            <a:endParaRPr lang="en-US" sz="6600" b="1" dirty="0"/>
          </a:p>
        </p:txBody>
      </p:sp>
    </p:spTree>
    <p:extLst>
      <p:ext uri="{BB962C8B-B14F-4D97-AF65-F5344CB8AC3E}">
        <p14:creationId xmlns:p14="http://schemas.microsoft.com/office/powerpoint/2010/main" val="11393822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5DC8158-13B1-49CD-9DB4-69D77DA4E83D}"/>
              </a:ext>
            </a:extLst>
          </p:cNvPr>
          <p:cNvSpPr>
            <a:spLocks noGrp="1"/>
          </p:cNvSpPr>
          <p:nvPr>
            <p:ph idx="1"/>
          </p:nvPr>
        </p:nvSpPr>
        <p:spPr>
          <a:xfrm>
            <a:off x="122829" y="973514"/>
            <a:ext cx="12191999" cy="6263639"/>
          </a:xfrm>
        </p:spPr>
        <p:txBody>
          <a:bodyPr>
            <a:noAutofit/>
          </a:bodyPr>
          <a:lstStyle/>
          <a:p>
            <a:pPr marL="0" indent="0" algn="ctr">
              <a:lnSpc>
                <a:spcPct val="100000"/>
              </a:lnSpc>
              <a:buNone/>
            </a:pPr>
            <a:r>
              <a:rPr lang="am-ET" sz="8800" b="1" dirty="0"/>
              <a:t>እስመ ኃቤከ እጼሊ እግዚኦ</a:t>
            </a:r>
          </a:p>
          <a:p>
            <a:pPr marL="0" indent="0" algn="ctr">
              <a:lnSpc>
                <a:spcPct val="100000"/>
              </a:lnSpc>
              <a:buNone/>
            </a:pPr>
            <a:r>
              <a:rPr lang="am-ET" sz="8800" b="1" dirty="0"/>
              <a:t>በጽባሕ ስምአኒ ቃልየ</a:t>
            </a:r>
          </a:p>
          <a:p>
            <a:pPr marL="0" indent="0" algn="ctr">
              <a:lnSpc>
                <a:spcPct val="100000"/>
              </a:lnSpc>
              <a:buNone/>
            </a:pPr>
            <a:r>
              <a:rPr lang="am-ET" sz="8800" b="1" dirty="0"/>
              <a:t>በጽባሕ እቀውም ቅድሜከ ወአስተርኢ ለከ</a:t>
            </a:r>
            <a:endParaRPr lang="en-US" sz="8800" b="1" dirty="0"/>
          </a:p>
        </p:txBody>
      </p:sp>
      <p:sp>
        <p:nvSpPr>
          <p:cNvPr id="5" name="TextBox 4">
            <a:extLst>
              <a:ext uri="{FF2B5EF4-FFF2-40B4-BE49-F238E27FC236}">
                <a16:creationId xmlns:a16="http://schemas.microsoft.com/office/drawing/2014/main" id="{402995AB-3A5A-C963-EE08-06489F47EC7D}"/>
              </a:ext>
            </a:extLst>
          </p:cNvPr>
          <p:cNvSpPr txBox="1"/>
          <p:nvPr/>
        </p:nvSpPr>
        <p:spPr>
          <a:xfrm>
            <a:off x="1927371" y="-138527"/>
            <a:ext cx="6354660" cy="1569660"/>
          </a:xfrm>
          <a:prstGeom prst="rect">
            <a:avLst/>
          </a:prstGeom>
          <a:noFill/>
        </p:spPr>
        <p:txBody>
          <a:bodyPr wrap="square">
            <a:spAutoFit/>
          </a:bodyPr>
          <a:lstStyle/>
          <a:p>
            <a:pPr algn="ctr"/>
            <a:r>
              <a:rPr lang="en-US" sz="9600" b="1" dirty="0">
                <a:solidFill>
                  <a:srgbClr val="C00000"/>
                </a:solidFill>
                <a:latin typeface="+mn-lt"/>
              </a:rPr>
              <a:t>ም</a:t>
            </a:r>
            <a:r>
              <a:rPr lang="am-ET" sz="9600" b="1" dirty="0">
                <a:solidFill>
                  <a:srgbClr val="C00000"/>
                </a:solidFill>
                <a:latin typeface="+mn-lt"/>
              </a:rPr>
              <a:t>ስ</a:t>
            </a:r>
            <a:r>
              <a:rPr lang="en-US" sz="9600" b="1" dirty="0" err="1">
                <a:solidFill>
                  <a:srgbClr val="C00000"/>
                </a:solidFill>
                <a:latin typeface="+mn-lt"/>
              </a:rPr>
              <a:t>ባክ</a:t>
            </a:r>
            <a:r>
              <a:rPr lang="en-US" sz="9600" b="1" dirty="0">
                <a:solidFill>
                  <a:srgbClr val="C00000"/>
                </a:solidFill>
                <a:latin typeface="+mn-lt"/>
              </a:rPr>
              <a:t> </a:t>
            </a:r>
            <a:endParaRPr lang="en-US" sz="9600" dirty="0"/>
          </a:p>
        </p:txBody>
      </p:sp>
    </p:spTree>
    <p:extLst>
      <p:ext uri="{BB962C8B-B14F-4D97-AF65-F5344CB8AC3E}">
        <p14:creationId xmlns:p14="http://schemas.microsoft.com/office/powerpoint/2010/main" val="68363798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F5BC56-F92F-4945-BF36-2FD05C4D34F2}"/>
              </a:ext>
            </a:extLst>
          </p:cNvPr>
          <p:cNvSpPr>
            <a:spLocks noGrp="1"/>
          </p:cNvSpPr>
          <p:nvPr>
            <p:ph type="title"/>
          </p:nvPr>
        </p:nvSpPr>
        <p:spPr>
          <a:xfrm>
            <a:off x="122829" y="45720"/>
            <a:ext cx="12069171" cy="651165"/>
          </a:xfrm>
        </p:spPr>
        <p:txBody>
          <a:bodyPr>
            <a:noAutofit/>
          </a:bodyPr>
          <a:lstStyle/>
          <a:p>
            <a:pPr algn="ctr"/>
            <a:r>
              <a:rPr lang="en-US" sz="6000" b="1" dirty="0">
                <a:solidFill>
                  <a:srgbClr val="C00000"/>
                </a:solidFill>
                <a:latin typeface="+mn-lt"/>
              </a:rPr>
              <a:t>ም</a:t>
            </a:r>
            <a:r>
              <a:rPr lang="am-ET" sz="6000" b="1" dirty="0">
                <a:solidFill>
                  <a:srgbClr val="C00000"/>
                </a:solidFill>
                <a:latin typeface="+mn-lt"/>
              </a:rPr>
              <a:t>ስ</a:t>
            </a:r>
            <a:r>
              <a:rPr lang="en-US" sz="6000" b="1" dirty="0" err="1">
                <a:solidFill>
                  <a:srgbClr val="C00000"/>
                </a:solidFill>
                <a:latin typeface="+mn-lt"/>
              </a:rPr>
              <a:t>ባክ</a:t>
            </a:r>
            <a:r>
              <a:rPr lang="en-US" sz="6000" b="1" dirty="0">
                <a:solidFill>
                  <a:srgbClr val="C00000"/>
                </a:solidFill>
                <a:latin typeface="+mn-lt"/>
              </a:rPr>
              <a:t> (</a:t>
            </a:r>
            <a:r>
              <a:rPr lang="am-ET" sz="6000" b="1" dirty="0">
                <a:solidFill>
                  <a:srgbClr val="C00000"/>
                </a:solidFill>
                <a:latin typeface="+mn-lt"/>
              </a:rPr>
              <a:t>መዝ </a:t>
            </a:r>
            <a:r>
              <a:rPr lang="en-US" sz="6000" b="1" dirty="0">
                <a:solidFill>
                  <a:srgbClr val="C00000"/>
                </a:solidFill>
                <a:latin typeface="Calibri" panose="020F0502020204030204" pitchFamily="34" charset="0"/>
                <a:cs typeface="Calibri" panose="020F0502020204030204" pitchFamily="34" charset="0"/>
              </a:rPr>
              <a:t>88:2</a:t>
            </a:r>
            <a:r>
              <a:rPr lang="en-US" sz="6000" b="1" dirty="0">
                <a:solidFill>
                  <a:srgbClr val="C00000"/>
                </a:solidFill>
                <a:latin typeface="+mn-lt"/>
              </a:rPr>
              <a:t>)</a:t>
            </a:r>
          </a:p>
        </p:txBody>
      </p:sp>
      <p:sp>
        <p:nvSpPr>
          <p:cNvPr id="3" name="Content Placeholder 2">
            <a:extLst>
              <a:ext uri="{FF2B5EF4-FFF2-40B4-BE49-F238E27FC236}">
                <a16:creationId xmlns:a16="http://schemas.microsoft.com/office/drawing/2014/main" id="{15DC8158-13B1-49CD-9DB4-69D77DA4E83D}"/>
              </a:ext>
            </a:extLst>
          </p:cNvPr>
          <p:cNvSpPr>
            <a:spLocks noGrp="1"/>
          </p:cNvSpPr>
          <p:nvPr>
            <p:ph idx="1"/>
          </p:nvPr>
        </p:nvSpPr>
        <p:spPr>
          <a:xfrm>
            <a:off x="122829" y="973514"/>
            <a:ext cx="12191999" cy="6263639"/>
          </a:xfrm>
        </p:spPr>
        <p:txBody>
          <a:bodyPr>
            <a:noAutofit/>
          </a:bodyPr>
          <a:lstStyle/>
          <a:p>
            <a:pPr marL="0" indent="0" algn="ctr">
              <a:lnSpc>
                <a:spcPct val="100000"/>
              </a:lnSpc>
              <a:buNone/>
            </a:pPr>
            <a:r>
              <a:rPr lang="am-ET" sz="8800" b="1" dirty="0"/>
              <a:t>እስመ ትቤ ለዓለም አሐንጽ ምሕረተ</a:t>
            </a:r>
            <a:r>
              <a:rPr lang="en-US" sz="8800" b="1" dirty="0"/>
              <a:t>፤</a:t>
            </a:r>
            <a:endParaRPr lang="am-ET" sz="8800" b="1" dirty="0"/>
          </a:p>
          <a:p>
            <a:pPr marL="0" indent="0" algn="ctr">
              <a:lnSpc>
                <a:spcPct val="100000"/>
              </a:lnSpc>
              <a:buNone/>
            </a:pPr>
            <a:r>
              <a:rPr lang="am-ET" sz="8800" b="1" dirty="0"/>
              <a:t>በሰማይ ጸንዐ ጽድቀከ</a:t>
            </a:r>
            <a:r>
              <a:rPr lang="en-US" sz="8800" b="1" dirty="0"/>
              <a:t>፤</a:t>
            </a:r>
            <a:endParaRPr lang="am-ET" sz="8800" b="1" dirty="0"/>
          </a:p>
          <a:p>
            <a:pPr marL="0" indent="0" algn="ctr">
              <a:lnSpc>
                <a:spcPct val="100000"/>
              </a:lnSpc>
              <a:buNone/>
            </a:pPr>
            <a:r>
              <a:rPr lang="am-ET" sz="8800" b="1" dirty="0"/>
              <a:t>ኪዳነ ተካየድኩ ምስለ ኅሩያንየ::</a:t>
            </a:r>
            <a:endParaRPr lang="en-US" sz="7200" b="1" dirty="0"/>
          </a:p>
        </p:txBody>
      </p:sp>
    </p:spTree>
    <p:extLst>
      <p:ext uri="{BB962C8B-B14F-4D97-AF65-F5344CB8AC3E}">
        <p14:creationId xmlns:p14="http://schemas.microsoft.com/office/powerpoint/2010/main" val="405786810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6FC29F-6756-4587-84F7-EF3B2B40B979}"/>
              </a:ext>
            </a:extLst>
          </p:cNvPr>
          <p:cNvSpPr>
            <a:spLocks noGrp="1"/>
          </p:cNvSpPr>
          <p:nvPr>
            <p:ph type="title"/>
          </p:nvPr>
        </p:nvSpPr>
        <p:spPr>
          <a:xfrm>
            <a:off x="0" y="1"/>
            <a:ext cx="12192000" cy="1117600"/>
          </a:xfrm>
        </p:spPr>
        <p:txBody>
          <a:bodyPr>
            <a:normAutofit/>
          </a:bodyPr>
          <a:lstStyle/>
          <a:p>
            <a:pPr algn="ctr"/>
            <a:r>
              <a:rPr lang="am-ET" sz="6000" b="1" dirty="0">
                <a:solidFill>
                  <a:srgbClr val="C00000"/>
                </a:solidFill>
                <a:latin typeface="+mn-lt"/>
              </a:rPr>
              <a:t>ምስባክ ዘፍልሠታ /መዝ 44/45፡</a:t>
            </a:r>
            <a:r>
              <a:rPr lang="en-US" sz="6000" b="1" dirty="0">
                <a:solidFill>
                  <a:srgbClr val="C00000"/>
                </a:solidFill>
                <a:latin typeface="Nyala" panose="02000504070300020003" pitchFamily="2" charset="0"/>
              </a:rPr>
              <a:t>9-10/</a:t>
            </a:r>
            <a:endParaRPr lang="am-ET" sz="6000" b="1" dirty="0">
              <a:solidFill>
                <a:srgbClr val="C00000"/>
              </a:solidFill>
              <a:latin typeface="Nyala" panose="02000504070300020003" pitchFamily="2" charset="0"/>
            </a:endParaRPr>
          </a:p>
        </p:txBody>
      </p:sp>
      <p:sp>
        <p:nvSpPr>
          <p:cNvPr id="3" name="Content Placeholder 2">
            <a:extLst>
              <a:ext uri="{FF2B5EF4-FFF2-40B4-BE49-F238E27FC236}">
                <a16:creationId xmlns:a16="http://schemas.microsoft.com/office/drawing/2014/main" id="{ECA9CA44-C467-4BBE-9C7A-39DD4F897FDA}"/>
              </a:ext>
            </a:extLst>
          </p:cNvPr>
          <p:cNvSpPr>
            <a:spLocks noGrp="1"/>
          </p:cNvSpPr>
          <p:nvPr>
            <p:ph idx="1"/>
          </p:nvPr>
        </p:nvSpPr>
        <p:spPr>
          <a:xfrm>
            <a:off x="0" y="1039780"/>
            <a:ext cx="12192000" cy="5818220"/>
          </a:xfrm>
        </p:spPr>
        <p:txBody>
          <a:bodyPr>
            <a:noAutofit/>
          </a:bodyPr>
          <a:lstStyle/>
          <a:p>
            <a:pPr marL="0" indent="0" algn="ctr">
              <a:lnSpc>
                <a:spcPct val="100000"/>
              </a:lnSpc>
              <a:spcBef>
                <a:spcPts val="0"/>
              </a:spcBef>
              <a:buNone/>
            </a:pPr>
            <a:r>
              <a:rPr lang="am-ET" sz="8200" b="1" dirty="0">
                <a:latin typeface="+mj-lt"/>
                <a:ea typeface="Ebrima" panose="02000000000000000000" pitchFamily="2" charset="0"/>
                <a:cs typeface="Times New Roman" panose="02020603050405020304" pitchFamily="18" charset="0"/>
              </a:rPr>
              <a:t>ወትቀውም ንግሥት በየማንከ፤</a:t>
            </a:r>
          </a:p>
          <a:p>
            <a:pPr marL="0" indent="0" algn="ctr">
              <a:lnSpc>
                <a:spcPct val="100000"/>
              </a:lnSpc>
              <a:spcBef>
                <a:spcPts val="0"/>
              </a:spcBef>
              <a:buNone/>
            </a:pPr>
            <a:r>
              <a:rPr lang="am-ET" sz="8200" b="1" dirty="0">
                <a:latin typeface="+mj-lt"/>
                <a:ea typeface="Ebrima" panose="02000000000000000000" pitchFamily="2" charset="0"/>
                <a:cs typeface="Times New Roman" panose="02020603050405020304" pitchFamily="18" charset="0"/>
              </a:rPr>
              <a:t>በአልባሰ ወርቅ ዑጽፍት ወ</a:t>
            </a:r>
            <a:r>
              <a:rPr lang="am-ET" sz="8200" b="1" dirty="0">
                <a:latin typeface="Nyala" panose="02000504070300020003" pitchFamily="2" charset="0"/>
                <a:ea typeface="Ebrima" panose="02000000000000000000" pitchFamily="2" charset="0"/>
                <a:cs typeface="Times New Roman" panose="02020603050405020304" pitchFamily="18" charset="0"/>
              </a:rPr>
              <a:t>ኁ</a:t>
            </a:r>
            <a:r>
              <a:rPr lang="am-ET" sz="8200" b="1" dirty="0">
                <a:latin typeface="+mj-lt"/>
                <a:ea typeface="Ebrima" panose="02000000000000000000" pitchFamily="2" charset="0"/>
                <a:cs typeface="Times New Roman" panose="02020603050405020304" pitchFamily="18" charset="0"/>
              </a:rPr>
              <a:t>ብርት፤</a:t>
            </a:r>
          </a:p>
          <a:p>
            <a:pPr marL="0" indent="0" algn="ctr">
              <a:lnSpc>
                <a:spcPct val="100000"/>
              </a:lnSpc>
              <a:spcBef>
                <a:spcPts val="0"/>
              </a:spcBef>
              <a:buNone/>
            </a:pPr>
            <a:r>
              <a:rPr lang="am-ET" sz="8200" b="1" dirty="0">
                <a:latin typeface="+mj-lt"/>
                <a:ea typeface="Ebrima" panose="02000000000000000000" pitchFamily="2" charset="0"/>
                <a:cs typeface="Times New Roman" panose="02020603050405020304" pitchFamily="18" charset="0"/>
              </a:rPr>
              <a:t>ስምዒ ወለትየ ወርእዪ ወአፅምኢ እዝነኪ፡፡</a:t>
            </a:r>
            <a:endParaRPr lang="en-US" sz="8200" b="1" dirty="0">
              <a:latin typeface="+mj-lt"/>
              <a:ea typeface="Ebrima" panose="02000000000000000000" pitchFamily="2" charset="0"/>
              <a:cs typeface="Times New Roman" panose="02020603050405020304" pitchFamily="18" charset="0"/>
            </a:endParaRPr>
          </a:p>
        </p:txBody>
      </p:sp>
    </p:spTree>
    <p:extLst>
      <p:ext uri="{BB962C8B-B14F-4D97-AF65-F5344CB8AC3E}">
        <p14:creationId xmlns:p14="http://schemas.microsoft.com/office/powerpoint/2010/main" val="16801168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6FC29F-6756-4587-84F7-EF3B2B40B979}"/>
              </a:ext>
            </a:extLst>
          </p:cNvPr>
          <p:cNvSpPr>
            <a:spLocks noGrp="1"/>
          </p:cNvSpPr>
          <p:nvPr>
            <p:ph type="title"/>
          </p:nvPr>
        </p:nvSpPr>
        <p:spPr>
          <a:xfrm>
            <a:off x="0" y="1"/>
            <a:ext cx="12192000" cy="1117600"/>
          </a:xfrm>
        </p:spPr>
        <p:txBody>
          <a:bodyPr>
            <a:normAutofit/>
          </a:bodyPr>
          <a:lstStyle/>
          <a:p>
            <a:pPr algn="ctr"/>
            <a:r>
              <a:rPr lang="am-ET" sz="6000" b="1" dirty="0">
                <a:solidFill>
                  <a:srgbClr val="C00000"/>
                </a:solidFill>
                <a:latin typeface="+mn-lt"/>
              </a:rPr>
              <a:t>ምስባክ ዘመስቀል /መዝ 59/60፡</a:t>
            </a:r>
            <a:r>
              <a:rPr lang="am-ET" sz="6000" b="1" dirty="0">
                <a:solidFill>
                  <a:srgbClr val="C00000"/>
                </a:solidFill>
                <a:latin typeface="Nyala" panose="02000504070300020003" pitchFamily="2" charset="0"/>
              </a:rPr>
              <a:t>4</a:t>
            </a:r>
            <a:r>
              <a:rPr lang="en-US" sz="6000" b="1" dirty="0">
                <a:solidFill>
                  <a:srgbClr val="C00000"/>
                </a:solidFill>
                <a:latin typeface="Nyala" panose="02000504070300020003" pitchFamily="2" charset="0"/>
              </a:rPr>
              <a:t>/</a:t>
            </a:r>
            <a:endParaRPr lang="am-ET" sz="6000" b="1" dirty="0">
              <a:solidFill>
                <a:srgbClr val="C00000"/>
              </a:solidFill>
              <a:latin typeface="Nyala" panose="02000504070300020003" pitchFamily="2" charset="0"/>
            </a:endParaRPr>
          </a:p>
        </p:txBody>
      </p:sp>
      <p:sp>
        <p:nvSpPr>
          <p:cNvPr id="3" name="Content Placeholder 2">
            <a:extLst>
              <a:ext uri="{FF2B5EF4-FFF2-40B4-BE49-F238E27FC236}">
                <a16:creationId xmlns:a16="http://schemas.microsoft.com/office/drawing/2014/main" id="{ECA9CA44-C467-4BBE-9C7A-39DD4F897FDA}"/>
              </a:ext>
            </a:extLst>
          </p:cNvPr>
          <p:cNvSpPr>
            <a:spLocks noGrp="1"/>
          </p:cNvSpPr>
          <p:nvPr>
            <p:ph idx="1"/>
          </p:nvPr>
        </p:nvSpPr>
        <p:spPr>
          <a:xfrm>
            <a:off x="0" y="1039780"/>
            <a:ext cx="12192000" cy="5818220"/>
          </a:xfrm>
        </p:spPr>
        <p:txBody>
          <a:bodyPr>
            <a:normAutofit/>
          </a:bodyPr>
          <a:lstStyle/>
          <a:p>
            <a:pPr marL="0" indent="0" algn="ctr">
              <a:buNone/>
            </a:pPr>
            <a:r>
              <a:rPr lang="am-ET" sz="8800" b="1" dirty="0">
                <a:latin typeface="+mj-lt"/>
                <a:ea typeface="Ebrima" panose="02000000000000000000" pitchFamily="2" charset="0"/>
                <a:cs typeface="Times New Roman" panose="02020603050405020304" pitchFamily="18" charset="0"/>
              </a:rPr>
              <a:t>ወወሀብኮሙ ትእምርተ ለእለ ይፈርሁከ </a:t>
            </a:r>
          </a:p>
          <a:p>
            <a:pPr marL="0" indent="0" algn="ctr">
              <a:buNone/>
            </a:pPr>
            <a:r>
              <a:rPr lang="am-ET" sz="8800" b="1" dirty="0">
                <a:latin typeface="+mj-lt"/>
                <a:ea typeface="Ebrima" panose="02000000000000000000" pitchFamily="2" charset="0"/>
                <a:cs typeface="Times New Roman" panose="02020603050405020304" pitchFamily="18" charset="0"/>
              </a:rPr>
              <a:t>ከመ ያምሥጡ እምገ</a:t>
            </a:r>
            <a:r>
              <a:rPr lang="am-ET" sz="8800" b="1" dirty="0">
                <a:latin typeface="Nyala" panose="02000504070300020003" pitchFamily="2" charset="0"/>
                <a:ea typeface="Ebrima" panose="02000000000000000000" pitchFamily="2" charset="0"/>
                <a:cs typeface="Times New Roman" panose="02020603050405020304" pitchFamily="18" charset="0"/>
              </a:rPr>
              <a:t>ጸ ቅስት </a:t>
            </a:r>
          </a:p>
          <a:p>
            <a:pPr marL="0" indent="0" algn="ctr">
              <a:buNone/>
            </a:pPr>
            <a:r>
              <a:rPr lang="am-ET" sz="8800" b="1" dirty="0">
                <a:latin typeface="Nyala" panose="02000504070300020003" pitchFamily="2" charset="0"/>
                <a:ea typeface="Ebrima" panose="02000000000000000000" pitchFamily="2" charset="0"/>
                <a:cs typeface="Times New Roman" panose="02020603050405020304" pitchFamily="18" charset="0"/>
              </a:rPr>
              <a:t>ወይድኃ ፍቁራኒከ</a:t>
            </a:r>
            <a:endParaRPr lang="am-ET" sz="8800" b="1" dirty="0">
              <a:latin typeface="+mj-lt"/>
              <a:ea typeface="Ebrima" panose="02000000000000000000" pitchFamily="2" charset="0"/>
              <a:cs typeface="Times New Roman" panose="02020603050405020304" pitchFamily="18" charset="0"/>
            </a:endParaRPr>
          </a:p>
        </p:txBody>
      </p:sp>
    </p:spTree>
    <p:extLst>
      <p:ext uri="{BB962C8B-B14F-4D97-AF65-F5344CB8AC3E}">
        <p14:creationId xmlns:p14="http://schemas.microsoft.com/office/powerpoint/2010/main" val="130240768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6FC29F-6756-4587-84F7-EF3B2B40B979}"/>
              </a:ext>
            </a:extLst>
          </p:cNvPr>
          <p:cNvSpPr>
            <a:spLocks noGrp="1"/>
          </p:cNvSpPr>
          <p:nvPr>
            <p:ph type="title"/>
          </p:nvPr>
        </p:nvSpPr>
        <p:spPr>
          <a:xfrm>
            <a:off x="0" y="1"/>
            <a:ext cx="12192000" cy="1117600"/>
          </a:xfrm>
        </p:spPr>
        <p:txBody>
          <a:bodyPr>
            <a:normAutofit/>
          </a:bodyPr>
          <a:lstStyle/>
          <a:p>
            <a:pPr algn="ctr"/>
            <a:r>
              <a:rPr lang="am-ET" sz="6000" b="1" dirty="0">
                <a:solidFill>
                  <a:srgbClr val="C00000"/>
                </a:solidFill>
              </a:rPr>
              <a:t>ምስባክ ዘአስተምሕሮ (መዝ </a:t>
            </a:r>
            <a:r>
              <a:rPr lang="en-US" sz="6000" b="1" dirty="0">
                <a:solidFill>
                  <a:srgbClr val="C00000"/>
                </a:solidFill>
              </a:rPr>
              <a:t>85</a:t>
            </a:r>
            <a:r>
              <a:rPr lang="am-ET" sz="6000" b="1" dirty="0">
                <a:solidFill>
                  <a:srgbClr val="C00000"/>
                </a:solidFill>
              </a:rPr>
              <a:t>/</a:t>
            </a:r>
            <a:r>
              <a:rPr lang="en-US" sz="6000" b="1" dirty="0">
                <a:solidFill>
                  <a:srgbClr val="C00000"/>
                </a:solidFill>
              </a:rPr>
              <a:t>86</a:t>
            </a:r>
            <a:r>
              <a:rPr lang="am-ET" sz="6000" b="1" dirty="0">
                <a:solidFill>
                  <a:srgbClr val="C00000"/>
                </a:solidFill>
              </a:rPr>
              <a:t>፥</a:t>
            </a:r>
            <a:r>
              <a:rPr lang="en-US" sz="6000" b="1" dirty="0">
                <a:solidFill>
                  <a:srgbClr val="C00000"/>
                </a:solidFill>
              </a:rPr>
              <a:t>15</a:t>
            </a:r>
            <a:r>
              <a:rPr lang="am-ET" sz="6000" b="1" dirty="0">
                <a:solidFill>
                  <a:srgbClr val="C00000"/>
                </a:solidFill>
              </a:rPr>
              <a:t>-</a:t>
            </a:r>
            <a:r>
              <a:rPr lang="en-US" sz="6000" b="1" dirty="0">
                <a:solidFill>
                  <a:srgbClr val="C00000"/>
                </a:solidFill>
              </a:rPr>
              <a:t>16</a:t>
            </a:r>
            <a:r>
              <a:rPr lang="am-ET" sz="6000" b="1" dirty="0">
                <a:solidFill>
                  <a:srgbClr val="C00000"/>
                </a:solidFill>
              </a:rPr>
              <a:t>)</a:t>
            </a:r>
          </a:p>
        </p:txBody>
      </p:sp>
      <p:sp>
        <p:nvSpPr>
          <p:cNvPr id="3" name="Content Placeholder 2">
            <a:extLst>
              <a:ext uri="{FF2B5EF4-FFF2-40B4-BE49-F238E27FC236}">
                <a16:creationId xmlns:a16="http://schemas.microsoft.com/office/drawing/2014/main" id="{ECA9CA44-C467-4BBE-9C7A-39DD4F897FDA}"/>
              </a:ext>
            </a:extLst>
          </p:cNvPr>
          <p:cNvSpPr>
            <a:spLocks noGrp="1"/>
          </p:cNvSpPr>
          <p:nvPr>
            <p:ph idx="1"/>
          </p:nvPr>
        </p:nvSpPr>
        <p:spPr>
          <a:xfrm>
            <a:off x="0" y="1117602"/>
            <a:ext cx="12192000" cy="5740399"/>
          </a:xfrm>
        </p:spPr>
        <p:txBody>
          <a:bodyPr>
            <a:normAutofit fontScale="62500" lnSpcReduction="20000"/>
          </a:bodyPr>
          <a:lstStyle/>
          <a:p>
            <a:pPr marL="0" indent="0" algn="ctr">
              <a:buNone/>
            </a:pPr>
            <a:r>
              <a:rPr lang="am-ET" sz="15200" dirty="0">
                <a:latin typeface="+mj-lt"/>
                <a:ea typeface="Ebrima" panose="02000000000000000000" pitchFamily="2" charset="0"/>
                <a:cs typeface="Times New Roman" panose="02020603050405020304" pitchFamily="18" charset="0"/>
              </a:rPr>
              <a:t>አንተሰ እግዚኦ መሓሪ ወመስተሣህል፤</a:t>
            </a:r>
          </a:p>
          <a:p>
            <a:pPr marL="0" indent="0" algn="ctr">
              <a:buNone/>
            </a:pPr>
            <a:r>
              <a:rPr lang="am-ET" sz="15200" dirty="0">
                <a:latin typeface="+mj-lt"/>
                <a:ea typeface="Ebrima" panose="02000000000000000000" pitchFamily="2" charset="0"/>
                <a:cs typeface="Times New Roman" panose="02020603050405020304" pitchFamily="18" charset="0"/>
              </a:rPr>
              <a:t>ርሑቀ መዓት ወብዙኃ ምሕረት ወጻድቅ ፤</a:t>
            </a:r>
          </a:p>
          <a:p>
            <a:pPr marL="0" indent="0" algn="ctr">
              <a:buNone/>
            </a:pPr>
            <a:r>
              <a:rPr lang="am-ET" sz="15200" dirty="0">
                <a:latin typeface="+mj-lt"/>
                <a:ea typeface="Ebrima" panose="02000000000000000000" pitchFamily="2" charset="0"/>
                <a:cs typeface="Times New Roman" panose="02020603050405020304" pitchFamily="18" charset="0"/>
              </a:rPr>
              <a:t>ነጽር ላዕሌየ ወተሣሃለኒ።</a:t>
            </a:r>
            <a:endParaRPr lang="en-US" sz="16800" dirty="0">
              <a:latin typeface="+mj-lt"/>
              <a:ea typeface="Ebrima" panose="02000000000000000000" pitchFamily="2" charset="0"/>
              <a:cs typeface="Times New Roman" panose="02020603050405020304" pitchFamily="18" charset="0"/>
            </a:endParaRPr>
          </a:p>
        </p:txBody>
      </p:sp>
    </p:spTree>
    <p:extLst>
      <p:ext uri="{BB962C8B-B14F-4D97-AF65-F5344CB8AC3E}">
        <p14:creationId xmlns:p14="http://schemas.microsoft.com/office/powerpoint/2010/main" val="316879507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6FC29F-6756-4587-84F7-EF3B2B40B979}"/>
              </a:ext>
            </a:extLst>
          </p:cNvPr>
          <p:cNvSpPr>
            <a:spLocks noGrp="1"/>
          </p:cNvSpPr>
          <p:nvPr>
            <p:ph type="title"/>
          </p:nvPr>
        </p:nvSpPr>
        <p:spPr>
          <a:xfrm>
            <a:off x="0" y="1"/>
            <a:ext cx="12192000" cy="1117600"/>
          </a:xfrm>
        </p:spPr>
        <p:txBody>
          <a:bodyPr>
            <a:normAutofit fontScale="90000"/>
          </a:bodyPr>
          <a:lstStyle/>
          <a:p>
            <a:pPr algn="ctr"/>
            <a:r>
              <a:rPr lang="am-ET" sz="6000" b="1" dirty="0">
                <a:solidFill>
                  <a:srgbClr val="C00000"/>
                </a:solidFill>
              </a:rPr>
              <a:t>ምስባክ  </a:t>
            </a:r>
            <a:r>
              <a:rPr lang="en-US" sz="6000" b="1" dirty="0" err="1">
                <a:solidFill>
                  <a:srgbClr val="C00000"/>
                </a:solidFill>
              </a:rPr>
              <a:t>ከጰራቅሊጦስ</a:t>
            </a:r>
            <a:r>
              <a:rPr lang="en-US" sz="6000" b="1" dirty="0">
                <a:solidFill>
                  <a:srgbClr val="C00000"/>
                </a:solidFill>
              </a:rPr>
              <a:t> </a:t>
            </a:r>
            <a:r>
              <a:rPr lang="en-US" sz="6000" b="1" dirty="0" err="1">
                <a:solidFill>
                  <a:srgbClr val="C00000"/>
                </a:solidFill>
              </a:rPr>
              <a:t>በኋላ</a:t>
            </a:r>
            <a:r>
              <a:rPr lang="en-US" sz="6000" b="1">
                <a:solidFill>
                  <a:srgbClr val="C00000"/>
                </a:solidFill>
              </a:rPr>
              <a:t> </a:t>
            </a:r>
            <a:r>
              <a:rPr lang="en-US" sz="6000" b="1" dirty="0">
                <a:solidFill>
                  <a:srgbClr val="C00000"/>
                </a:solidFill>
              </a:rPr>
              <a:t>1</a:t>
            </a:r>
            <a:r>
              <a:rPr lang="am-ET" sz="6000" b="1">
                <a:solidFill>
                  <a:srgbClr val="C00000"/>
                </a:solidFill>
              </a:rPr>
              <a:t>ኛ </a:t>
            </a:r>
            <a:r>
              <a:rPr lang="am-ET" sz="6000" b="1" dirty="0">
                <a:solidFill>
                  <a:srgbClr val="C00000"/>
                </a:solidFill>
              </a:rPr>
              <a:t>(መዝ </a:t>
            </a:r>
            <a:r>
              <a:rPr lang="en-US" sz="6000" b="1" dirty="0">
                <a:solidFill>
                  <a:srgbClr val="C00000"/>
                </a:solidFill>
              </a:rPr>
              <a:t>33</a:t>
            </a:r>
            <a:r>
              <a:rPr lang="am-ET" sz="6000" b="1" dirty="0">
                <a:solidFill>
                  <a:srgbClr val="C00000"/>
                </a:solidFill>
              </a:rPr>
              <a:t>/</a:t>
            </a:r>
            <a:r>
              <a:rPr lang="en-US" sz="6000" b="1" dirty="0">
                <a:solidFill>
                  <a:srgbClr val="C00000"/>
                </a:solidFill>
              </a:rPr>
              <a:t>34</a:t>
            </a:r>
            <a:r>
              <a:rPr lang="am-ET" sz="6000" b="1" dirty="0">
                <a:solidFill>
                  <a:srgbClr val="C00000"/>
                </a:solidFill>
              </a:rPr>
              <a:t>፥</a:t>
            </a:r>
            <a:r>
              <a:rPr lang="en-US" sz="6000" b="1" dirty="0">
                <a:solidFill>
                  <a:srgbClr val="C00000"/>
                </a:solidFill>
              </a:rPr>
              <a:t>7</a:t>
            </a:r>
            <a:r>
              <a:rPr lang="am-ET" sz="6000" b="1" dirty="0">
                <a:solidFill>
                  <a:srgbClr val="C00000"/>
                </a:solidFill>
              </a:rPr>
              <a:t>-</a:t>
            </a:r>
            <a:r>
              <a:rPr lang="en-US" sz="6000" b="1" dirty="0">
                <a:solidFill>
                  <a:srgbClr val="C00000"/>
                </a:solidFill>
              </a:rPr>
              <a:t>8</a:t>
            </a:r>
            <a:r>
              <a:rPr lang="am-ET" sz="6000" b="1" dirty="0">
                <a:solidFill>
                  <a:srgbClr val="C00000"/>
                </a:solidFill>
              </a:rPr>
              <a:t>)</a:t>
            </a:r>
          </a:p>
        </p:txBody>
      </p:sp>
      <p:sp>
        <p:nvSpPr>
          <p:cNvPr id="3" name="Content Placeholder 2">
            <a:extLst>
              <a:ext uri="{FF2B5EF4-FFF2-40B4-BE49-F238E27FC236}">
                <a16:creationId xmlns:a16="http://schemas.microsoft.com/office/drawing/2014/main" id="{ECA9CA44-C467-4BBE-9C7A-39DD4F897FDA}"/>
              </a:ext>
            </a:extLst>
          </p:cNvPr>
          <p:cNvSpPr>
            <a:spLocks noGrp="1"/>
          </p:cNvSpPr>
          <p:nvPr>
            <p:ph idx="1"/>
          </p:nvPr>
        </p:nvSpPr>
        <p:spPr>
          <a:xfrm>
            <a:off x="0" y="1117602"/>
            <a:ext cx="12192000" cy="5740399"/>
          </a:xfrm>
        </p:spPr>
        <p:txBody>
          <a:bodyPr>
            <a:normAutofit fontScale="85000" lnSpcReduction="20000"/>
          </a:bodyPr>
          <a:lstStyle/>
          <a:p>
            <a:pPr marL="0" indent="0" algn="ctr">
              <a:buNone/>
            </a:pPr>
            <a:r>
              <a:rPr lang="am-ET" sz="11500" dirty="0">
                <a:latin typeface="+mj-lt"/>
                <a:ea typeface="Ebrima" panose="02000000000000000000" pitchFamily="2" charset="0"/>
                <a:cs typeface="Times New Roman" panose="02020603050405020304" pitchFamily="18" charset="0"/>
              </a:rPr>
              <a:t>ይትዐየን መልአከ እግዚአብሔር ዐውዶሙ፤</a:t>
            </a:r>
          </a:p>
          <a:p>
            <a:pPr marL="0" indent="0" algn="ctr">
              <a:buNone/>
            </a:pPr>
            <a:r>
              <a:rPr lang="am-ET" sz="11500" dirty="0">
                <a:latin typeface="+mj-lt"/>
                <a:ea typeface="Ebrima" panose="02000000000000000000" pitchFamily="2" charset="0"/>
                <a:cs typeface="Times New Roman" panose="02020603050405020304" pitchFamily="18" charset="0"/>
              </a:rPr>
              <a:t>ለእለ ይፈርህዎ ወያድኅኖሙ፤</a:t>
            </a:r>
          </a:p>
          <a:p>
            <a:pPr marL="0" indent="0" algn="ctr">
              <a:buNone/>
            </a:pPr>
            <a:r>
              <a:rPr lang="am-ET" sz="11500" dirty="0">
                <a:latin typeface="+mj-lt"/>
                <a:ea typeface="Ebrima" panose="02000000000000000000" pitchFamily="2" charset="0"/>
                <a:cs typeface="Times New Roman" panose="02020603050405020304" pitchFamily="18" charset="0"/>
              </a:rPr>
              <a:t>ጠዐሙ ወታእምሩ ከመ ኄር እግዚአብሔር።</a:t>
            </a:r>
          </a:p>
          <a:p>
            <a:pPr marL="0" indent="0" algn="ctr">
              <a:buNone/>
            </a:pPr>
            <a:endParaRPr lang="en-US" sz="10600" dirty="0">
              <a:latin typeface="+mj-lt"/>
              <a:ea typeface="Ebrima" panose="02000000000000000000" pitchFamily="2" charset="0"/>
              <a:cs typeface="Times New Roman" panose="02020603050405020304" pitchFamily="18" charset="0"/>
            </a:endParaRPr>
          </a:p>
        </p:txBody>
      </p:sp>
    </p:spTree>
    <p:extLst>
      <p:ext uri="{BB962C8B-B14F-4D97-AF65-F5344CB8AC3E}">
        <p14:creationId xmlns:p14="http://schemas.microsoft.com/office/powerpoint/2010/main" val="215739305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6FC29F-6756-4587-84F7-EF3B2B40B979}"/>
              </a:ext>
            </a:extLst>
          </p:cNvPr>
          <p:cNvSpPr>
            <a:spLocks noGrp="1"/>
          </p:cNvSpPr>
          <p:nvPr>
            <p:ph type="title"/>
          </p:nvPr>
        </p:nvSpPr>
        <p:spPr>
          <a:xfrm>
            <a:off x="0" y="1"/>
            <a:ext cx="12192000" cy="1117600"/>
          </a:xfrm>
        </p:spPr>
        <p:txBody>
          <a:bodyPr>
            <a:normAutofit/>
          </a:bodyPr>
          <a:lstStyle/>
          <a:p>
            <a:pPr algn="ctr"/>
            <a:r>
              <a:rPr lang="am-ET" sz="6000" b="1" dirty="0">
                <a:solidFill>
                  <a:srgbClr val="C00000"/>
                </a:solidFill>
              </a:rPr>
              <a:t>ምስባክ ዘትንሣኤ </a:t>
            </a:r>
            <a:r>
              <a:rPr lang="en-US" sz="6000" b="1" dirty="0">
                <a:solidFill>
                  <a:srgbClr val="C00000"/>
                </a:solidFill>
              </a:rPr>
              <a:t>8</a:t>
            </a:r>
            <a:r>
              <a:rPr lang="am-ET" sz="6000" b="1" dirty="0">
                <a:solidFill>
                  <a:srgbClr val="C00000"/>
                </a:solidFill>
              </a:rPr>
              <a:t>ኛ (መዝ </a:t>
            </a:r>
            <a:r>
              <a:rPr lang="en-US" sz="6000" b="1" dirty="0">
                <a:solidFill>
                  <a:srgbClr val="C00000"/>
                </a:solidFill>
              </a:rPr>
              <a:t>50</a:t>
            </a:r>
            <a:r>
              <a:rPr lang="am-ET" sz="6000" b="1" dirty="0">
                <a:solidFill>
                  <a:srgbClr val="C00000"/>
                </a:solidFill>
              </a:rPr>
              <a:t>/</a:t>
            </a:r>
            <a:r>
              <a:rPr lang="en-US" sz="6000" b="1" dirty="0">
                <a:solidFill>
                  <a:srgbClr val="C00000"/>
                </a:solidFill>
              </a:rPr>
              <a:t>51</a:t>
            </a:r>
            <a:r>
              <a:rPr lang="am-ET" sz="6000" b="1" dirty="0">
                <a:solidFill>
                  <a:srgbClr val="C00000"/>
                </a:solidFill>
              </a:rPr>
              <a:t>፥</a:t>
            </a:r>
            <a:r>
              <a:rPr lang="en-US" sz="6000" b="1" dirty="0">
                <a:solidFill>
                  <a:srgbClr val="C00000"/>
                </a:solidFill>
              </a:rPr>
              <a:t>11</a:t>
            </a:r>
            <a:r>
              <a:rPr lang="am-ET" sz="6000" b="1" dirty="0">
                <a:solidFill>
                  <a:srgbClr val="C00000"/>
                </a:solidFill>
              </a:rPr>
              <a:t>-</a:t>
            </a:r>
            <a:r>
              <a:rPr lang="en-US" sz="6000" b="1" dirty="0">
                <a:solidFill>
                  <a:srgbClr val="C00000"/>
                </a:solidFill>
              </a:rPr>
              <a:t>12</a:t>
            </a:r>
            <a:r>
              <a:rPr lang="am-ET" sz="6000" b="1" dirty="0">
                <a:solidFill>
                  <a:srgbClr val="C00000"/>
                </a:solidFill>
              </a:rPr>
              <a:t>)</a:t>
            </a:r>
          </a:p>
        </p:txBody>
      </p:sp>
      <p:sp>
        <p:nvSpPr>
          <p:cNvPr id="3" name="Content Placeholder 2">
            <a:extLst>
              <a:ext uri="{FF2B5EF4-FFF2-40B4-BE49-F238E27FC236}">
                <a16:creationId xmlns:a16="http://schemas.microsoft.com/office/drawing/2014/main" id="{ECA9CA44-C467-4BBE-9C7A-39DD4F897FDA}"/>
              </a:ext>
            </a:extLst>
          </p:cNvPr>
          <p:cNvSpPr>
            <a:spLocks noGrp="1"/>
          </p:cNvSpPr>
          <p:nvPr>
            <p:ph idx="1"/>
          </p:nvPr>
        </p:nvSpPr>
        <p:spPr>
          <a:xfrm>
            <a:off x="0" y="1117602"/>
            <a:ext cx="12192000" cy="5740399"/>
          </a:xfrm>
        </p:spPr>
        <p:txBody>
          <a:bodyPr>
            <a:normAutofit fontScale="92500"/>
          </a:bodyPr>
          <a:lstStyle/>
          <a:p>
            <a:pPr marL="0" indent="0" algn="ctr">
              <a:buNone/>
            </a:pPr>
            <a:r>
              <a:rPr lang="am-ET" sz="10600" dirty="0">
                <a:solidFill>
                  <a:schemeClr val="accent1"/>
                </a:solidFill>
                <a:latin typeface="+mj-lt"/>
                <a:ea typeface="Ebrima" panose="02000000000000000000" pitchFamily="2" charset="0"/>
                <a:cs typeface="Times New Roman" panose="02020603050405020304" pitchFamily="18" charset="0"/>
              </a:rPr>
              <a:t>ወመንፈሰከ ቅዱስ ኢታውጽእ እምላዕሌየ፤</a:t>
            </a:r>
          </a:p>
          <a:p>
            <a:pPr marL="0" indent="0" algn="ctr">
              <a:buNone/>
            </a:pPr>
            <a:r>
              <a:rPr lang="am-ET" sz="10600" dirty="0">
                <a:solidFill>
                  <a:schemeClr val="accent1"/>
                </a:solidFill>
                <a:latin typeface="+mj-lt"/>
                <a:ea typeface="Ebrima" panose="02000000000000000000" pitchFamily="2" charset="0"/>
                <a:cs typeface="Times New Roman" panose="02020603050405020304" pitchFamily="18" charset="0"/>
              </a:rPr>
              <a:t>ዕሥየኒ ፍሥሐ ወአድኅኖተከ፤</a:t>
            </a:r>
          </a:p>
          <a:p>
            <a:pPr marL="0" indent="0" algn="ctr">
              <a:buNone/>
            </a:pPr>
            <a:r>
              <a:rPr lang="am-ET" sz="10600" dirty="0">
                <a:solidFill>
                  <a:schemeClr val="accent1"/>
                </a:solidFill>
                <a:latin typeface="+mj-lt"/>
                <a:ea typeface="Ebrima" panose="02000000000000000000" pitchFamily="2" charset="0"/>
                <a:cs typeface="Times New Roman" panose="02020603050405020304" pitchFamily="18" charset="0"/>
              </a:rPr>
              <a:t>ወበመንፈስ አዚዝ አጽንዓኒ።</a:t>
            </a:r>
          </a:p>
          <a:p>
            <a:pPr marL="0" indent="0" algn="ctr">
              <a:buNone/>
            </a:pPr>
            <a:endParaRPr lang="am-ET" sz="10600" dirty="0">
              <a:solidFill>
                <a:schemeClr val="accent1"/>
              </a:solidFill>
              <a:latin typeface="+mj-lt"/>
              <a:ea typeface="Ebrima" panose="02000000000000000000" pitchFamily="2" charset="0"/>
              <a:cs typeface="Times New Roman" panose="02020603050405020304" pitchFamily="18" charset="0"/>
            </a:endParaRPr>
          </a:p>
        </p:txBody>
      </p:sp>
    </p:spTree>
    <p:extLst>
      <p:ext uri="{BB962C8B-B14F-4D97-AF65-F5344CB8AC3E}">
        <p14:creationId xmlns:p14="http://schemas.microsoft.com/office/powerpoint/2010/main" val="16706356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6FC29F-6756-4587-84F7-EF3B2B40B979}"/>
              </a:ext>
            </a:extLst>
          </p:cNvPr>
          <p:cNvSpPr>
            <a:spLocks noGrp="1"/>
          </p:cNvSpPr>
          <p:nvPr>
            <p:ph type="title"/>
          </p:nvPr>
        </p:nvSpPr>
        <p:spPr>
          <a:xfrm>
            <a:off x="0" y="1"/>
            <a:ext cx="12192000" cy="1117600"/>
          </a:xfrm>
        </p:spPr>
        <p:txBody>
          <a:bodyPr>
            <a:normAutofit/>
          </a:bodyPr>
          <a:lstStyle/>
          <a:p>
            <a:pPr algn="ctr"/>
            <a:r>
              <a:rPr lang="am-ET" sz="6000" b="1" dirty="0">
                <a:solidFill>
                  <a:srgbClr val="C00000"/>
                </a:solidFill>
              </a:rPr>
              <a:t>ምስባክ ዘትንሣኤ 7ኛ (መዝ 46/47፥5-6)</a:t>
            </a:r>
          </a:p>
        </p:txBody>
      </p:sp>
      <p:sp>
        <p:nvSpPr>
          <p:cNvPr id="3" name="Content Placeholder 2">
            <a:extLst>
              <a:ext uri="{FF2B5EF4-FFF2-40B4-BE49-F238E27FC236}">
                <a16:creationId xmlns:a16="http://schemas.microsoft.com/office/drawing/2014/main" id="{ECA9CA44-C467-4BBE-9C7A-39DD4F897FDA}"/>
              </a:ext>
            </a:extLst>
          </p:cNvPr>
          <p:cNvSpPr>
            <a:spLocks noGrp="1"/>
          </p:cNvSpPr>
          <p:nvPr>
            <p:ph idx="1"/>
          </p:nvPr>
        </p:nvSpPr>
        <p:spPr>
          <a:xfrm>
            <a:off x="0" y="1117602"/>
            <a:ext cx="12192000" cy="5740399"/>
          </a:xfrm>
        </p:spPr>
        <p:txBody>
          <a:bodyPr>
            <a:normAutofit lnSpcReduction="10000"/>
          </a:bodyPr>
          <a:lstStyle/>
          <a:p>
            <a:pPr marL="0" indent="0" algn="ctr">
              <a:buNone/>
            </a:pPr>
            <a:r>
              <a:rPr lang="am-ET" sz="10600" dirty="0">
                <a:solidFill>
                  <a:schemeClr val="accent1"/>
                </a:solidFill>
                <a:latin typeface="+mj-lt"/>
                <a:ea typeface="Ebrima" panose="02000000000000000000" pitchFamily="2" charset="0"/>
                <a:cs typeface="Times New Roman" panose="02020603050405020304" pitchFamily="18" charset="0"/>
              </a:rPr>
              <a:t>ዓርገ እግዚአብሔር በይባቤ፤</a:t>
            </a:r>
          </a:p>
          <a:p>
            <a:pPr marL="0" indent="0" algn="ctr">
              <a:buNone/>
            </a:pPr>
            <a:r>
              <a:rPr lang="am-ET" sz="10600" dirty="0">
                <a:solidFill>
                  <a:schemeClr val="accent1"/>
                </a:solidFill>
                <a:latin typeface="+mj-lt"/>
                <a:ea typeface="Ebrima" panose="02000000000000000000" pitchFamily="2" charset="0"/>
                <a:cs typeface="Times New Roman" panose="02020603050405020304" pitchFamily="18" charset="0"/>
              </a:rPr>
              <a:t>ወእግዚእነ በቃለ ቀርን፤</a:t>
            </a:r>
          </a:p>
          <a:p>
            <a:pPr marL="0" indent="0" algn="ctr">
              <a:buNone/>
            </a:pPr>
            <a:r>
              <a:rPr lang="am-ET" sz="10600" dirty="0">
                <a:solidFill>
                  <a:schemeClr val="accent1"/>
                </a:solidFill>
                <a:latin typeface="+mj-lt"/>
                <a:ea typeface="Ebrima" panose="02000000000000000000" pitchFamily="2" charset="0"/>
                <a:cs typeface="Times New Roman" panose="02020603050405020304" pitchFamily="18" charset="0"/>
              </a:rPr>
              <a:t>ዘምሩ ለአምላክነ ዘምሩ።</a:t>
            </a:r>
          </a:p>
          <a:p>
            <a:pPr marL="0" indent="0" algn="ctr">
              <a:buNone/>
            </a:pPr>
            <a:endParaRPr lang="am-ET" sz="10600" dirty="0">
              <a:solidFill>
                <a:schemeClr val="accent1"/>
              </a:solidFill>
              <a:latin typeface="+mj-lt"/>
              <a:ea typeface="Ebrima" panose="02000000000000000000" pitchFamily="2" charset="0"/>
              <a:cs typeface="Times New Roman" panose="02020603050405020304" pitchFamily="18" charset="0"/>
            </a:endParaRPr>
          </a:p>
        </p:txBody>
      </p:sp>
    </p:spTree>
    <p:extLst>
      <p:ext uri="{BB962C8B-B14F-4D97-AF65-F5344CB8AC3E}">
        <p14:creationId xmlns:p14="http://schemas.microsoft.com/office/powerpoint/2010/main" val="243033173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F5BC56-F92F-4945-BF36-2FD05C4D34F2}"/>
              </a:ext>
            </a:extLst>
          </p:cNvPr>
          <p:cNvSpPr>
            <a:spLocks noGrp="1"/>
          </p:cNvSpPr>
          <p:nvPr>
            <p:ph type="title"/>
          </p:nvPr>
        </p:nvSpPr>
        <p:spPr>
          <a:xfrm>
            <a:off x="2" y="0"/>
            <a:ext cx="12191999" cy="1057565"/>
          </a:xfrm>
        </p:spPr>
        <p:txBody>
          <a:bodyPr>
            <a:noAutofit/>
          </a:bodyPr>
          <a:lstStyle/>
          <a:p>
            <a:r>
              <a:rPr lang="en-US" sz="6600" b="1" dirty="0">
                <a:solidFill>
                  <a:srgbClr val="FF0000"/>
                </a:solidFill>
                <a:latin typeface="Ebrima" pitchFamily="2" charset="0"/>
                <a:ea typeface="Ebrima" pitchFamily="2" charset="0"/>
                <a:cs typeface="Ebrima" pitchFamily="2" charset="0"/>
              </a:rPr>
              <a:t>ም</a:t>
            </a:r>
            <a:r>
              <a:rPr lang="am-ET" sz="6600" b="1" dirty="0">
                <a:solidFill>
                  <a:srgbClr val="FF0000"/>
                </a:solidFill>
                <a:latin typeface="Ebrima" pitchFamily="2" charset="0"/>
                <a:ea typeface="Ebrima" pitchFamily="2" charset="0"/>
                <a:cs typeface="Ebrima" pitchFamily="2" charset="0"/>
              </a:rPr>
              <a:t>ስ</a:t>
            </a:r>
            <a:r>
              <a:rPr lang="en-US" sz="6600" b="1" dirty="0" err="1">
                <a:solidFill>
                  <a:srgbClr val="FF0000"/>
                </a:solidFill>
                <a:latin typeface="Ebrima" pitchFamily="2" charset="0"/>
                <a:ea typeface="Ebrima" pitchFamily="2" charset="0"/>
                <a:cs typeface="Ebrima" pitchFamily="2" charset="0"/>
              </a:rPr>
              <a:t>ባክ</a:t>
            </a:r>
            <a:r>
              <a:rPr lang="en-US" sz="6600" b="1" dirty="0">
                <a:solidFill>
                  <a:srgbClr val="FF0000"/>
                </a:solidFill>
              </a:rPr>
              <a:t> </a:t>
            </a:r>
            <a:r>
              <a:rPr lang="am-ET" sz="8000" b="1" dirty="0">
                <a:solidFill>
                  <a:schemeClr val="accent1">
                    <a:lumMod val="75000"/>
                  </a:schemeClr>
                </a:solidFill>
              </a:rPr>
              <a:t>ዘትንሣኤ 6ኛ </a:t>
            </a:r>
            <a:r>
              <a:rPr lang="en-US" sz="4800" b="1" dirty="0">
                <a:solidFill>
                  <a:schemeClr val="accent1">
                    <a:lumMod val="75000"/>
                  </a:schemeClr>
                </a:solidFill>
              </a:rPr>
              <a:t>(</a:t>
            </a:r>
            <a:r>
              <a:rPr lang="am-ET" sz="4800" b="1" dirty="0">
                <a:solidFill>
                  <a:schemeClr val="accent1">
                    <a:lumMod val="75000"/>
                  </a:schemeClr>
                </a:solidFill>
              </a:rPr>
              <a:t>መዝ 77/78፥29-30</a:t>
            </a:r>
            <a:r>
              <a:rPr lang="en-US" sz="4800" b="1" dirty="0">
                <a:solidFill>
                  <a:schemeClr val="accent1">
                    <a:lumMod val="75000"/>
                  </a:schemeClr>
                </a:solidFill>
              </a:rPr>
              <a:t>)</a:t>
            </a:r>
            <a:endParaRPr lang="en-US" sz="7200" b="1" dirty="0">
              <a:solidFill>
                <a:schemeClr val="accent1">
                  <a:lumMod val="75000"/>
                </a:schemeClr>
              </a:solidFill>
              <a:latin typeface="Ebrima" pitchFamily="2" charset="0"/>
              <a:ea typeface="Ebrima" pitchFamily="2" charset="0"/>
              <a:cs typeface="Ebrima" pitchFamily="2" charset="0"/>
            </a:endParaRPr>
          </a:p>
        </p:txBody>
      </p:sp>
      <p:sp>
        <p:nvSpPr>
          <p:cNvPr id="3" name="Content Placeholder 2">
            <a:extLst>
              <a:ext uri="{FF2B5EF4-FFF2-40B4-BE49-F238E27FC236}">
                <a16:creationId xmlns:a16="http://schemas.microsoft.com/office/drawing/2014/main" id="{15DC8158-13B1-49CD-9DB4-69D77DA4E83D}"/>
              </a:ext>
            </a:extLst>
          </p:cNvPr>
          <p:cNvSpPr>
            <a:spLocks noGrp="1"/>
          </p:cNvSpPr>
          <p:nvPr>
            <p:ph idx="1"/>
          </p:nvPr>
        </p:nvSpPr>
        <p:spPr>
          <a:xfrm>
            <a:off x="1" y="853442"/>
            <a:ext cx="12092331" cy="6004559"/>
          </a:xfrm>
        </p:spPr>
        <p:txBody>
          <a:bodyPr>
            <a:noAutofit/>
          </a:bodyPr>
          <a:lstStyle/>
          <a:p>
            <a:pPr marL="0" indent="0" algn="ctr">
              <a:lnSpc>
                <a:spcPct val="100000"/>
              </a:lnSpc>
              <a:buNone/>
            </a:pPr>
            <a:r>
              <a:rPr lang="am-ET" sz="9600" b="1" dirty="0"/>
              <a:t>በልዑ ወጽግቡ ጥቀ ፤ </a:t>
            </a:r>
          </a:p>
          <a:p>
            <a:pPr marL="0" indent="0" algn="ctr">
              <a:lnSpc>
                <a:spcPct val="100000"/>
              </a:lnSpc>
              <a:buNone/>
            </a:pPr>
            <a:r>
              <a:rPr lang="am-ET" sz="9600" b="1" dirty="0"/>
              <a:t>ወወሃቦሙ ለፍትወቶሙ፤</a:t>
            </a:r>
          </a:p>
          <a:p>
            <a:pPr marL="0" indent="0" algn="ctr">
              <a:lnSpc>
                <a:spcPct val="100000"/>
              </a:lnSpc>
              <a:buNone/>
            </a:pPr>
            <a:r>
              <a:rPr lang="am-ET" sz="9600" b="1" dirty="0"/>
              <a:t>ወኢያኅጥኦሙ እምዘፈቀዱ። </a:t>
            </a:r>
            <a:endParaRPr lang="en-US" sz="9600" b="1" dirty="0"/>
          </a:p>
          <a:p>
            <a:pPr marL="0" indent="0" algn="ctr">
              <a:lnSpc>
                <a:spcPct val="100000"/>
              </a:lnSpc>
              <a:buNone/>
            </a:pPr>
            <a:r>
              <a:rPr lang="am-ET" sz="16600" b="1" dirty="0"/>
              <a:t>   </a:t>
            </a:r>
            <a:endParaRPr lang="en-US" sz="16600" b="1" dirty="0"/>
          </a:p>
          <a:p>
            <a:pPr marL="0" indent="0" algn="ctr">
              <a:lnSpc>
                <a:spcPct val="100000"/>
              </a:lnSpc>
              <a:buNone/>
            </a:pPr>
            <a:endParaRPr lang="en-US" sz="8800" b="1" dirty="0"/>
          </a:p>
          <a:p>
            <a:pPr marL="0" indent="0" algn="ctr">
              <a:lnSpc>
                <a:spcPct val="100000"/>
              </a:lnSpc>
              <a:buNone/>
            </a:pPr>
            <a:endParaRPr lang="en-US" sz="8800" b="1" dirty="0"/>
          </a:p>
        </p:txBody>
      </p:sp>
    </p:spTree>
    <p:extLst>
      <p:ext uri="{BB962C8B-B14F-4D97-AF65-F5344CB8AC3E}">
        <p14:creationId xmlns:p14="http://schemas.microsoft.com/office/powerpoint/2010/main" val="228344616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E73422D-3C66-83F1-21A5-41C7069C0442}"/>
              </a:ext>
            </a:extLst>
          </p:cNvPr>
          <p:cNvSpPr txBox="1"/>
          <p:nvPr/>
        </p:nvSpPr>
        <p:spPr>
          <a:xfrm>
            <a:off x="0" y="1"/>
            <a:ext cx="12192000" cy="1200329"/>
          </a:xfrm>
          <a:prstGeom prst="rect">
            <a:avLst/>
          </a:prstGeom>
          <a:noFill/>
        </p:spPr>
        <p:txBody>
          <a:bodyPr wrap="square">
            <a:spAutoFit/>
          </a:bodyPr>
          <a:lstStyle/>
          <a:p>
            <a:r>
              <a:rPr lang="en-US" sz="7200" b="1" dirty="0">
                <a:solidFill>
                  <a:srgbClr val="FF0000"/>
                </a:solidFill>
              </a:rPr>
              <a:t>  ም</a:t>
            </a:r>
            <a:r>
              <a:rPr lang="am-ET" sz="7200" b="1" dirty="0">
                <a:solidFill>
                  <a:srgbClr val="FF0000"/>
                </a:solidFill>
              </a:rPr>
              <a:t>ስ</a:t>
            </a:r>
            <a:r>
              <a:rPr lang="en-US" sz="7200" b="1" dirty="0" err="1">
                <a:solidFill>
                  <a:srgbClr val="FF0000"/>
                </a:solidFill>
              </a:rPr>
              <a:t>ባክ</a:t>
            </a:r>
            <a:r>
              <a:rPr lang="en-US" sz="7200" b="1" dirty="0">
                <a:solidFill>
                  <a:srgbClr val="FF0000"/>
                </a:solidFill>
              </a:rPr>
              <a:t> </a:t>
            </a:r>
            <a:r>
              <a:rPr lang="en-US" sz="7200" b="1" dirty="0" err="1">
                <a:solidFill>
                  <a:schemeClr val="tx1">
                    <a:lumMod val="75000"/>
                    <a:lumOff val="25000"/>
                  </a:schemeClr>
                </a:solidFill>
              </a:rPr>
              <a:t>ዘክህነት</a:t>
            </a:r>
            <a:r>
              <a:rPr lang="en-US" sz="5400" b="1" dirty="0">
                <a:solidFill>
                  <a:schemeClr val="tx1">
                    <a:lumMod val="75000"/>
                    <a:lumOff val="25000"/>
                  </a:schemeClr>
                </a:solidFill>
                <a:latin typeface="Times New Roman" panose="02020603050405020304" pitchFamily="18" charset="0"/>
                <a:cs typeface="Times New Roman" panose="02020603050405020304" pitchFamily="18" charset="0"/>
              </a:rPr>
              <a:t>(</a:t>
            </a:r>
            <a:r>
              <a:rPr lang="am-ET" sz="5400" b="1" dirty="0">
                <a:solidFill>
                  <a:schemeClr val="tx1">
                    <a:lumMod val="75000"/>
                    <a:lumOff val="25000"/>
                  </a:schemeClr>
                </a:solidFill>
                <a:latin typeface="Times New Roman" panose="02020603050405020304" pitchFamily="18" charset="0"/>
                <a:cs typeface="Times New Roman" panose="02020603050405020304" pitchFamily="18" charset="0"/>
              </a:rPr>
              <a:t>መዝ </a:t>
            </a:r>
            <a:r>
              <a:rPr lang="en-US" sz="5400" b="1" dirty="0">
                <a:solidFill>
                  <a:schemeClr val="tx1">
                    <a:lumMod val="75000"/>
                    <a:lumOff val="25000"/>
                  </a:schemeClr>
                </a:solidFill>
                <a:latin typeface="Times New Roman" panose="02020603050405020304" pitchFamily="18" charset="0"/>
                <a:cs typeface="Times New Roman" panose="02020603050405020304" pitchFamily="18" charset="0"/>
              </a:rPr>
              <a:t>131/132</a:t>
            </a:r>
            <a:r>
              <a:rPr lang="am-ET" sz="5400" b="1" dirty="0">
                <a:solidFill>
                  <a:schemeClr val="tx1">
                    <a:lumMod val="75000"/>
                    <a:lumOff val="25000"/>
                  </a:schemeClr>
                </a:solidFill>
                <a:latin typeface="Times New Roman" panose="02020603050405020304" pitchFamily="18" charset="0"/>
                <a:cs typeface="Times New Roman" panose="02020603050405020304" pitchFamily="18" charset="0"/>
              </a:rPr>
              <a:t>፥</a:t>
            </a:r>
            <a:r>
              <a:rPr lang="en-US" sz="5400" b="1" dirty="0">
                <a:solidFill>
                  <a:schemeClr val="tx1">
                    <a:lumMod val="75000"/>
                    <a:lumOff val="25000"/>
                  </a:schemeClr>
                </a:solidFill>
                <a:latin typeface="Times New Roman" panose="02020603050405020304" pitchFamily="18" charset="0"/>
                <a:cs typeface="Times New Roman" panose="02020603050405020304" pitchFamily="18" charset="0"/>
              </a:rPr>
              <a:t>14</a:t>
            </a:r>
            <a:r>
              <a:rPr lang="am-ET" sz="5400" b="1" dirty="0">
                <a:solidFill>
                  <a:schemeClr val="tx1">
                    <a:lumMod val="75000"/>
                    <a:lumOff val="25000"/>
                  </a:schemeClr>
                </a:solidFill>
                <a:latin typeface="Times New Roman" panose="02020603050405020304" pitchFamily="18" charset="0"/>
                <a:cs typeface="Times New Roman" panose="02020603050405020304" pitchFamily="18" charset="0"/>
              </a:rPr>
              <a:t>-</a:t>
            </a:r>
            <a:r>
              <a:rPr lang="en-US" sz="5400" b="1" dirty="0">
                <a:solidFill>
                  <a:schemeClr val="tx1">
                    <a:lumMod val="75000"/>
                    <a:lumOff val="25000"/>
                  </a:schemeClr>
                </a:solidFill>
                <a:latin typeface="Times New Roman" panose="02020603050405020304" pitchFamily="18" charset="0"/>
                <a:cs typeface="Times New Roman" panose="02020603050405020304" pitchFamily="18" charset="0"/>
              </a:rPr>
              <a:t>15)</a:t>
            </a:r>
            <a:endParaRPr lang="en-US" sz="6700" dirty="0"/>
          </a:p>
        </p:txBody>
      </p:sp>
      <p:sp>
        <p:nvSpPr>
          <p:cNvPr id="5" name="TextBox 4">
            <a:extLst>
              <a:ext uri="{FF2B5EF4-FFF2-40B4-BE49-F238E27FC236}">
                <a16:creationId xmlns:a16="http://schemas.microsoft.com/office/drawing/2014/main" id="{D9D43EF9-A47F-399D-9BF4-57D32B52256F}"/>
              </a:ext>
            </a:extLst>
          </p:cNvPr>
          <p:cNvSpPr txBox="1"/>
          <p:nvPr/>
        </p:nvSpPr>
        <p:spPr>
          <a:xfrm>
            <a:off x="0" y="1024128"/>
            <a:ext cx="12192000" cy="9571851"/>
          </a:xfrm>
          <a:prstGeom prst="rect">
            <a:avLst/>
          </a:prstGeom>
          <a:noFill/>
        </p:spPr>
        <p:txBody>
          <a:bodyPr wrap="square">
            <a:spAutoFit/>
          </a:bodyPr>
          <a:lstStyle/>
          <a:p>
            <a:pPr algn="ctr"/>
            <a:r>
              <a:rPr lang="en-US" sz="8800" b="1" dirty="0" err="1">
                <a:latin typeface="Nyala" panose="02000504070300020003" pitchFamily="2" charset="0"/>
                <a:ea typeface="Ebrima" panose="02000000000000000000" pitchFamily="2" charset="0"/>
                <a:cs typeface="Ebrima" panose="02000000000000000000" pitchFamily="2" charset="0"/>
              </a:rPr>
              <a:t>ካህናቲከ</a:t>
            </a:r>
            <a:r>
              <a:rPr lang="en-US" sz="8800" b="1" dirty="0">
                <a:latin typeface="Nyala" panose="02000504070300020003" pitchFamily="2" charset="0"/>
                <a:ea typeface="Ebrima" panose="02000000000000000000" pitchFamily="2" charset="0"/>
                <a:cs typeface="Ebrima" panose="02000000000000000000" pitchFamily="2" charset="0"/>
              </a:rPr>
              <a:t> </a:t>
            </a:r>
            <a:r>
              <a:rPr lang="en-US" sz="8800" b="1" dirty="0" err="1">
                <a:latin typeface="Nyala" panose="02000504070300020003" pitchFamily="2" charset="0"/>
                <a:ea typeface="Ebrima" panose="02000000000000000000" pitchFamily="2" charset="0"/>
                <a:cs typeface="Ebrima" panose="02000000000000000000" pitchFamily="2" charset="0"/>
              </a:rPr>
              <a:t>ይለብሱ</a:t>
            </a:r>
            <a:r>
              <a:rPr lang="en-US" sz="8800" b="1" dirty="0">
                <a:latin typeface="Nyala" panose="02000504070300020003" pitchFamily="2" charset="0"/>
                <a:ea typeface="Ebrima" panose="02000000000000000000" pitchFamily="2" charset="0"/>
                <a:cs typeface="Ebrima" panose="02000000000000000000" pitchFamily="2" charset="0"/>
              </a:rPr>
              <a:t> </a:t>
            </a:r>
            <a:r>
              <a:rPr lang="en-US" sz="8800" b="1" dirty="0" err="1">
                <a:latin typeface="Nyala" panose="02000504070300020003" pitchFamily="2" charset="0"/>
                <a:ea typeface="Ebrima" panose="02000000000000000000" pitchFamily="2" charset="0"/>
                <a:cs typeface="Ebrima" panose="02000000000000000000" pitchFamily="2" charset="0"/>
              </a:rPr>
              <a:t>ጸድቀ</a:t>
            </a:r>
            <a:r>
              <a:rPr lang="am-ET" sz="8800" b="1" dirty="0">
                <a:latin typeface="Nyala" panose="02000504070300020003" pitchFamily="2" charset="0"/>
                <a:ea typeface="Ebrima" panose="02000000000000000000" pitchFamily="2" charset="0"/>
                <a:cs typeface="Ebrima" panose="02000000000000000000" pitchFamily="2" charset="0"/>
              </a:rPr>
              <a:t>፤</a:t>
            </a:r>
            <a:endParaRPr lang="en-US" sz="8800" b="1" dirty="0">
              <a:latin typeface="Nyala" panose="02000504070300020003" pitchFamily="2" charset="0"/>
              <a:ea typeface="Ebrima" panose="02000000000000000000" pitchFamily="2" charset="0"/>
              <a:cs typeface="Ebrima" panose="02000000000000000000" pitchFamily="2" charset="0"/>
            </a:endParaRPr>
          </a:p>
          <a:p>
            <a:pPr algn="ctr"/>
            <a:r>
              <a:rPr lang="en-US" sz="8800" b="1" dirty="0" err="1">
                <a:latin typeface="Nyala" panose="02000504070300020003" pitchFamily="2" charset="0"/>
                <a:ea typeface="Ebrima" panose="02000000000000000000" pitchFamily="2" charset="0"/>
                <a:cs typeface="Ebrima" panose="02000000000000000000" pitchFamily="2" charset="0"/>
              </a:rPr>
              <a:t>ወጻድቃኒከ</a:t>
            </a:r>
            <a:r>
              <a:rPr lang="en-US" sz="8800" b="1" dirty="0">
                <a:latin typeface="Nyala" panose="02000504070300020003" pitchFamily="2" charset="0"/>
                <a:ea typeface="Ebrima" panose="02000000000000000000" pitchFamily="2" charset="0"/>
                <a:cs typeface="Ebrima" panose="02000000000000000000" pitchFamily="2" charset="0"/>
              </a:rPr>
              <a:t> </a:t>
            </a:r>
            <a:r>
              <a:rPr lang="en-US" sz="8800" b="1" dirty="0" err="1">
                <a:latin typeface="Nyala" panose="02000504070300020003" pitchFamily="2" charset="0"/>
                <a:ea typeface="Ebrima" panose="02000000000000000000" pitchFamily="2" charset="0"/>
                <a:cs typeface="Ebrima" panose="02000000000000000000" pitchFamily="2" charset="0"/>
              </a:rPr>
              <a:t>ትፍስሕተ</a:t>
            </a:r>
            <a:r>
              <a:rPr lang="en-US" sz="8800" b="1" dirty="0">
                <a:latin typeface="Nyala" panose="02000504070300020003" pitchFamily="2" charset="0"/>
                <a:ea typeface="Ebrima" panose="02000000000000000000" pitchFamily="2" charset="0"/>
                <a:cs typeface="Ebrima" panose="02000000000000000000" pitchFamily="2" charset="0"/>
              </a:rPr>
              <a:t> </a:t>
            </a:r>
            <a:r>
              <a:rPr lang="en-US" sz="8800" b="1" dirty="0" err="1">
                <a:latin typeface="Nyala" panose="02000504070300020003" pitchFamily="2" charset="0"/>
                <a:ea typeface="Ebrima" panose="02000000000000000000" pitchFamily="2" charset="0"/>
                <a:cs typeface="Ebrima" panose="02000000000000000000" pitchFamily="2" charset="0"/>
              </a:rPr>
              <a:t>ይትፌሥሑ</a:t>
            </a:r>
            <a:r>
              <a:rPr lang="am-ET" sz="8800" b="1" dirty="0">
                <a:latin typeface="Nyala" panose="02000504070300020003" pitchFamily="2" charset="0"/>
                <a:ea typeface="Ebrima" panose="02000000000000000000" pitchFamily="2" charset="0"/>
                <a:cs typeface="Ebrima" panose="02000000000000000000" pitchFamily="2" charset="0"/>
              </a:rPr>
              <a:t>፤</a:t>
            </a:r>
            <a:endParaRPr lang="en-US" sz="8800" b="1" dirty="0">
              <a:latin typeface="Nyala" panose="02000504070300020003" pitchFamily="2" charset="0"/>
              <a:ea typeface="Ebrima" panose="02000000000000000000" pitchFamily="2" charset="0"/>
              <a:cs typeface="Ebrima" panose="02000000000000000000" pitchFamily="2" charset="0"/>
            </a:endParaRPr>
          </a:p>
          <a:p>
            <a:pPr algn="ctr"/>
            <a:r>
              <a:rPr lang="en-US" sz="8800" b="1" dirty="0" err="1">
                <a:latin typeface="Nyala" panose="02000504070300020003" pitchFamily="2" charset="0"/>
                <a:ea typeface="Ebrima" panose="02000000000000000000" pitchFamily="2" charset="0"/>
                <a:cs typeface="Ebrima" panose="02000000000000000000" pitchFamily="2" charset="0"/>
              </a:rPr>
              <a:t>በእንተ</a:t>
            </a:r>
            <a:r>
              <a:rPr lang="en-US" sz="8800" b="1" dirty="0">
                <a:latin typeface="Nyala" panose="02000504070300020003" pitchFamily="2" charset="0"/>
                <a:ea typeface="Ebrima" panose="02000000000000000000" pitchFamily="2" charset="0"/>
                <a:cs typeface="Ebrima" panose="02000000000000000000" pitchFamily="2" charset="0"/>
              </a:rPr>
              <a:t> </a:t>
            </a:r>
            <a:r>
              <a:rPr lang="en-US" sz="8800" b="1" dirty="0" err="1">
                <a:latin typeface="Nyala" panose="02000504070300020003" pitchFamily="2" charset="0"/>
                <a:ea typeface="Ebrima" panose="02000000000000000000" pitchFamily="2" charset="0"/>
                <a:cs typeface="Ebrima" panose="02000000000000000000" pitchFamily="2" charset="0"/>
              </a:rPr>
              <a:t>ዳዊት</a:t>
            </a:r>
            <a:r>
              <a:rPr lang="en-US" sz="8800" b="1" dirty="0">
                <a:latin typeface="Nyala" panose="02000504070300020003" pitchFamily="2" charset="0"/>
                <a:ea typeface="Ebrima" panose="02000000000000000000" pitchFamily="2" charset="0"/>
                <a:cs typeface="Ebrima" panose="02000000000000000000" pitchFamily="2" charset="0"/>
              </a:rPr>
              <a:t> </a:t>
            </a:r>
            <a:r>
              <a:rPr lang="en-US" sz="8800" b="1" dirty="0" err="1">
                <a:latin typeface="Nyala" panose="02000504070300020003" pitchFamily="2" charset="0"/>
                <a:ea typeface="Ebrima" panose="02000000000000000000" pitchFamily="2" charset="0"/>
                <a:cs typeface="Ebrima" panose="02000000000000000000" pitchFamily="2" charset="0"/>
              </a:rPr>
              <a:t>ገብርከ</a:t>
            </a:r>
            <a:r>
              <a:rPr lang="en-US" sz="8800" b="1" dirty="0">
                <a:latin typeface="Nyala" panose="02000504070300020003" pitchFamily="2" charset="0"/>
                <a:ea typeface="Ebrima" panose="02000000000000000000" pitchFamily="2" charset="0"/>
                <a:cs typeface="Ebrima" panose="02000000000000000000" pitchFamily="2" charset="0"/>
              </a:rPr>
              <a:t>።</a:t>
            </a:r>
          </a:p>
          <a:p>
            <a:pPr algn="ctr"/>
            <a:endParaRPr lang="en-US" sz="8800" b="1" dirty="0">
              <a:latin typeface="Ebrima" panose="02000000000000000000" pitchFamily="2" charset="0"/>
              <a:ea typeface="Ebrima" panose="02000000000000000000" pitchFamily="2" charset="0"/>
              <a:cs typeface="Ebrima" panose="02000000000000000000" pitchFamily="2" charset="0"/>
            </a:endParaRPr>
          </a:p>
          <a:p>
            <a:pPr algn="ctr"/>
            <a:endParaRPr lang="en-US" sz="8800" b="1" dirty="0">
              <a:latin typeface="Ebrima" panose="02000000000000000000" pitchFamily="2" charset="0"/>
              <a:ea typeface="Ebrima" panose="02000000000000000000" pitchFamily="2" charset="0"/>
              <a:cs typeface="Ebrima" panose="02000000000000000000" pitchFamily="2" charset="0"/>
            </a:endParaRPr>
          </a:p>
          <a:p>
            <a:pPr algn="ctr"/>
            <a:endParaRPr lang="en-US" sz="8800" b="1" dirty="0"/>
          </a:p>
        </p:txBody>
      </p:sp>
    </p:spTree>
    <p:extLst>
      <p:ext uri="{BB962C8B-B14F-4D97-AF65-F5344CB8AC3E}">
        <p14:creationId xmlns:p14="http://schemas.microsoft.com/office/powerpoint/2010/main" val="327360138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E73422D-3C66-83F1-21A5-41C7069C0442}"/>
              </a:ext>
            </a:extLst>
          </p:cNvPr>
          <p:cNvSpPr txBox="1"/>
          <p:nvPr/>
        </p:nvSpPr>
        <p:spPr>
          <a:xfrm>
            <a:off x="0" y="0"/>
            <a:ext cx="12192000" cy="1200329"/>
          </a:xfrm>
          <a:prstGeom prst="rect">
            <a:avLst/>
          </a:prstGeom>
          <a:noFill/>
        </p:spPr>
        <p:txBody>
          <a:bodyPr wrap="square">
            <a:spAutoFit/>
          </a:bodyPr>
          <a:lstStyle/>
          <a:p>
            <a:r>
              <a:rPr lang="en-US" sz="7200" b="1" dirty="0">
                <a:solidFill>
                  <a:srgbClr val="FF0000"/>
                </a:solidFill>
              </a:rPr>
              <a:t>  ም</a:t>
            </a:r>
            <a:r>
              <a:rPr lang="am-ET" sz="7200" b="1" dirty="0">
                <a:solidFill>
                  <a:srgbClr val="FF0000"/>
                </a:solidFill>
              </a:rPr>
              <a:t>ስ</a:t>
            </a:r>
            <a:r>
              <a:rPr lang="en-US" sz="7200" b="1" dirty="0" err="1">
                <a:solidFill>
                  <a:srgbClr val="FF0000"/>
                </a:solidFill>
              </a:rPr>
              <a:t>ባክ</a:t>
            </a:r>
            <a:r>
              <a:rPr lang="en-US" sz="7200" b="1" dirty="0">
                <a:solidFill>
                  <a:srgbClr val="FF0000"/>
                </a:solidFill>
              </a:rPr>
              <a:t> </a:t>
            </a:r>
            <a:r>
              <a:rPr lang="en-US" sz="7200" b="1" dirty="0" err="1">
                <a:solidFill>
                  <a:schemeClr val="tx1">
                    <a:lumMod val="75000"/>
                    <a:lumOff val="25000"/>
                  </a:schemeClr>
                </a:solidFill>
              </a:rPr>
              <a:t>ትንሣኤ</a:t>
            </a:r>
            <a:r>
              <a:rPr lang="en-US" sz="7200" b="1" dirty="0">
                <a:solidFill>
                  <a:schemeClr val="tx1">
                    <a:lumMod val="75000"/>
                    <a:lumOff val="25000"/>
                  </a:schemeClr>
                </a:solidFill>
              </a:rPr>
              <a:t> </a:t>
            </a:r>
            <a:r>
              <a:rPr lang="en-US" sz="7200" b="1" dirty="0">
                <a:solidFill>
                  <a:schemeClr val="tx1">
                    <a:lumMod val="75000"/>
                    <a:lumOff val="25000"/>
                  </a:schemeClr>
                </a:solidFill>
                <a:latin typeface="Nyala" panose="02000504070300020003" pitchFamily="2" charset="0"/>
                <a:ea typeface="Ebrima" panose="02000000000000000000" pitchFamily="2" charset="0"/>
                <a:cs typeface="Ebrima" panose="02000000000000000000" pitchFamily="2" charset="0"/>
              </a:rPr>
              <a:t>4</a:t>
            </a:r>
            <a:r>
              <a:rPr lang="en-US" sz="7200" b="1" dirty="0">
                <a:solidFill>
                  <a:schemeClr val="tx1">
                    <a:lumMod val="75000"/>
                    <a:lumOff val="25000"/>
                  </a:schemeClr>
                </a:solidFill>
              </a:rPr>
              <a:t>ኛ</a:t>
            </a:r>
            <a:r>
              <a:rPr lang="am-ET" sz="7200" b="1" dirty="0">
                <a:solidFill>
                  <a:schemeClr val="tx1">
                    <a:lumMod val="75000"/>
                    <a:lumOff val="25000"/>
                  </a:schemeClr>
                </a:solidFill>
              </a:rPr>
              <a:t> </a:t>
            </a:r>
            <a:r>
              <a:rPr lang="en-US" sz="6700" b="1" dirty="0">
                <a:solidFill>
                  <a:schemeClr val="tx1">
                    <a:lumMod val="75000"/>
                    <a:lumOff val="25000"/>
                  </a:schemeClr>
                </a:solidFill>
                <a:latin typeface="Times New Roman" panose="02020603050405020304" pitchFamily="18" charset="0"/>
                <a:cs typeface="Times New Roman" panose="02020603050405020304" pitchFamily="18" charset="0"/>
              </a:rPr>
              <a:t>(</a:t>
            </a:r>
            <a:r>
              <a:rPr lang="am-ET" sz="6700" b="1" dirty="0">
                <a:solidFill>
                  <a:schemeClr val="tx1">
                    <a:lumMod val="75000"/>
                    <a:lumOff val="25000"/>
                  </a:schemeClr>
                </a:solidFill>
                <a:latin typeface="Times New Roman" panose="02020603050405020304" pitchFamily="18" charset="0"/>
                <a:cs typeface="Times New Roman" panose="02020603050405020304" pitchFamily="18" charset="0"/>
              </a:rPr>
              <a:t>መዝ </a:t>
            </a:r>
            <a:r>
              <a:rPr lang="en-US" sz="6700" b="1" dirty="0">
                <a:solidFill>
                  <a:schemeClr val="tx1">
                    <a:lumMod val="75000"/>
                    <a:lumOff val="25000"/>
                  </a:schemeClr>
                </a:solidFill>
                <a:latin typeface="Times New Roman" panose="02020603050405020304" pitchFamily="18" charset="0"/>
                <a:cs typeface="Times New Roman" panose="02020603050405020304" pitchFamily="18" charset="0"/>
              </a:rPr>
              <a:t>3/4</a:t>
            </a:r>
            <a:r>
              <a:rPr lang="am-ET" sz="6700" b="1" dirty="0">
                <a:solidFill>
                  <a:schemeClr val="tx1">
                    <a:lumMod val="75000"/>
                    <a:lumOff val="25000"/>
                  </a:schemeClr>
                </a:solidFill>
                <a:latin typeface="Times New Roman" panose="02020603050405020304" pitchFamily="18" charset="0"/>
                <a:cs typeface="Times New Roman" panose="02020603050405020304" pitchFamily="18" charset="0"/>
              </a:rPr>
              <a:t>፥</a:t>
            </a:r>
            <a:r>
              <a:rPr lang="en-US" sz="6700" b="1" dirty="0">
                <a:solidFill>
                  <a:schemeClr val="tx1">
                    <a:lumMod val="75000"/>
                    <a:lumOff val="25000"/>
                  </a:schemeClr>
                </a:solidFill>
                <a:latin typeface="Times New Roman" panose="02020603050405020304" pitchFamily="18" charset="0"/>
                <a:cs typeface="Times New Roman" panose="02020603050405020304" pitchFamily="18" charset="0"/>
              </a:rPr>
              <a:t>6</a:t>
            </a:r>
            <a:r>
              <a:rPr lang="am-ET" sz="6700" b="1" dirty="0">
                <a:solidFill>
                  <a:schemeClr val="tx1">
                    <a:lumMod val="75000"/>
                    <a:lumOff val="25000"/>
                  </a:schemeClr>
                </a:solidFill>
                <a:latin typeface="Times New Roman" panose="02020603050405020304" pitchFamily="18" charset="0"/>
                <a:cs typeface="Times New Roman" panose="02020603050405020304" pitchFamily="18" charset="0"/>
              </a:rPr>
              <a:t>-</a:t>
            </a:r>
            <a:r>
              <a:rPr lang="en-US" sz="6700" b="1" dirty="0">
                <a:solidFill>
                  <a:schemeClr val="tx1">
                    <a:lumMod val="75000"/>
                    <a:lumOff val="25000"/>
                  </a:schemeClr>
                </a:solidFill>
                <a:latin typeface="Times New Roman" panose="02020603050405020304" pitchFamily="18" charset="0"/>
                <a:cs typeface="Times New Roman" panose="02020603050405020304" pitchFamily="18" charset="0"/>
              </a:rPr>
              <a:t>7)</a:t>
            </a:r>
            <a:endParaRPr lang="en-US" sz="6700" dirty="0"/>
          </a:p>
        </p:txBody>
      </p:sp>
      <p:sp>
        <p:nvSpPr>
          <p:cNvPr id="5" name="TextBox 4">
            <a:extLst>
              <a:ext uri="{FF2B5EF4-FFF2-40B4-BE49-F238E27FC236}">
                <a16:creationId xmlns:a16="http://schemas.microsoft.com/office/drawing/2014/main" id="{D9D43EF9-A47F-399D-9BF4-57D32B52256F}"/>
              </a:ext>
            </a:extLst>
          </p:cNvPr>
          <p:cNvSpPr txBox="1"/>
          <p:nvPr/>
        </p:nvSpPr>
        <p:spPr>
          <a:xfrm>
            <a:off x="0" y="1024130"/>
            <a:ext cx="12192000" cy="9571851"/>
          </a:xfrm>
          <a:prstGeom prst="rect">
            <a:avLst/>
          </a:prstGeom>
          <a:noFill/>
        </p:spPr>
        <p:txBody>
          <a:bodyPr wrap="square">
            <a:spAutoFit/>
          </a:bodyPr>
          <a:lstStyle/>
          <a:p>
            <a:pPr algn="ctr"/>
            <a:r>
              <a:rPr lang="en-US" sz="8800" b="1" dirty="0" err="1">
                <a:latin typeface="Nyala" panose="02000504070300020003" pitchFamily="2" charset="0"/>
                <a:ea typeface="Ebrima" panose="02000000000000000000" pitchFamily="2" charset="0"/>
                <a:cs typeface="Ebrima" panose="02000000000000000000" pitchFamily="2" charset="0"/>
              </a:rPr>
              <a:t>አነሰ</a:t>
            </a:r>
            <a:r>
              <a:rPr lang="en-US" sz="8800" b="1" dirty="0">
                <a:latin typeface="Nyala" panose="02000504070300020003" pitchFamily="2" charset="0"/>
                <a:ea typeface="Ebrima" panose="02000000000000000000" pitchFamily="2" charset="0"/>
                <a:cs typeface="Ebrima" panose="02000000000000000000" pitchFamily="2" charset="0"/>
              </a:rPr>
              <a:t> </a:t>
            </a:r>
            <a:r>
              <a:rPr lang="en-US" sz="8800" b="1" dirty="0" err="1">
                <a:latin typeface="Nyala" panose="02000504070300020003" pitchFamily="2" charset="0"/>
                <a:ea typeface="Ebrima" panose="02000000000000000000" pitchFamily="2" charset="0"/>
                <a:cs typeface="Ebrima" panose="02000000000000000000" pitchFamily="2" charset="0"/>
              </a:rPr>
              <a:t>ሰከብኩ</a:t>
            </a:r>
            <a:r>
              <a:rPr lang="en-US" sz="8800" b="1" dirty="0">
                <a:latin typeface="Nyala" panose="02000504070300020003" pitchFamily="2" charset="0"/>
                <a:ea typeface="Ebrima" panose="02000000000000000000" pitchFamily="2" charset="0"/>
                <a:cs typeface="Ebrima" panose="02000000000000000000" pitchFamily="2" charset="0"/>
              </a:rPr>
              <a:t> </a:t>
            </a:r>
            <a:r>
              <a:rPr lang="en-US" sz="8800" b="1" dirty="0" err="1">
                <a:latin typeface="Nyala" panose="02000504070300020003" pitchFamily="2" charset="0"/>
                <a:ea typeface="Ebrima" panose="02000000000000000000" pitchFamily="2" charset="0"/>
                <a:cs typeface="Ebrima" panose="02000000000000000000" pitchFamily="2" charset="0"/>
              </a:rPr>
              <a:t>ወኖምኩ</a:t>
            </a:r>
            <a:r>
              <a:rPr lang="am-ET" sz="8800" b="1" dirty="0">
                <a:latin typeface="Nyala" panose="02000504070300020003" pitchFamily="2" charset="0"/>
                <a:ea typeface="Ebrima" panose="02000000000000000000" pitchFamily="2" charset="0"/>
                <a:cs typeface="Ebrima" panose="02000000000000000000" pitchFamily="2" charset="0"/>
              </a:rPr>
              <a:t>፤</a:t>
            </a:r>
            <a:endParaRPr lang="en-US" sz="8800" b="1" dirty="0">
              <a:latin typeface="Nyala" panose="02000504070300020003" pitchFamily="2" charset="0"/>
              <a:ea typeface="Ebrima" panose="02000000000000000000" pitchFamily="2" charset="0"/>
              <a:cs typeface="Ebrima" panose="02000000000000000000" pitchFamily="2" charset="0"/>
            </a:endParaRPr>
          </a:p>
          <a:p>
            <a:pPr algn="ctr"/>
            <a:r>
              <a:rPr lang="en-US" sz="8800" b="1" dirty="0" err="1">
                <a:latin typeface="Nyala" panose="02000504070300020003" pitchFamily="2" charset="0"/>
                <a:ea typeface="Ebrima" panose="02000000000000000000" pitchFamily="2" charset="0"/>
                <a:cs typeface="Ebrima" panose="02000000000000000000" pitchFamily="2" charset="0"/>
              </a:rPr>
              <a:t>ወተንሣእኩ</a:t>
            </a:r>
            <a:r>
              <a:rPr lang="en-US" sz="8800" b="1" dirty="0">
                <a:latin typeface="Nyala" panose="02000504070300020003" pitchFamily="2" charset="0"/>
                <a:ea typeface="Ebrima" panose="02000000000000000000" pitchFamily="2" charset="0"/>
                <a:cs typeface="Ebrima" panose="02000000000000000000" pitchFamily="2" charset="0"/>
              </a:rPr>
              <a:t> </a:t>
            </a:r>
            <a:r>
              <a:rPr lang="en-US" sz="8800" b="1" dirty="0" err="1">
                <a:latin typeface="Nyala" panose="02000504070300020003" pitchFamily="2" charset="0"/>
                <a:ea typeface="Ebrima" panose="02000000000000000000" pitchFamily="2" charset="0"/>
                <a:cs typeface="Ebrima" panose="02000000000000000000" pitchFamily="2" charset="0"/>
              </a:rPr>
              <a:t>እስመ</a:t>
            </a:r>
            <a:r>
              <a:rPr lang="en-US" sz="8800" b="1" dirty="0">
                <a:latin typeface="Nyala" panose="02000504070300020003" pitchFamily="2" charset="0"/>
                <a:ea typeface="Ebrima" panose="02000000000000000000" pitchFamily="2" charset="0"/>
                <a:cs typeface="Ebrima" panose="02000000000000000000" pitchFamily="2" charset="0"/>
              </a:rPr>
              <a:t> </a:t>
            </a:r>
            <a:r>
              <a:rPr lang="en-US" sz="8800" b="1" dirty="0" err="1">
                <a:latin typeface="Nyala" panose="02000504070300020003" pitchFamily="2" charset="0"/>
                <a:ea typeface="Ebrima" panose="02000000000000000000" pitchFamily="2" charset="0"/>
                <a:cs typeface="Ebrima" panose="02000000000000000000" pitchFamily="2" charset="0"/>
              </a:rPr>
              <a:t>እግዚኣብሔር</a:t>
            </a:r>
            <a:r>
              <a:rPr lang="en-US" sz="8800" b="1" dirty="0">
                <a:latin typeface="Nyala" panose="02000504070300020003" pitchFamily="2" charset="0"/>
                <a:ea typeface="Ebrima" panose="02000000000000000000" pitchFamily="2" charset="0"/>
                <a:cs typeface="Ebrima" panose="02000000000000000000" pitchFamily="2" charset="0"/>
              </a:rPr>
              <a:t> </a:t>
            </a:r>
            <a:r>
              <a:rPr lang="en-US" sz="8800" b="1" dirty="0" err="1">
                <a:latin typeface="Nyala" panose="02000504070300020003" pitchFamily="2" charset="0"/>
                <a:ea typeface="Ebrima" panose="02000000000000000000" pitchFamily="2" charset="0"/>
                <a:cs typeface="Ebrima" panose="02000000000000000000" pitchFamily="2" charset="0"/>
              </a:rPr>
              <a:t>አንሥአኒ</a:t>
            </a:r>
            <a:r>
              <a:rPr lang="am-ET" sz="8800" b="1" dirty="0">
                <a:latin typeface="Nyala" panose="02000504070300020003" pitchFamily="2" charset="0"/>
                <a:ea typeface="Ebrima" panose="02000000000000000000" pitchFamily="2" charset="0"/>
                <a:cs typeface="Ebrima" panose="02000000000000000000" pitchFamily="2" charset="0"/>
              </a:rPr>
              <a:t> ፤</a:t>
            </a:r>
            <a:endParaRPr lang="en-US" sz="8800" b="1" dirty="0">
              <a:latin typeface="Nyala" panose="02000504070300020003" pitchFamily="2" charset="0"/>
              <a:ea typeface="Ebrima" panose="02000000000000000000" pitchFamily="2" charset="0"/>
              <a:cs typeface="Ebrima" panose="02000000000000000000" pitchFamily="2" charset="0"/>
            </a:endParaRPr>
          </a:p>
          <a:p>
            <a:pPr algn="ctr"/>
            <a:r>
              <a:rPr lang="en-US" sz="8800" b="1" dirty="0" err="1">
                <a:latin typeface="Nyala" panose="02000504070300020003" pitchFamily="2" charset="0"/>
                <a:ea typeface="Ebrima" panose="02000000000000000000" pitchFamily="2" charset="0"/>
                <a:cs typeface="Ebrima" panose="02000000000000000000" pitchFamily="2" charset="0"/>
              </a:rPr>
              <a:t>ኢይፈርህ</a:t>
            </a:r>
            <a:r>
              <a:rPr lang="en-US" sz="8800" b="1" dirty="0">
                <a:latin typeface="Nyala" panose="02000504070300020003" pitchFamily="2" charset="0"/>
                <a:ea typeface="Ebrima" panose="02000000000000000000" pitchFamily="2" charset="0"/>
                <a:cs typeface="Ebrima" panose="02000000000000000000" pitchFamily="2" charset="0"/>
              </a:rPr>
              <a:t> </a:t>
            </a:r>
            <a:r>
              <a:rPr lang="en-US" sz="8800" b="1" dirty="0" err="1">
                <a:latin typeface="Nyala" panose="02000504070300020003" pitchFamily="2" charset="0"/>
                <a:ea typeface="Ebrima" panose="02000000000000000000" pitchFamily="2" charset="0"/>
                <a:cs typeface="Ebrima" panose="02000000000000000000" pitchFamily="2" charset="0"/>
              </a:rPr>
              <a:t>እምአእላፈ</a:t>
            </a:r>
            <a:r>
              <a:rPr lang="en-US" sz="8800" b="1" dirty="0">
                <a:latin typeface="Nyala" panose="02000504070300020003" pitchFamily="2" charset="0"/>
                <a:ea typeface="Ebrima" panose="02000000000000000000" pitchFamily="2" charset="0"/>
                <a:cs typeface="Ebrima" panose="02000000000000000000" pitchFamily="2" charset="0"/>
              </a:rPr>
              <a:t> </a:t>
            </a:r>
            <a:r>
              <a:rPr lang="en-US" sz="8800" b="1" dirty="0" err="1">
                <a:latin typeface="Nyala" panose="02000504070300020003" pitchFamily="2" charset="0"/>
                <a:ea typeface="Ebrima" panose="02000000000000000000" pitchFamily="2" charset="0"/>
                <a:cs typeface="Ebrima" panose="02000000000000000000" pitchFamily="2" charset="0"/>
              </a:rPr>
              <a:t>አሕዛብ</a:t>
            </a:r>
            <a:r>
              <a:rPr lang="en-US" sz="8800" b="1" dirty="0">
                <a:latin typeface="Nyala" panose="02000504070300020003" pitchFamily="2" charset="0"/>
                <a:ea typeface="Ebrima" panose="02000000000000000000" pitchFamily="2" charset="0"/>
                <a:cs typeface="Ebrima" panose="02000000000000000000" pitchFamily="2" charset="0"/>
              </a:rPr>
              <a:t>።</a:t>
            </a:r>
          </a:p>
          <a:p>
            <a:pPr algn="ctr"/>
            <a:endParaRPr lang="en-US" sz="8800" b="1" dirty="0">
              <a:latin typeface="Ebrima" panose="02000000000000000000" pitchFamily="2" charset="0"/>
              <a:ea typeface="Ebrima" panose="02000000000000000000" pitchFamily="2" charset="0"/>
              <a:cs typeface="Ebrima" panose="02000000000000000000" pitchFamily="2" charset="0"/>
            </a:endParaRPr>
          </a:p>
          <a:p>
            <a:pPr algn="ctr"/>
            <a:endParaRPr lang="en-US" sz="8800" b="1" dirty="0">
              <a:latin typeface="Ebrima" panose="02000000000000000000" pitchFamily="2" charset="0"/>
              <a:ea typeface="Ebrima" panose="02000000000000000000" pitchFamily="2" charset="0"/>
              <a:cs typeface="Ebrima" panose="02000000000000000000" pitchFamily="2" charset="0"/>
            </a:endParaRPr>
          </a:p>
          <a:p>
            <a:pPr algn="ctr"/>
            <a:endParaRPr lang="en-US" sz="8800" b="1" dirty="0"/>
          </a:p>
        </p:txBody>
      </p:sp>
    </p:spTree>
    <p:extLst>
      <p:ext uri="{BB962C8B-B14F-4D97-AF65-F5344CB8AC3E}">
        <p14:creationId xmlns:p14="http://schemas.microsoft.com/office/powerpoint/2010/main" val="377185941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6FC29F-6756-4587-84F7-EF3B2B40B979}"/>
              </a:ext>
            </a:extLst>
          </p:cNvPr>
          <p:cNvSpPr>
            <a:spLocks noGrp="1"/>
          </p:cNvSpPr>
          <p:nvPr>
            <p:ph type="title"/>
          </p:nvPr>
        </p:nvSpPr>
        <p:spPr>
          <a:xfrm>
            <a:off x="0" y="1"/>
            <a:ext cx="12192000" cy="1117600"/>
          </a:xfrm>
        </p:spPr>
        <p:txBody>
          <a:bodyPr>
            <a:normAutofit/>
          </a:bodyPr>
          <a:lstStyle/>
          <a:p>
            <a:pPr algn="ctr"/>
            <a:r>
              <a:rPr lang="en-US" sz="6000" b="1" dirty="0">
                <a:solidFill>
                  <a:srgbClr val="C00000"/>
                </a:solidFill>
              </a:rPr>
              <a:t>ም</a:t>
            </a:r>
            <a:r>
              <a:rPr lang="am-ET" sz="6000" b="1" dirty="0">
                <a:solidFill>
                  <a:srgbClr val="C00000"/>
                </a:solidFill>
              </a:rPr>
              <a:t>ስ</a:t>
            </a:r>
            <a:r>
              <a:rPr lang="en-US" sz="6000" b="1" dirty="0" err="1">
                <a:solidFill>
                  <a:srgbClr val="C00000"/>
                </a:solidFill>
              </a:rPr>
              <a:t>ባክ</a:t>
            </a:r>
            <a:r>
              <a:rPr lang="en-US" sz="6000" b="1" dirty="0">
                <a:solidFill>
                  <a:srgbClr val="C00000"/>
                </a:solidFill>
              </a:rPr>
              <a:t> </a:t>
            </a:r>
            <a:r>
              <a:rPr lang="en-US" sz="6000" b="1" dirty="0">
                <a:solidFill>
                  <a:schemeClr val="tx1">
                    <a:lumMod val="75000"/>
                    <a:lumOff val="25000"/>
                  </a:schemeClr>
                </a:solidFill>
              </a:rPr>
              <a:t> </a:t>
            </a:r>
            <a:r>
              <a:rPr lang="en-US" sz="6000" b="1" dirty="0" err="1">
                <a:solidFill>
                  <a:schemeClr val="tx1">
                    <a:lumMod val="75000"/>
                    <a:lumOff val="25000"/>
                  </a:schemeClr>
                </a:solidFill>
              </a:rPr>
              <a:t>ዘትንሣኤ</a:t>
            </a:r>
            <a:r>
              <a:rPr lang="en-US" sz="6000" b="1" dirty="0">
                <a:solidFill>
                  <a:schemeClr val="tx1">
                    <a:lumMod val="75000"/>
                    <a:lumOff val="25000"/>
                  </a:schemeClr>
                </a:solidFill>
              </a:rPr>
              <a:t> 3ኛ</a:t>
            </a:r>
            <a:r>
              <a:rPr lang="am-ET" sz="6000" b="1" dirty="0">
                <a:solidFill>
                  <a:schemeClr val="tx1">
                    <a:lumMod val="75000"/>
                    <a:lumOff val="25000"/>
                  </a:schemeClr>
                </a:solidFill>
              </a:rPr>
              <a:t> </a:t>
            </a:r>
            <a:r>
              <a:rPr lang="en-US" sz="4800" b="1" dirty="0">
                <a:solidFill>
                  <a:schemeClr val="tx1">
                    <a:lumMod val="75000"/>
                    <a:lumOff val="25000"/>
                  </a:schemeClr>
                </a:solidFill>
                <a:latin typeface="Times New Roman" panose="02020603050405020304" pitchFamily="18" charset="0"/>
                <a:cs typeface="Times New Roman" panose="02020603050405020304" pitchFamily="18" charset="0"/>
              </a:rPr>
              <a:t>(</a:t>
            </a:r>
            <a:r>
              <a:rPr lang="am-ET" sz="4800" b="1" dirty="0">
                <a:solidFill>
                  <a:schemeClr val="tx1">
                    <a:lumMod val="75000"/>
                    <a:lumOff val="25000"/>
                  </a:schemeClr>
                </a:solidFill>
                <a:latin typeface="Times New Roman" panose="02020603050405020304" pitchFamily="18" charset="0"/>
                <a:cs typeface="Times New Roman" panose="02020603050405020304" pitchFamily="18" charset="0"/>
              </a:rPr>
              <a:t>መዝ </a:t>
            </a:r>
            <a:r>
              <a:rPr lang="en-US" sz="4800" b="1" dirty="0">
                <a:solidFill>
                  <a:schemeClr val="tx1">
                    <a:lumMod val="75000"/>
                    <a:lumOff val="25000"/>
                  </a:schemeClr>
                </a:solidFill>
                <a:latin typeface="Times New Roman" panose="02020603050405020304" pitchFamily="18" charset="0"/>
                <a:cs typeface="Times New Roman" panose="02020603050405020304" pitchFamily="18" charset="0"/>
              </a:rPr>
              <a:t>11/12</a:t>
            </a:r>
            <a:r>
              <a:rPr lang="am-ET" sz="4800" b="1" dirty="0">
                <a:solidFill>
                  <a:schemeClr val="tx1">
                    <a:lumMod val="75000"/>
                    <a:lumOff val="25000"/>
                  </a:schemeClr>
                </a:solidFill>
                <a:latin typeface="Times New Roman" panose="02020603050405020304" pitchFamily="18" charset="0"/>
                <a:cs typeface="Times New Roman" panose="02020603050405020304" pitchFamily="18" charset="0"/>
              </a:rPr>
              <a:t>፥</a:t>
            </a:r>
            <a:r>
              <a:rPr lang="en-US" sz="4800" b="1" dirty="0">
                <a:solidFill>
                  <a:schemeClr val="tx1">
                    <a:lumMod val="75000"/>
                    <a:lumOff val="25000"/>
                  </a:schemeClr>
                </a:solidFill>
                <a:latin typeface="Times New Roman" panose="02020603050405020304" pitchFamily="18" charset="0"/>
                <a:cs typeface="Times New Roman" panose="02020603050405020304" pitchFamily="18" charset="0"/>
              </a:rPr>
              <a:t>5</a:t>
            </a:r>
            <a:r>
              <a:rPr lang="am-ET" sz="4800" b="1" dirty="0">
                <a:solidFill>
                  <a:schemeClr val="tx1">
                    <a:lumMod val="75000"/>
                    <a:lumOff val="25000"/>
                  </a:schemeClr>
                </a:solidFill>
                <a:latin typeface="Times New Roman" panose="02020603050405020304" pitchFamily="18" charset="0"/>
                <a:cs typeface="Times New Roman" panose="02020603050405020304" pitchFamily="18" charset="0"/>
              </a:rPr>
              <a:t>-</a:t>
            </a:r>
            <a:r>
              <a:rPr lang="en-US" sz="4800" b="1" dirty="0">
                <a:solidFill>
                  <a:schemeClr val="tx1">
                    <a:lumMod val="75000"/>
                    <a:lumOff val="25000"/>
                  </a:schemeClr>
                </a:solidFill>
                <a:latin typeface="Times New Roman" panose="02020603050405020304" pitchFamily="18" charset="0"/>
                <a:cs typeface="Times New Roman" panose="02020603050405020304" pitchFamily="18" charset="0"/>
              </a:rPr>
              <a:t>6)</a:t>
            </a:r>
            <a:endParaRPr lang="en-US" sz="6000" dirty="0"/>
          </a:p>
        </p:txBody>
      </p:sp>
      <p:sp>
        <p:nvSpPr>
          <p:cNvPr id="3" name="Content Placeholder 2">
            <a:extLst>
              <a:ext uri="{FF2B5EF4-FFF2-40B4-BE49-F238E27FC236}">
                <a16:creationId xmlns:a16="http://schemas.microsoft.com/office/drawing/2014/main" id="{ECA9CA44-C467-4BBE-9C7A-39DD4F897FDA}"/>
              </a:ext>
            </a:extLst>
          </p:cNvPr>
          <p:cNvSpPr>
            <a:spLocks noGrp="1"/>
          </p:cNvSpPr>
          <p:nvPr>
            <p:ph idx="1"/>
          </p:nvPr>
        </p:nvSpPr>
        <p:spPr>
          <a:xfrm>
            <a:off x="0" y="1117602"/>
            <a:ext cx="12192000" cy="5740399"/>
          </a:xfrm>
        </p:spPr>
        <p:txBody>
          <a:bodyPr>
            <a:normAutofit fontScale="77500" lnSpcReduction="20000"/>
          </a:bodyPr>
          <a:lstStyle/>
          <a:p>
            <a:pPr marL="0" indent="0">
              <a:buNone/>
            </a:pPr>
            <a:r>
              <a:rPr lang="am-ET" sz="10600" dirty="0">
                <a:solidFill>
                  <a:schemeClr val="accent1"/>
                </a:solidFill>
                <a:latin typeface="+mj-lt"/>
                <a:ea typeface="Ebrima" panose="02000000000000000000" pitchFamily="2" charset="0"/>
                <a:cs typeface="Times New Roman" panose="02020603050405020304" pitchFamily="18" charset="0"/>
              </a:rPr>
              <a:t>ይእዜ እትነሣእ ይቤ እግዚኣብሔር፤ </a:t>
            </a:r>
          </a:p>
          <a:p>
            <a:pPr marL="0" indent="0">
              <a:buNone/>
            </a:pPr>
            <a:r>
              <a:rPr lang="am-ET" sz="10600" dirty="0">
                <a:solidFill>
                  <a:schemeClr val="accent1"/>
                </a:solidFill>
                <a:latin typeface="+mj-lt"/>
                <a:ea typeface="Ebrima" panose="02000000000000000000" pitchFamily="2" charset="0"/>
                <a:cs typeface="Times New Roman" panose="02020603050405020304" pitchFamily="18" charset="0"/>
              </a:rPr>
              <a:t>እሬሲ መድኃኒተ ወኣግህድ ቦቱ፤</a:t>
            </a:r>
          </a:p>
          <a:p>
            <a:pPr marL="0" indent="0">
              <a:buNone/>
            </a:pPr>
            <a:r>
              <a:rPr lang="am-ET" sz="10600" dirty="0">
                <a:solidFill>
                  <a:schemeClr val="accent1"/>
                </a:solidFill>
                <a:latin typeface="+mj-lt"/>
                <a:ea typeface="Ebrima" panose="02000000000000000000" pitchFamily="2" charset="0"/>
                <a:cs typeface="Times New Roman" panose="02020603050405020304" pitchFamily="18" charset="0"/>
              </a:rPr>
              <a:t>ቃለ እግዚኣብሔር ቃል ንጹሕ። </a:t>
            </a:r>
            <a:endParaRPr lang="en-US" sz="10600" dirty="0">
              <a:solidFill>
                <a:schemeClr val="accent1"/>
              </a:solidFill>
              <a:latin typeface="+mj-lt"/>
              <a:ea typeface="Ebrima" panose="02000000000000000000" pitchFamily="2" charset="0"/>
              <a:cs typeface="Times New Roman" panose="02020603050405020304" pitchFamily="18" charset="0"/>
            </a:endParaRPr>
          </a:p>
          <a:p>
            <a:pPr marL="0" indent="0">
              <a:buNone/>
            </a:pPr>
            <a:r>
              <a:rPr lang="am-ET" sz="7700" dirty="0">
                <a:latin typeface="+mj-lt"/>
                <a:ea typeface="Ebrima" panose="02000000000000000000" pitchFamily="2" charset="0"/>
                <a:cs typeface="Times New Roman" panose="02020603050405020304" pitchFamily="18" charset="0"/>
              </a:rPr>
              <a:t>እነርሱ የሚፈልጉትን ደኅንነት ለመስጠት እነሣለሁ</a:t>
            </a:r>
            <a:r>
              <a:rPr lang="en-US" sz="7700" dirty="0">
                <a:latin typeface="+mj-lt"/>
                <a:ea typeface="Ebrima" panose="02000000000000000000" pitchFamily="2" charset="0"/>
                <a:cs typeface="Times New Roman" panose="02020603050405020304" pitchFamily="18" charset="0"/>
              </a:rPr>
              <a:t> </a:t>
            </a:r>
            <a:r>
              <a:rPr lang="am-ET" sz="7700" dirty="0">
                <a:latin typeface="+mj-lt"/>
                <a:ea typeface="Ebrima" panose="02000000000000000000" pitchFamily="2" charset="0"/>
                <a:cs typeface="Times New Roman" panose="02020603050405020304" pitchFamily="18" charset="0"/>
              </a:rPr>
              <a:t>ይላል</a:t>
            </a:r>
            <a:r>
              <a:rPr lang="en-US" sz="7700" dirty="0">
                <a:latin typeface="+mj-lt"/>
                <a:ea typeface="Ebrima" panose="02000000000000000000" pitchFamily="2" charset="0"/>
                <a:cs typeface="Times New Roman" panose="02020603050405020304" pitchFamily="18" charset="0"/>
              </a:rPr>
              <a:t> </a:t>
            </a:r>
            <a:r>
              <a:rPr lang="am-ET" sz="7700" dirty="0">
                <a:latin typeface="+mj-lt"/>
                <a:ea typeface="Ebrima" panose="02000000000000000000" pitchFamily="2" charset="0"/>
                <a:cs typeface="Times New Roman" panose="02020603050405020304" pitchFamily="18" charset="0"/>
              </a:rPr>
              <a:t>እግዚአብሔር፣የእግዚአብሔር </a:t>
            </a:r>
            <a:endParaRPr lang="en-US" sz="7700" dirty="0">
              <a:latin typeface="+mj-lt"/>
              <a:ea typeface="Ebrima" panose="02000000000000000000" pitchFamily="2" charset="0"/>
              <a:cs typeface="Times New Roman" panose="02020603050405020304" pitchFamily="18" charset="0"/>
            </a:endParaRPr>
          </a:p>
          <a:p>
            <a:pPr marL="0" indent="0">
              <a:buNone/>
            </a:pPr>
            <a:r>
              <a:rPr lang="am-ET" sz="7700" dirty="0">
                <a:latin typeface="+mj-lt"/>
                <a:ea typeface="Ebrima" panose="02000000000000000000" pitchFamily="2" charset="0"/>
                <a:cs typeface="Times New Roman" panose="02020603050405020304" pitchFamily="18" charset="0"/>
              </a:rPr>
              <a:t>የተስፋ ቃሎች የታመኑ ናቸው።</a:t>
            </a:r>
            <a:endParaRPr lang="en-US" sz="7700" dirty="0">
              <a:latin typeface="+mj-lt"/>
              <a:cs typeface="Times New Roman" panose="02020603050405020304" pitchFamily="18" charset="0"/>
            </a:endParaRPr>
          </a:p>
        </p:txBody>
      </p:sp>
    </p:spTree>
    <p:extLst>
      <p:ext uri="{BB962C8B-B14F-4D97-AF65-F5344CB8AC3E}">
        <p14:creationId xmlns:p14="http://schemas.microsoft.com/office/powerpoint/2010/main" val="68801087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6FC29F-6756-4587-84F7-EF3B2B40B979}"/>
              </a:ext>
            </a:extLst>
          </p:cNvPr>
          <p:cNvSpPr>
            <a:spLocks noGrp="1"/>
          </p:cNvSpPr>
          <p:nvPr>
            <p:ph type="title"/>
          </p:nvPr>
        </p:nvSpPr>
        <p:spPr>
          <a:xfrm>
            <a:off x="0" y="1"/>
            <a:ext cx="12192000" cy="1117600"/>
          </a:xfrm>
        </p:spPr>
        <p:txBody>
          <a:bodyPr>
            <a:normAutofit/>
          </a:bodyPr>
          <a:lstStyle/>
          <a:p>
            <a:r>
              <a:rPr lang="en-US" sz="6000" b="1" dirty="0">
                <a:solidFill>
                  <a:srgbClr val="C00000"/>
                </a:solidFill>
              </a:rPr>
              <a:t>ም</a:t>
            </a:r>
            <a:r>
              <a:rPr lang="am-ET" sz="6000" b="1" dirty="0">
                <a:solidFill>
                  <a:srgbClr val="C00000"/>
                </a:solidFill>
              </a:rPr>
              <a:t>ስ</a:t>
            </a:r>
            <a:r>
              <a:rPr lang="en-US" sz="6000" b="1" dirty="0" err="1">
                <a:solidFill>
                  <a:srgbClr val="C00000"/>
                </a:solidFill>
              </a:rPr>
              <a:t>ባክ</a:t>
            </a:r>
            <a:r>
              <a:rPr lang="en-US" sz="6000" b="1" dirty="0">
                <a:solidFill>
                  <a:srgbClr val="C00000"/>
                </a:solidFill>
              </a:rPr>
              <a:t> </a:t>
            </a:r>
            <a:r>
              <a:rPr lang="en-US" sz="6000" b="1" dirty="0" err="1">
                <a:solidFill>
                  <a:srgbClr val="C00000"/>
                </a:solidFill>
              </a:rPr>
              <a:t>ዘዳግም</a:t>
            </a:r>
            <a:r>
              <a:rPr lang="en-US" sz="6000" b="1" dirty="0">
                <a:solidFill>
                  <a:schemeClr val="tx1">
                    <a:lumMod val="75000"/>
                    <a:lumOff val="25000"/>
                  </a:schemeClr>
                </a:solidFill>
              </a:rPr>
              <a:t> </a:t>
            </a:r>
            <a:r>
              <a:rPr lang="en-US" sz="6000" b="1" dirty="0" err="1">
                <a:solidFill>
                  <a:schemeClr val="tx1">
                    <a:lumMod val="75000"/>
                    <a:lumOff val="25000"/>
                  </a:schemeClr>
                </a:solidFill>
              </a:rPr>
              <a:t>ትንሣኤ</a:t>
            </a:r>
            <a:r>
              <a:rPr lang="en-US" sz="6000" b="1" dirty="0">
                <a:solidFill>
                  <a:schemeClr val="tx1">
                    <a:lumMod val="75000"/>
                    <a:lumOff val="25000"/>
                  </a:schemeClr>
                </a:solidFill>
              </a:rPr>
              <a:t> 2ኛ</a:t>
            </a:r>
            <a:r>
              <a:rPr lang="am-ET" sz="6000" b="1" dirty="0">
                <a:solidFill>
                  <a:schemeClr val="tx1">
                    <a:lumMod val="75000"/>
                    <a:lumOff val="25000"/>
                  </a:schemeClr>
                </a:solidFill>
              </a:rPr>
              <a:t> </a:t>
            </a:r>
            <a:r>
              <a:rPr lang="en-US" sz="4000" b="1" dirty="0">
                <a:solidFill>
                  <a:schemeClr val="tx1">
                    <a:lumMod val="75000"/>
                    <a:lumOff val="25000"/>
                  </a:schemeClr>
                </a:solidFill>
                <a:latin typeface="Times New Roman" panose="02020603050405020304" pitchFamily="18" charset="0"/>
                <a:cs typeface="Times New Roman" panose="02020603050405020304" pitchFamily="18" charset="0"/>
              </a:rPr>
              <a:t>(</a:t>
            </a:r>
            <a:r>
              <a:rPr lang="am-ET" sz="4000" b="1" dirty="0">
                <a:solidFill>
                  <a:schemeClr val="tx1">
                    <a:lumMod val="75000"/>
                    <a:lumOff val="25000"/>
                  </a:schemeClr>
                </a:solidFill>
                <a:latin typeface="Times New Roman" panose="02020603050405020304" pitchFamily="18" charset="0"/>
                <a:cs typeface="Times New Roman" panose="02020603050405020304" pitchFamily="18" charset="0"/>
              </a:rPr>
              <a:t>መዝ </a:t>
            </a:r>
            <a:r>
              <a:rPr lang="en-US" sz="4000" b="1" dirty="0">
                <a:solidFill>
                  <a:schemeClr val="tx1">
                    <a:lumMod val="75000"/>
                    <a:lumOff val="25000"/>
                  </a:schemeClr>
                </a:solidFill>
                <a:latin typeface="Times New Roman" panose="02020603050405020304" pitchFamily="18" charset="0"/>
                <a:cs typeface="Times New Roman" panose="02020603050405020304" pitchFamily="18" charset="0"/>
              </a:rPr>
              <a:t>67/68</a:t>
            </a:r>
            <a:r>
              <a:rPr lang="am-ET" sz="4000" b="1" dirty="0">
                <a:solidFill>
                  <a:schemeClr val="tx1">
                    <a:lumMod val="75000"/>
                    <a:lumOff val="25000"/>
                  </a:schemeClr>
                </a:solidFill>
                <a:latin typeface="Times New Roman" panose="02020603050405020304" pitchFamily="18" charset="0"/>
                <a:cs typeface="Times New Roman" panose="02020603050405020304" pitchFamily="18" charset="0"/>
              </a:rPr>
              <a:t>፥</a:t>
            </a:r>
            <a:r>
              <a:rPr lang="en-US" sz="4000" b="1" dirty="0">
                <a:solidFill>
                  <a:schemeClr val="tx1">
                    <a:lumMod val="75000"/>
                    <a:lumOff val="25000"/>
                  </a:schemeClr>
                </a:solidFill>
                <a:latin typeface="Times New Roman" panose="02020603050405020304" pitchFamily="18" charset="0"/>
                <a:cs typeface="Times New Roman" panose="02020603050405020304" pitchFamily="18" charset="0"/>
              </a:rPr>
              <a:t>1</a:t>
            </a:r>
            <a:r>
              <a:rPr lang="am-ET" sz="4000" b="1" dirty="0">
                <a:solidFill>
                  <a:schemeClr val="tx1">
                    <a:lumMod val="75000"/>
                    <a:lumOff val="25000"/>
                  </a:schemeClr>
                </a:solidFill>
                <a:latin typeface="Times New Roman" panose="02020603050405020304" pitchFamily="18" charset="0"/>
                <a:cs typeface="Times New Roman" panose="02020603050405020304" pitchFamily="18" charset="0"/>
              </a:rPr>
              <a:t>-</a:t>
            </a:r>
            <a:r>
              <a:rPr lang="en-US" sz="4000" b="1" dirty="0">
                <a:solidFill>
                  <a:schemeClr val="tx1">
                    <a:lumMod val="75000"/>
                    <a:lumOff val="25000"/>
                  </a:schemeClr>
                </a:solidFill>
                <a:latin typeface="Times New Roman" panose="02020603050405020304" pitchFamily="18" charset="0"/>
                <a:cs typeface="Times New Roman" panose="02020603050405020304" pitchFamily="18" charset="0"/>
              </a:rPr>
              <a:t>2)</a:t>
            </a:r>
            <a:endParaRPr lang="en-US" sz="6000" dirty="0"/>
          </a:p>
        </p:txBody>
      </p:sp>
      <p:sp>
        <p:nvSpPr>
          <p:cNvPr id="3" name="Content Placeholder 2">
            <a:extLst>
              <a:ext uri="{FF2B5EF4-FFF2-40B4-BE49-F238E27FC236}">
                <a16:creationId xmlns:a16="http://schemas.microsoft.com/office/drawing/2014/main" id="{ECA9CA44-C467-4BBE-9C7A-39DD4F897FDA}"/>
              </a:ext>
            </a:extLst>
          </p:cNvPr>
          <p:cNvSpPr>
            <a:spLocks noGrp="1"/>
          </p:cNvSpPr>
          <p:nvPr>
            <p:ph idx="1"/>
          </p:nvPr>
        </p:nvSpPr>
        <p:spPr>
          <a:xfrm>
            <a:off x="0" y="1306285"/>
            <a:ext cx="12192000" cy="5551715"/>
          </a:xfrm>
        </p:spPr>
        <p:txBody>
          <a:bodyPr>
            <a:normAutofit fontScale="62500" lnSpcReduction="20000"/>
          </a:bodyPr>
          <a:lstStyle/>
          <a:p>
            <a:pPr marL="0" indent="0">
              <a:buNone/>
            </a:pPr>
            <a:r>
              <a:rPr lang="am-ET" sz="10600" dirty="0">
                <a:solidFill>
                  <a:schemeClr val="accent1"/>
                </a:solidFill>
                <a:latin typeface="Ebrima" panose="02000000000000000000" pitchFamily="2" charset="0"/>
                <a:ea typeface="Ebrima" panose="02000000000000000000" pitchFamily="2" charset="0"/>
                <a:cs typeface="Ebrima" panose="02000000000000000000" pitchFamily="2" charset="0"/>
              </a:rPr>
              <a:t>ይትነሣእ እግዚኣብሔር ወይዘረዉ ፀሩ፤ </a:t>
            </a:r>
          </a:p>
          <a:p>
            <a:pPr marL="0" indent="0">
              <a:buNone/>
            </a:pPr>
            <a:r>
              <a:rPr lang="am-ET" sz="10600" dirty="0">
                <a:solidFill>
                  <a:schemeClr val="accent1"/>
                </a:solidFill>
                <a:latin typeface="Ebrima" panose="02000000000000000000" pitchFamily="2" charset="0"/>
                <a:ea typeface="Ebrima" panose="02000000000000000000" pitchFamily="2" charset="0"/>
                <a:cs typeface="Ebrima" panose="02000000000000000000" pitchFamily="2" charset="0"/>
              </a:rPr>
              <a:t>ወይጉየዩ ጸላእቱ እምቅድም ገጹ፤</a:t>
            </a:r>
          </a:p>
          <a:p>
            <a:pPr marL="0" indent="0">
              <a:buNone/>
            </a:pPr>
            <a:r>
              <a:rPr lang="am-ET" sz="10600" dirty="0">
                <a:solidFill>
                  <a:schemeClr val="accent1"/>
                </a:solidFill>
                <a:latin typeface="Ebrima" panose="02000000000000000000" pitchFamily="2" charset="0"/>
                <a:ea typeface="Ebrima" panose="02000000000000000000" pitchFamily="2" charset="0"/>
                <a:cs typeface="Ebrima" panose="02000000000000000000" pitchFamily="2" charset="0"/>
              </a:rPr>
              <a:t>ከመ የሓልቅ ጢስ ከማሁ የሓልቁ። </a:t>
            </a:r>
            <a:endParaRPr lang="en-US" sz="10600" dirty="0">
              <a:solidFill>
                <a:schemeClr val="accent1"/>
              </a:solidFill>
            </a:endParaRPr>
          </a:p>
          <a:p>
            <a:pPr marL="0" indent="0">
              <a:buNone/>
            </a:pPr>
            <a:r>
              <a:rPr lang="am-ET" sz="9600" dirty="0">
                <a:latin typeface="Ebrima" panose="02000000000000000000" pitchFamily="2" charset="0"/>
                <a:ea typeface="Ebrima" panose="02000000000000000000" pitchFamily="2" charset="0"/>
                <a:cs typeface="Ebrima" panose="02000000000000000000" pitchFamily="2" charset="0"/>
              </a:rPr>
              <a:t>እግዚአብሔር ይነሣ</a:t>
            </a:r>
            <a:r>
              <a:rPr lang="en-US" sz="9600" dirty="0">
                <a:latin typeface="Ebrima" panose="02000000000000000000" pitchFamily="2" charset="0"/>
                <a:ea typeface="Ebrima" panose="02000000000000000000" pitchFamily="2" charset="0"/>
                <a:cs typeface="Ebrima" panose="02000000000000000000" pitchFamily="2" charset="0"/>
              </a:rPr>
              <a:t> </a:t>
            </a:r>
            <a:r>
              <a:rPr lang="am-ET" sz="9600" dirty="0">
                <a:latin typeface="Ebrima" panose="02000000000000000000" pitchFamily="2" charset="0"/>
                <a:ea typeface="Ebrima" panose="02000000000000000000" pitchFamily="2" charset="0"/>
                <a:cs typeface="Ebrima" panose="02000000000000000000" pitchFamily="2" charset="0"/>
              </a:rPr>
              <a:t>ጠላቶቹም ይበተኑ የሚጠሉትም ከፊቱ ይሽሹ  ጢስ በነፋስ በኖ እንደሚጠፋ አብንናቸው፤</a:t>
            </a:r>
            <a:endParaRPr lang="en-US" sz="9600" dirty="0"/>
          </a:p>
        </p:txBody>
      </p:sp>
    </p:spTree>
    <p:extLst>
      <p:ext uri="{BB962C8B-B14F-4D97-AF65-F5344CB8AC3E}">
        <p14:creationId xmlns:p14="http://schemas.microsoft.com/office/powerpoint/2010/main" val="52369655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6FC29F-6756-4587-84F7-EF3B2B40B979}"/>
              </a:ext>
            </a:extLst>
          </p:cNvPr>
          <p:cNvSpPr>
            <a:spLocks noGrp="1"/>
          </p:cNvSpPr>
          <p:nvPr>
            <p:ph type="title"/>
          </p:nvPr>
        </p:nvSpPr>
        <p:spPr>
          <a:xfrm>
            <a:off x="0" y="1"/>
            <a:ext cx="12192000" cy="1117600"/>
          </a:xfrm>
        </p:spPr>
        <p:txBody>
          <a:bodyPr>
            <a:normAutofit/>
          </a:bodyPr>
          <a:lstStyle/>
          <a:p>
            <a:r>
              <a:rPr lang="en-US" sz="6000" b="1" dirty="0">
                <a:solidFill>
                  <a:srgbClr val="C00000"/>
                </a:solidFill>
              </a:rPr>
              <a:t>ም</a:t>
            </a:r>
            <a:r>
              <a:rPr lang="am-ET" sz="6000" b="1" dirty="0">
                <a:solidFill>
                  <a:srgbClr val="C00000"/>
                </a:solidFill>
              </a:rPr>
              <a:t>ስ</a:t>
            </a:r>
            <a:r>
              <a:rPr lang="en-US" sz="6000" b="1" dirty="0" err="1">
                <a:solidFill>
                  <a:srgbClr val="C00000"/>
                </a:solidFill>
              </a:rPr>
              <a:t>ባክ</a:t>
            </a:r>
            <a:r>
              <a:rPr lang="en-US" sz="6000" b="1" dirty="0">
                <a:solidFill>
                  <a:srgbClr val="C00000"/>
                </a:solidFill>
              </a:rPr>
              <a:t> </a:t>
            </a:r>
            <a:r>
              <a:rPr lang="am-ET" sz="6000" b="1" dirty="0">
                <a:solidFill>
                  <a:schemeClr val="tx1">
                    <a:lumMod val="75000"/>
                    <a:lumOff val="25000"/>
                  </a:schemeClr>
                </a:solidFill>
              </a:rPr>
              <a:t>ዘ</a:t>
            </a:r>
            <a:r>
              <a:rPr lang="en-US" sz="6000" b="1" dirty="0" err="1">
                <a:solidFill>
                  <a:schemeClr val="tx1">
                    <a:lumMod val="75000"/>
                    <a:lumOff val="25000"/>
                  </a:schemeClr>
                </a:solidFill>
              </a:rPr>
              <a:t>ትንሣኤ</a:t>
            </a:r>
            <a:r>
              <a:rPr lang="am-ET" sz="6000" b="1" dirty="0">
                <a:solidFill>
                  <a:schemeClr val="tx1">
                    <a:lumMod val="75000"/>
                    <a:lumOff val="25000"/>
                  </a:schemeClr>
                </a:solidFill>
              </a:rPr>
              <a:t> </a:t>
            </a:r>
            <a:r>
              <a:rPr lang="en-US" sz="4000" b="1" dirty="0">
                <a:solidFill>
                  <a:schemeClr val="tx1">
                    <a:lumMod val="75000"/>
                    <a:lumOff val="25000"/>
                  </a:schemeClr>
                </a:solidFill>
              </a:rPr>
              <a:t>(</a:t>
            </a:r>
            <a:r>
              <a:rPr lang="am-ET" sz="4000" b="1" dirty="0">
                <a:solidFill>
                  <a:schemeClr val="tx1">
                    <a:lumMod val="75000"/>
                    <a:lumOff val="25000"/>
                  </a:schemeClr>
                </a:solidFill>
                <a:latin typeface="Times New Roman" panose="02020603050405020304" pitchFamily="18" charset="0"/>
                <a:cs typeface="Times New Roman" panose="02020603050405020304" pitchFamily="18" charset="0"/>
              </a:rPr>
              <a:t>መዝ </a:t>
            </a:r>
            <a:r>
              <a:rPr lang="en-US" sz="4000" b="1" dirty="0">
                <a:solidFill>
                  <a:schemeClr val="tx1">
                    <a:lumMod val="75000"/>
                    <a:lumOff val="25000"/>
                  </a:schemeClr>
                </a:solidFill>
                <a:latin typeface="Times New Roman" panose="02020603050405020304" pitchFamily="18" charset="0"/>
                <a:cs typeface="Times New Roman" panose="02020603050405020304" pitchFamily="18" charset="0"/>
              </a:rPr>
              <a:t>77/78</a:t>
            </a:r>
            <a:r>
              <a:rPr lang="am-ET" sz="4000" b="1" dirty="0">
                <a:solidFill>
                  <a:schemeClr val="tx1">
                    <a:lumMod val="75000"/>
                    <a:lumOff val="25000"/>
                  </a:schemeClr>
                </a:solidFill>
                <a:latin typeface="Times New Roman" panose="02020603050405020304" pitchFamily="18" charset="0"/>
                <a:cs typeface="Times New Roman" panose="02020603050405020304" pitchFamily="18" charset="0"/>
              </a:rPr>
              <a:t>፥</a:t>
            </a:r>
            <a:r>
              <a:rPr lang="en-US" sz="4000" b="1" dirty="0">
                <a:solidFill>
                  <a:schemeClr val="tx1">
                    <a:lumMod val="75000"/>
                    <a:lumOff val="25000"/>
                  </a:schemeClr>
                </a:solidFill>
                <a:latin typeface="Times New Roman" panose="02020603050405020304" pitchFamily="18" charset="0"/>
                <a:cs typeface="Times New Roman" panose="02020603050405020304" pitchFamily="18" charset="0"/>
              </a:rPr>
              <a:t>65</a:t>
            </a:r>
            <a:r>
              <a:rPr lang="am-ET" sz="4000" b="1" dirty="0">
                <a:solidFill>
                  <a:schemeClr val="tx1">
                    <a:lumMod val="75000"/>
                    <a:lumOff val="25000"/>
                  </a:schemeClr>
                </a:solidFill>
                <a:latin typeface="Times New Roman" panose="02020603050405020304" pitchFamily="18" charset="0"/>
                <a:cs typeface="Times New Roman" panose="02020603050405020304" pitchFamily="18" charset="0"/>
              </a:rPr>
              <a:t>-</a:t>
            </a:r>
            <a:r>
              <a:rPr lang="en-US" sz="4000" b="1" dirty="0">
                <a:solidFill>
                  <a:schemeClr val="tx1">
                    <a:lumMod val="75000"/>
                    <a:lumOff val="25000"/>
                  </a:schemeClr>
                </a:solidFill>
                <a:latin typeface="Times New Roman" panose="02020603050405020304" pitchFamily="18" charset="0"/>
                <a:cs typeface="Times New Roman" panose="02020603050405020304" pitchFamily="18" charset="0"/>
              </a:rPr>
              <a:t>66)</a:t>
            </a:r>
            <a:endParaRPr lang="en-US" sz="6000" dirty="0"/>
          </a:p>
        </p:txBody>
      </p:sp>
      <p:sp>
        <p:nvSpPr>
          <p:cNvPr id="3" name="Content Placeholder 2">
            <a:extLst>
              <a:ext uri="{FF2B5EF4-FFF2-40B4-BE49-F238E27FC236}">
                <a16:creationId xmlns:a16="http://schemas.microsoft.com/office/drawing/2014/main" id="{ECA9CA44-C467-4BBE-9C7A-39DD4F897FDA}"/>
              </a:ext>
            </a:extLst>
          </p:cNvPr>
          <p:cNvSpPr>
            <a:spLocks noGrp="1"/>
          </p:cNvSpPr>
          <p:nvPr>
            <p:ph idx="1"/>
          </p:nvPr>
        </p:nvSpPr>
        <p:spPr>
          <a:xfrm>
            <a:off x="0" y="1306285"/>
            <a:ext cx="12192000" cy="5551715"/>
          </a:xfrm>
        </p:spPr>
        <p:txBody>
          <a:bodyPr>
            <a:normAutofit fontScale="55000" lnSpcReduction="20000"/>
          </a:bodyPr>
          <a:lstStyle/>
          <a:p>
            <a:pPr marL="0" indent="0">
              <a:buNone/>
            </a:pPr>
            <a:r>
              <a:rPr lang="en-US" sz="10100" dirty="0" err="1">
                <a:solidFill>
                  <a:schemeClr val="accent1"/>
                </a:solidFill>
                <a:latin typeface="Ebrima" panose="02000000000000000000" pitchFamily="2" charset="0"/>
                <a:ea typeface="Ebrima" panose="02000000000000000000" pitchFamily="2" charset="0"/>
                <a:cs typeface="Ebrima" panose="02000000000000000000" pitchFamily="2" charset="0"/>
              </a:rPr>
              <a:t>ወተን</a:t>
            </a:r>
            <a:r>
              <a:rPr lang="am-ET" sz="10100" dirty="0">
                <a:solidFill>
                  <a:schemeClr val="accent1"/>
                </a:solidFill>
                <a:latin typeface="Ebrima" panose="02000000000000000000" pitchFamily="2" charset="0"/>
                <a:ea typeface="Ebrima" panose="02000000000000000000" pitchFamily="2" charset="0"/>
                <a:cs typeface="Ebrima" panose="02000000000000000000" pitchFamily="2" charset="0"/>
              </a:rPr>
              <a:t>ሥ</a:t>
            </a:r>
            <a:r>
              <a:rPr lang="en-US" sz="10100" dirty="0">
                <a:solidFill>
                  <a:schemeClr val="accent1"/>
                </a:solidFill>
                <a:latin typeface="Ebrima" panose="02000000000000000000" pitchFamily="2" charset="0"/>
                <a:ea typeface="Ebrima" panose="02000000000000000000" pitchFamily="2" charset="0"/>
                <a:cs typeface="Ebrima" panose="02000000000000000000" pitchFamily="2" charset="0"/>
              </a:rPr>
              <a:t>አ </a:t>
            </a:r>
            <a:r>
              <a:rPr lang="en-US" sz="10100" dirty="0" err="1">
                <a:solidFill>
                  <a:schemeClr val="accent1"/>
                </a:solidFill>
                <a:latin typeface="Ebrima" panose="02000000000000000000" pitchFamily="2" charset="0"/>
                <a:ea typeface="Ebrima" panose="02000000000000000000" pitchFamily="2" charset="0"/>
                <a:cs typeface="Ebrima" panose="02000000000000000000" pitchFamily="2" charset="0"/>
              </a:rPr>
              <a:t>እግዚአብሔር</a:t>
            </a:r>
            <a:r>
              <a:rPr lang="am-ET" sz="10100" dirty="0">
                <a:solidFill>
                  <a:schemeClr val="accent1"/>
                </a:solidFill>
                <a:latin typeface="Ebrima" panose="02000000000000000000" pitchFamily="2" charset="0"/>
                <a:ea typeface="Ebrima" panose="02000000000000000000" pitchFamily="2" charset="0"/>
                <a:cs typeface="Ebrima" panose="02000000000000000000" pitchFamily="2" charset="0"/>
              </a:rPr>
              <a:t>፣</a:t>
            </a:r>
            <a:r>
              <a:rPr lang="en-US" sz="10100" dirty="0">
                <a:solidFill>
                  <a:schemeClr val="accent1"/>
                </a:solidFill>
                <a:latin typeface="Ebrima" panose="02000000000000000000" pitchFamily="2" charset="0"/>
                <a:ea typeface="Ebrima" panose="02000000000000000000" pitchFamily="2" charset="0"/>
                <a:cs typeface="Ebrima" panose="02000000000000000000" pitchFamily="2" charset="0"/>
              </a:rPr>
              <a:t> </a:t>
            </a:r>
            <a:r>
              <a:rPr lang="en-US" sz="10100" dirty="0" err="1">
                <a:solidFill>
                  <a:schemeClr val="accent1"/>
                </a:solidFill>
                <a:latin typeface="Ebrima" panose="02000000000000000000" pitchFamily="2" charset="0"/>
                <a:ea typeface="Ebrima" panose="02000000000000000000" pitchFamily="2" charset="0"/>
                <a:cs typeface="Ebrima" panose="02000000000000000000" pitchFamily="2" charset="0"/>
              </a:rPr>
              <a:t>ከመ</a:t>
            </a:r>
            <a:r>
              <a:rPr lang="en-US" sz="10100" dirty="0">
                <a:solidFill>
                  <a:schemeClr val="accent1"/>
                </a:solidFill>
                <a:latin typeface="Ebrima" panose="02000000000000000000" pitchFamily="2" charset="0"/>
                <a:ea typeface="Ebrima" panose="02000000000000000000" pitchFamily="2" charset="0"/>
                <a:cs typeface="Ebrima" panose="02000000000000000000" pitchFamily="2" charset="0"/>
              </a:rPr>
              <a:t> </a:t>
            </a:r>
            <a:r>
              <a:rPr lang="en-US" sz="10100" dirty="0" err="1">
                <a:solidFill>
                  <a:schemeClr val="accent1"/>
                </a:solidFill>
                <a:latin typeface="Ebrima" panose="02000000000000000000" pitchFamily="2" charset="0"/>
                <a:ea typeface="Ebrima" panose="02000000000000000000" pitchFamily="2" charset="0"/>
                <a:cs typeface="Ebrima" panose="02000000000000000000" pitchFamily="2" charset="0"/>
              </a:rPr>
              <a:t>ዘንቃህ</a:t>
            </a:r>
            <a:r>
              <a:rPr lang="en-US" sz="10100" dirty="0">
                <a:solidFill>
                  <a:schemeClr val="accent1"/>
                </a:solidFill>
                <a:latin typeface="Ebrima" panose="02000000000000000000" pitchFamily="2" charset="0"/>
                <a:ea typeface="Ebrima" panose="02000000000000000000" pitchFamily="2" charset="0"/>
                <a:cs typeface="Ebrima" panose="02000000000000000000" pitchFamily="2" charset="0"/>
              </a:rPr>
              <a:t> </a:t>
            </a:r>
            <a:r>
              <a:rPr lang="en-US" sz="10100" dirty="0" err="1">
                <a:solidFill>
                  <a:schemeClr val="accent1"/>
                </a:solidFill>
                <a:latin typeface="Ebrima" panose="02000000000000000000" pitchFamily="2" charset="0"/>
                <a:ea typeface="Ebrima" panose="02000000000000000000" pitchFamily="2" charset="0"/>
                <a:cs typeface="Ebrima" panose="02000000000000000000" pitchFamily="2" charset="0"/>
              </a:rPr>
              <a:t>እምንዋም</a:t>
            </a:r>
            <a:r>
              <a:rPr lang="am-ET" sz="10100" dirty="0">
                <a:solidFill>
                  <a:schemeClr val="accent1"/>
                </a:solidFill>
                <a:latin typeface="Ebrima" panose="02000000000000000000" pitchFamily="2" charset="0"/>
                <a:ea typeface="Ebrima" panose="02000000000000000000" pitchFamily="2" charset="0"/>
                <a:cs typeface="Ebrima" panose="02000000000000000000" pitchFamily="2" charset="0"/>
              </a:rPr>
              <a:t>፣</a:t>
            </a:r>
          </a:p>
          <a:p>
            <a:pPr marL="0" indent="0">
              <a:buNone/>
            </a:pPr>
            <a:r>
              <a:rPr lang="en-US" sz="10100" dirty="0" err="1">
                <a:solidFill>
                  <a:schemeClr val="accent1"/>
                </a:solidFill>
                <a:latin typeface="Ebrima" panose="02000000000000000000" pitchFamily="2" charset="0"/>
                <a:ea typeface="Ebrima" panose="02000000000000000000" pitchFamily="2" charset="0"/>
                <a:cs typeface="Ebrima" panose="02000000000000000000" pitchFamily="2" charset="0"/>
              </a:rPr>
              <a:t>ወከመ</a:t>
            </a:r>
            <a:r>
              <a:rPr lang="en-US" sz="10100" dirty="0">
                <a:solidFill>
                  <a:schemeClr val="accent1"/>
                </a:solidFill>
                <a:latin typeface="Ebrima" panose="02000000000000000000" pitchFamily="2" charset="0"/>
                <a:ea typeface="Ebrima" panose="02000000000000000000" pitchFamily="2" charset="0"/>
                <a:cs typeface="Ebrima" panose="02000000000000000000" pitchFamily="2" charset="0"/>
              </a:rPr>
              <a:t> </a:t>
            </a:r>
            <a:r>
              <a:rPr lang="en-US" sz="10100" dirty="0" err="1">
                <a:solidFill>
                  <a:schemeClr val="accent1"/>
                </a:solidFill>
                <a:latin typeface="Ebrima" panose="02000000000000000000" pitchFamily="2" charset="0"/>
                <a:ea typeface="Ebrima" panose="02000000000000000000" pitchFamily="2" charset="0"/>
                <a:cs typeface="Ebrima" panose="02000000000000000000" pitchFamily="2" charset="0"/>
              </a:rPr>
              <a:t>ኃያል</a:t>
            </a:r>
            <a:r>
              <a:rPr lang="en-US" sz="10100" dirty="0">
                <a:solidFill>
                  <a:schemeClr val="accent1"/>
                </a:solidFill>
                <a:latin typeface="Ebrima" panose="02000000000000000000" pitchFamily="2" charset="0"/>
                <a:ea typeface="Ebrima" panose="02000000000000000000" pitchFamily="2" charset="0"/>
                <a:cs typeface="Ebrima" panose="02000000000000000000" pitchFamily="2" charset="0"/>
              </a:rPr>
              <a:t> </a:t>
            </a:r>
            <a:r>
              <a:rPr lang="en-US" sz="10100" dirty="0" err="1">
                <a:solidFill>
                  <a:schemeClr val="accent1"/>
                </a:solidFill>
                <a:latin typeface="Ebrima" panose="02000000000000000000" pitchFamily="2" charset="0"/>
                <a:ea typeface="Ebrima" panose="02000000000000000000" pitchFamily="2" charset="0"/>
                <a:cs typeface="Ebrima" panose="02000000000000000000" pitchFamily="2" charset="0"/>
              </a:rPr>
              <a:t>ወኅዳገ</a:t>
            </a:r>
            <a:r>
              <a:rPr lang="en-US" sz="10100" dirty="0">
                <a:solidFill>
                  <a:schemeClr val="accent1"/>
                </a:solidFill>
                <a:latin typeface="Ebrima" panose="02000000000000000000" pitchFamily="2" charset="0"/>
                <a:ea typeface="Ebrima" panose="02000000000000000000" pitchFamily="2" charset="0"/>
                <a:cs typeface="Ebrima" panose="02000000000000000000" pitchFamily="2" charset="0"/>
              </a:rPr>
              <a:t> </a:t>
            </a:r>
            <a:r>
              <a:rPr lang="en-US" sz="10100" dirty="0" err="1">
                <a:solidFill>
                  <a:schemeClr val="accent1"/>
                </a:solidFill>
                <a:latin typeface="Ebrima" panose="02000000000000000000" pitchFamily="2" charset="0"/>
                <a:ea typeface="Ebrima" panose="02000000000000000000" pitchFamily="2" charset="0"/>
                <a:cs typeface="Ebrima" panose="02000000000000000000" pitchFamily="2" charset="0"/>
              </a:rPr>
              <a:t>ወይን</a:t>
            </a:r>
            <a:endParaRPr lang="en-US" sz="10100" dirty="0">
              <a:solidFill>
                <a:schemeClr val="accent1"/>
              </a:solidFill>
              <a:latin typeface="Ebrima" panose="02000000000000000000" pitchFamily="2" charset="0"/>
              <a:ea typeface="Ebrima" panose="02000000000000000000" pitchFamily="2" charset="0"/>
              <a:cs typeface="Ebrima" panose="02000000000000000000" pitchFamily="2" charset="0"/>
            </a:endParaRPr>
          </a:p>
          <a:p>
            <a:pPr marL="0" indent="0">
              <a:buNone/>
            </a:pPr>
            <a:r>
              <a:rPr lang="en-US" sz="10100" dirty="0" err="1">
                <a:solidFill>
                  <a:schemeClr val="accent1"/>
                </a:solidFill>
                <a:latin typeface="Ebrima" panose="02000000000000000000" pitchFamily="2" charset="0"/>
                <a:ea typeface="Ebrima" panose="02000000000000000000" pitchFamily="2" charset="0"/>
                <a:cs typeface="Ebrima" panose="02000000000000000000" pitchFamily="2" charset="0"/>
              </a:rPr>
              <a:t>ወቀተለ</a:t>
            </a:r>
            <a:r>
              <a:rPr lang="en-US" sz="10100" dirty="0">
                <a:solidFill>
                  <a:schemeClr val="accent1"/>
                </a:solidFill>
                <a:latin typeface="Ebrima" panose="02000000000000000000" pitchFamily="2" charset="0"/>
                <a:ea typeface="Ebrima" panose="02000000000000000000" pitchFamily="2" charset="0"/>
                <a:cs typeface="Ebrima" panose="02000000000000000000" pitchFamily="2" charset="0"/>
              </a:rPr>
              <a:t> </a:t>
            </a:r>
            <a:r>
              <a:rPr lang="en-US" sz="10100" dirty="0" err="1">
                <a:solidFill>
                  <a:schemeClr val="accent1"/>
                </a:solidFill>
                <a:latin typeface="Ebrima" panose="02000000000000000000" pitchFamily="2" charset="0"/>
                <a:ea typeface="Ebrima" panose="02000000000000000000" pitchFamily="2" charset="0"/>
                <a:cs typeface="Ebrima" panose="02000000000000000000" pitchFamily="2" charset="0"/>
              </a:rPr>
              <a:t>ጸሮ</a:t>
            </a:r>
            <a:r>
              <a:rPr lang="en-US" sz="10100" dirty="0">
                <a:solidFill>
                  <a:schemeClr val="accent1"/>
                </a:solidFill>
                <a:latin typeface="Ebrima" panose="02000000000000000000" pitchFamily="2" charset="0"/>
                <a:ea typeface="Ebrima" panose="02000000000000000000" pitchFamily="2" charset="0"/>
                <a:cs typeface="Ebrima" panose="02000000000000000000" pitchFamily="2" charset="0"/>
              </a:rPr>
              <a:t> </a:t>
            </a:r>
            <a:r>
              <a:rPr lang="en-US" sz="10100" dirty="0" err="1">
                <a:solidFill>
                  <a:schemeClr val="accent1"/>
                </a:solidFill>
                <a:latin typeface="Ebrima" panose="02000000000000000000" pitchFamily="2" charset="0"/>
                <a:ea typeface="Ebrima" panose="02000000000000000000" pitchFamily="2" charset="0"/>
                <a:cs typeface="Ebrima" panose="02000000000000000000" pitchFamily="2" charset="0"/>
              </a:rPr>
              <a:t>በድኅሬሁ</a:t>
            </a:r>
            <a:r>
              <a:rPr lang="en-US" sz="10100" dirty="0">
                <a:solidFill>
                  <a:schemeClr val="accent1"/>
                </a:solidFill>
                <a:latin typeface="Ebrima" panose="02000000000000000000" pitchFamily="2" charset="0"/>
                <a:ea typeface="Ebrima" panose="02000000000000000000" pitchFamily="2" charset="0"/>
                <a:cs typeface="Ebrima" panose="02000000000000000000" pitchFamily="2" charset="0"/>
              </a:rPr>
              <a:t>።</a:t>
            </a:r>
          </a:p>
          <a:p>
            <a:pPr marL="0" indent="0">
              <a:buNone/>
            </a:pPr>
            <a:endParaRPr lang="en-US" sz="9600" dirty="0">
              <a:solidFill>
                <a:schemeClr val="accent1"/>
              </a:solidFill>
            </a:endParaRPr>
          </a:p>
          <a:p>
            <a:pPr marL="0" indent="0">
              <a:buNone/>
            </a:pPr>
            <a:r>
              <a:rPr lang="en-US" sz="9600" dirty="0" err="1">
                <a:latin typeface="Ebrima" panose="02000000000000000000" pitchFamily="2" charset="0"/>
                <a:ea typeface="Ebrima" panose="02000000000000000000" pitchFamily="2" charset="0"/>
                <a:cs typeface="Ebrima" panose="02000000000000000000" pitchFamily="2" charset="0"/>
              </a:rPr>
              <a:t>እግዚአብሔር</a:t>
            </a:r>
            <a:r>
              <a:rPr lang="en-US" sz="9600" dirty="0">
                <a:latin typeface="Ebrima" panose="02000000000000000000" pitchFamily="2" charset="0"/>
                <a:ea typeface="Ebrima" panose="02000000000000000000" pitchFamily="2" charset="0"/>
                <a:cs typeface="Ebrima" panose="02000000000000000000" pitchFamily="2" charset="0"/>
              </a:rPr>
              <a:t> </a:t>
            </a:r>
            <a:r>
              <a:rPr lang="en-US" sz="9600" dirty="0" err="1">
                <a:latin typeface="Ebrima" panose="02000000000000000000" pitchFamily="2" charset="0"/>
                <a:ea typeface="Ebrima" panose="02000000000000000000" pitchFamily="2" charset="0"/>
                <a:cs typeface="Ebrima" panose="02000000000000000000" pitchFamily="2" charset="0"/>
              </a:rPr>
              <a:t>ከእንቅልፍ</a:t>
            </a:r>
            <a:r>
              <a:rPr lang="en-US" sz="9600" dirty="0">
                <a:latin typeface="Ebrima" panose="02000000000000000000" pitchFamily="2" charset="0"/>
                <a:ea typeface="Ebrima" panose="02000000000000000000" pitchFamily="2" charset="0"/>
                <a:cs typeface="Ebrima" panose="02000000000000000000" pitchFamily="2" charset="0"/>
              </a:rPr>
              <a:t> </a:t>
            </a:r>
            <a:r>
              <a:rPr lang="en-US" sz="9600" dirty="0" err="1">
                <a:latin typeface="Ebrima" panose="02000000000000000000" pitchFamily="2" charset="0"/>
                <a:ea typeface="Ebrima" panose="02000000000000000000" pitchFamily="2" charset="0"/>
                <a:cs typeface="Ebrima" panose="02000000000000000000" pitchFamily="2" charset="0"/>
              </a:rPr>
              <a:t>እንደሚነቃ</a:t>
            </a:r>
            <a:r>
              <a:rPr lang="en-US" sz="9600" dirty="0">
                <a:latin typeface="Ebrima" panose="02000000000000000000" pitchFamily="2" charset="0"/>
                <a:ea typeface="Ebrima" panose="02000000000000000000" pitchFamily="2" charset="0"/>
                <a:cs typeface="Ebrima" panose="02000000000000000000" pitchFamily="2" charset="0"/>
              </a:rPr>
              <a:t> </a:t>
            </a:r>
            <a:r>
              <a:rPr lang="en-US" sz="9600" dirty="0" err="1">
                <a:latin typeface="Ebrima" panose="02000000000000000000" pitchFamily="2" charset="0"/>
                <a:ea typeface="Ebrima" panose="02000000000000000000" pitchFamily="2" charset="0"/>
                <a:cs typeface="Ebrima" panose="02000000000000000000" pitchFamily="2" charset="0"/>
              </a:rPr>
              <a:t>ተነሳ</a:t>
            </a:r>
            <a:r>
              <a:rPr lang="en-US" sz="9600" dirty="0">
                <a:latin typeface="Ebrima" panose="02000000000000000000" pitchFamily="2" charset="0"/>
                <a:ea typeface="Ebrima" panose="02000000000000000000" pitchFamily="2" charset="0"/>
                <a:cs typeface="Ebrima" panose="02000000000000000000" pitchFamily="2" charset="0"/>
              </a:rPr>
              <a:t> </a:t>
            </a:r>
          </a:p>
          <a:p>
            <a:pPr marL="0" indent="0">
              <a:buNone/>
            </a:pPr>
            <a:r>
              <a:rPr lang="en-US" sz="9600" dirty="0" err="1">
                <a:latin typeface="Ebrima" panose="02000000000000000000" pitchFamily="2" charset="0"/>
                <a:ea typeface="Ebrima" panose="02000000000000000000" pitchFamily="2" charset="0"/>
                <a:cs typeface="Ebrima" panose="02000000000000000000" pitchFamily="2" charset="0"/>
              </a:rPr>
              <a:t>የወይን</a:t>
            </a:r>
            <a:r>
              <a:rPr lang="en-US" sz="9600" dirty="0">
                <a:latin typeface="Ebrima" panose="02000000000000000000" pitchFamily="2" charset="0"/>
                <a:ea typeface="Ebrima" panose="02000000000000000000" pitchFamily="2" charset="0"/>
                <a:cs typeface="Ebrima" panose="02000000000000000000" pitchFamily="2" charset="0"/>
              </a:rPr>
              <a:t> </a:t>
            </a:r>
            <a:r>
              <a:rPr lang="en-US" sz="9600" dirty="0" err="1">
                <a:latin typeface="Ebrima" panose="02000000000000000000" pitchFamily="2" charset="0"/>
                <a:ea typeface="Ebrima" panose="02000000000000000000" pitchFamily="2" charset="0"/>
                <a:cs typeface="Ebrima" panose="02000000000000000000" pitchFamily="2" charset="0"/>
              </a:rPr>
              <a:t>ስካር</a:t>
            </a:r>
            <a:r>
              <a:rPr lang="en-US" sz="9600" dirty="0">
                <a:latin typeface="Ebrima" panose="02000000000000000000" pitchFamily="2" charset="0"/>
                <a:ea typeface="Ebrima" panose="02000000000000000000" pitchFamily="2" charset="0"/>
                <a:cs typeface="Ebrima" panose="02000000000000000000" pitchFamily="2" charset="0"/>
              </a:rPr>
              <a:t> </a:t>
            </a:r>
            <a:r>
              <a:rPr lang="en-US" sz="9600" dirty="0" err="1">
                <a:latin typeface="Ebrima" panose="02000000000000000000" pitchFamily="2" charset="0"/>
                <a:ea typeface="Ebrima" panose="02000000000000000000" pitchFamily="2" charset="0"/>
                <a:cs typeface="Ebrima" panose="02000000000000000000" pitchFamily="2" charset="0"/>
              </a:rPr>
              <a:t>እንደተወው</a:t>
            </a:r>
            <a:r>
              <a:rPr lang="en-US" sz="9600" dirty="0">
                <a:latin typeface="Ebrima" panose="02000000000000000000" pitchFamily="2" charset="0"/>
                <a:ea typeface="Ebrima" panose="02000000000000000000" pitchFamily="2" charset="0"/>
                <a:cs typeface="Ebrima" panose="02000000000000000000" pitchFamily="2" charset="0"/>
              </a:rPr>
              <a:t> </a:t>
            </a:r>
            <a:r>
              <a:rPr lang="en-US" sz="9600" dirty="0" err="1">
                <a:latin typeface="Ebrima" panose="02000000000000000000" pitchFamily="2" charset="0"/>
                <a:ea typeface="Ebrima" panose="02000000000000000000" pitchFamily="2" charset="0"/>
                <a:cs typeface="Ebrima" panose="02000000000000000000" pitchFamily="2" charset="0"/>
              </a:rPr>
              <a:t>ሰው</a:t>
            </a:r>
            <a:r>
              <a:rPr lang="en-US" sz="9600" dirty="0">
                <a:latin typeface="Ebrima" panose="02000000000000000000" pitchFamily="2" charset="0"/>
                <a:ea typeface="Ebrima" panose="02000000000000000000" pitchFamily="2" charset="0"/>
                <a:cs typeface="Ebrima" panose="02000000000000000000" pitchFamily="2" charset="0"/>
              </a:rPr>
              <a:t> </a:t>
            </a:r>
            <a:r>
              <a:rPr lang="en-US" sz="9600" dirty="0" err="1">
                <a:latin typeface="Ebrima" panose="02000000000000000000" pitchFamily="2" charset="0"/>
                <a:ea typeface="Ebrima" panose="02000000000000000000" pitchFamily="2" charset="0"/>
                <a:cs typeface="Ebrima" panose="02000000000000000000" pitchFamily="2" charset="0"/>
              </a:rPr>
              <a:t>ጠላቶቹን</a:t>
            </a:r>
            <a:r>
              <a:rPr lang="en-US" sz="9600" dirty="0">
                <a:latin typeface="Ebrima" panose="02000000000000000000" pitchFamily="2" charset="0"/>
                <a:ea typeface="Ebrima" panose="02000000000000000000" pitchFamily="2" charset="0"/>
                <a:cs typeface="Ebrima" panose="02000000000000000000" pitchFamily="2" charset="0"/>
              </a:rPr>
              <a:t> </a:t>
            </a:r>
            <a:r>
              <a:rPr lang="en-US" sz="9600" dirty="0" err="1">
                <a:latin typeface="Ebrima" panose="02000000000000000000" pitchFamily="2" charset="0"/>
                <a:ea typeface="Ebrima" panose="02000000000000000000" pitchFamily="2" charset="0"/>
                <a:cs typeface="Ebrima" panose="02000000000000000000" pitchFamily="2" charset="0"/>
              </a:rPr>
              <a:t>በስተኋላቸው</a:t>
            </a:r>
            <a:r>
              <a:rPr lang="en-US" sz="9600" dirty="0">
                <a:latin typeface="Ebrima" panose="02000000000000000000" pitchFamily="2" charset="0"/>
                <a:ea typeface="Ebrima" panose="02000000000000000000" pitchFamily="2" charset="0"/>
                <a:cs typeface="Ebrima" panose="02000000000000000000" pitchFamily="2" charset="0"/>
              </a:rPr>
              <a:t> </a:t>
            </a:r>
            <a:r>
              <a:rPr lang="en-US" sz="9600" dirty="0" err="1">
                <a:latin typeface="Ebrima" panose="02000000000000000000" pitchFamily="2" charset="0"/>
                <a:ea typeface="Ebrima" panose="02000000000000000000" pitchFamily="2" charset="0"/>
                <a:cs typeface="Ebrima" panose="02000000000000000000" pitchFamily="2" charset="0"/>
              </a:rPr>
              <a:t>መታቸው</a:t>
            </a:r>
            <a:r>
              <a:rPr lang="en-US" sz="9600" dirty="0">
                <a:latin typeface="Ebrima" panose="02000000000000000000" pitchFamily="2" charset="0"/>
                <a:ea typeface="Ebrima" panose="02000000000000000000" pitchFamily="2" charset="0"/>
                <a:cs typeface="Ebrima" panose="02000000000000000000" pitchFamily="2" charset="0"/>
              </a:rPr>
              <a:t>።</a:t>
            </a:r>
            <a:endParaRPr lang="am-ET" sz="9600" dirty="0"/>
          </a:p>
          <a:p>
            <a:pPr marL="0" indent="0">
              <a:buNone/>
            </a:pPr>
            <a:endParaRPr lang="en-US" sz="9600" dirty="0"/>
          </a:p>
        </p:txBody>
      </p:sp>
    </p:spTree>
    <p:extLst>
      <p:ext uri="{BB962C8B-B14F-4D97-AF65-F5344CB8AC3E}">
        <p14:creationId xmlns:p14="http://schemas.microsoft.com/office/powerpoint/2010/main" val="142538072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6FC29F-6756-4587-84F7-EF3B2B40B979}"/>
              </a:ext>
            </a:extLst>
          </p:cNvPr>
          <p:cNvSpPr>
            <a:spLocks noGrp="1"/>
          </p:cNvSpPr>
          <p:nvPr>
            <p:ph type="title"/>
          </p:nvPr>
        </p:nvSpPr>
        <p:spPr>
          <a:xfrm>
            <a:off x="0" y="1"/>
            <a:ext cx="12192000" cy="1117600"/>
          </a:xfrm>
        </p:spPr>
        <p:txBody>
          <a:bodyPr>
            <a:normAutofit fontScale="90000"/>
          </a:bodyPr>
          <a:lstStyle/>
          <a:p>
            <a:r>
              <a:rPr lang="en-US" sz="6000" b="1" dirty="0">
                <a:solidFill>
                  <a:srgbClr val="C00000"/>
                </a:solidFill>
              </a:rPr>
              <a:t>ም</a:t>
            </a:r>
            <a:r>
              <a:rPr lang="am-ET" sz="6000" b="1" dirty="0">
                <a:solidFill>
                  <a:srgbClr val="C00000"/>
                </a:solidFill>
              </a:rPr>
              <a:t>ስ</a:t>
            </a:r>
            <a:r>
              <a:rPr lang="en-US" sz="6000" b="1" dirty="0" err="1">
                <a:solidFill>
                  <a:srgbClr val="C00000"/>
                </a:solidFill>
              </a:rPr>
              <a:t>ባክ</a:t>
            </a:r>
            <a:r>
              <a:rPr lang="en-US" sz="6000" b="1" dirty="0">
                <a:solidFill>
                  <a:srgbClr val="C00000"/>
                </a:solidFill>
              </a:rPr>
              <a:t> </a:t>
            </a:r>
            <a:r>
              <a:rPr lang="am-ET" sz="6000" b="1" dirty="0">
                <a:solidFill>
                  <a:schemeClr val="tx1">
                    <a:lumMod val="75000"/>
                    <a:lumOff val="25000"/>
                  </a:schemeClr>
                </a:solidFill>
              </a:rPr>
              <a:t>ሰንበት-ዘሆሳዕና</a:t>
            </a:r>
            <a:r>
              <a:rPr lang="en-US" sz="6000" b="1" dirty="0">
                <a:solidFill>
                  <a:schemeClr val="tx1">
                    <a:lumMod val="75000"/>
                    <a:lumOff val="25000"/>
                  </a:schemeClr>
                </a:solidFill>
              </a:rPr>
              <a:t> </a:t>
            </a:r>
            <a:r>
              <a:rPr lang="en-US" sz="6000" b="1" dirty="0" err="1">
                <a:solidFill>
                  <a:schemeClr val="accent6">
                    <a:lumMod val="50000"/>
                  </a:schemeClr>
                </a:solidFill>
              </a:rPr>
              <a:t>ጾመ</a:t>
            </a:r>
            <a:r>
              <a:rPr lang="en-US" sz="6000" b="1" dirty="0">
                <a:solidFill>
                  <a:schemeClr val="accent6">
                    <a:lumMod val="50000"/>
                  </a:schemeClr>
                </a:solidFill>
              </a:rPr>
              <a:t> </a:t>
            </a:r>
            <a:r>
              <a:rPr lang="en-US" sz="6000" b="1" dirty="0" err="1">
                <a:solidFill>
                  <a:schemeClr val="accent6">
                    <a:lumMod val="50000"/>
                  </a:schemeClr>
                </a:solidFill>
              </a:rPr>
              <a:t>አርብዓ</a:t>
            </a:r>
            <a:r>
              <a:rPr lang="en-US" sz="6000" b="1" dirty="0">
                <a:solidFill>
                  <a:schemeClr val="accent6">
                    <a:lumMod val="50000"/>
                  </a:schemeClr>
                </a:solidFill>
              </a:rPr>
              <a:t> </a:t>
            </a:r>
            <a:r>
              <a:rPr lang="en-US" sz="4000" b="1" dirty="0">
                <a:solidFill>
                  <a:schemeClr val="tx1">
                    <a:lumMod val="75000"/>
                    <a:lumOff val="25000"/>
                  </a:schemeClr>
                </a:solidFill>
              </a:rPr>
              <a:t>(</a:t>
            </a:r>
            <a:r>
              <a:rPr lang="am-ET" sz="4000" b="1" dirty="0">
                <a:solidFill>
                  <a:schemeClr val="tx1">
                    <a:lumMod val="75000"/>
                    <a:lumOff val="25000"/>
                  </a:schemeClr>
                </a:solidFill>
                <a:latin typeface="Times New Roman" panose="02020603050405020304" pitchFamily="18" charset="0"/>
                <a:cs typeface="Times New Roman" panose="02020603050405020304" pitchFamily="18" charset="0"/>
              </a:rPr>
              <a:t>መዝ 117/118፥26-27</a:t>
            </a:r>
            <a:r>
              <a:rPr lang="en-US" sz="4000" b="1" dirty="0">
                <a:solidFill>
                  <a:schemeClr val="tx1">
                    <a:lumMod val="75000"/>
                    <a:lumOff val="25000"/>
                  </a:schemeClr>
                </a:solidFill>
                <a:latin typeface="Times New Roman" panose="02020603050405020304" pitchFamily="18" charset="0"/>
                <a:cs typeface="Times New Roman" panose="02020603050405020304" pitchFamily="18" charset="0"/>
              </a:rPr>
              <a:t>)</a:t>
            </a:r>
            <a:endParaRPr lang="en-US" sz="6000" dirty="0"/>
          </a:p>
        </p:txBody>
      </p:sp>
      <p:sp>
        <p:nvSpPr>
          <p:cNvPr id="3" name="Content Placeholder 2">
            <a:extLst>
              <a:ext uri="{FF2B5EF4-FFF2-40B4-BE49-F238E27FC236}">
                <a16:creationId xmlns:a16="http://schemas.microsoft.com/office/drawing/2014/main" id="{ECA9CA44-C467-4BBE-9C7A-39DD4F897FDA}"/>
              </a:ext>
            </a:extLst>
          </p:cNvPr>
          <p:cNvSpPr>
            <a:spLocks noGrp="1"/>
          </p:cNvSpPr>
          <p:nvPr>
            <p:ph idx="1"/>
          </p:nvPr>
        </p:nvSpPr>
        <p:spPr>
          <a:xfrm>
            <a:off x="0" y="1306285"/>
            <a:ext cx="12192000" cy="5551715"/>
          </a:xfrm>
        </p:spPr>
        <p:txBody>
          <a:bodyPr>
            <a:normAutofit fontScale="77500" lnSpcReduction="20000"/>
          </a:bodyPr>
          <a:lstStyle/>
          <a:p>
            <a:pPr marL="0" indent="0">
              <a:buNone/>
            </a:pPr>
            <a:r>
              <a:rPr lang="am-ET" sz="9600" dirty="0"/>
              <a:t>ቡሩክ ዘይመጽእ በስመ እግዚአብሔር፤</a:t>
            </a:r>
          </a:p>
          <a:p>
            <a:pPr marL="0" indent="0">
              <a:buNone/>
            </a:pPr>
            <a:r>
              <a:rPr lang="am-ET" sz="9600" dirty="0"/>
              <a:t>ባረክናክሙ እምቤተ እግዚአብሔር፤</a:t>
            </a:r>
          </a:p>
          <a:p>
            <a:pPr marL="0" indent="0">
              <a:buNone/>
            </a:pPr>
            <a:r>
              <a:rPr lang="am-ET" sz="9600" dirty="0"/>
              <a:t>እግዚአብሔር እግዚእ አስተርአየ ለነ፡፡</a:t>
            </a:r>
            <a:endParaRPr lang="en-US" sz="9600" dirty="0"/>
          </a:p>
          <a:p>
            <a:pPr marL="0" indent="0">
              <a:buNone/>
            </a:pPr>
            <a:r>
              <a:rPr lang="am-ET" sz="9600" dirty="0">
                <a:solidFill>
                  <a:schemeClr val="accent1"/>
                </a:solidFill>
              </a:rPr>
              <a:t>በጌታ ስም የሚመጣ የተባረከ ነው፣</a:t>
            </a:r>
          </a:p>
          <a:p>
            <a:pPr marL="0" indent="0">
              <a:buNone/>
            </a:pPr>
            <a:r>
              <a:rPr lang="am-ET" sz="9600" dirty="0">
                <a:solidFill>
                  <a:schemeClr val="accent1"/>
                </a:solidFill>
              </a:rPr>
              <a:t>ከጌታ ቤት መረቅናችሁ፣</a:t>
            </a:r>
          </a:p>
          <a:p>
            <a:pPr marL="0" indent="0">
              <a:buNone/>
            </a:pPr>
            <a:r>
              <a:rPr lang="am-ET" sz="9600" dirty="0">
                <a:solidFill>
                  <a:schemeClr val="accent1"/>
                </a:solidFill>
              </a:rPr>
              <a:t>ጌታ አምላክ ነው ለኛም አበራልን፡፡</a:t>
            </a:r>
          </a:p>
        </p:txBody>
      </p:sp>
    </p:spTree>
    <p:extLst>
      <p:ext uri="{BB962C8B-B14F-4D97-AF65-F5344CB8AC3E}">
        <p14:creationId xmlns:p14="http://schemas.microsoft.com/office/powerpoint/2010/main" val="105941894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6FC29F-6756-4587-84F7-EF3B2B40B979}"/>
              </a:ext>
            </a:extLst>
          </p:cNvPr>
          <p:cNvSpPr>
            <a:spLocks noGrp="1"/>
          </p:cNvSpPr>
          <p:nvPr>
            <p:ph type="title"/>
          </p:nvPr>
        </p:nvSpPr>
        <p:spPr>
          <a:xfrm>
            <a:off x="0" y="-177282"/>
            <a:ext cx="12192000" cy="1117600"/>
          </a:xfrm>
        </p:spPr>
        <p:txBody>
          <a:bodyPr>
            <a:normAutofit/>
          </a:bodyPr>
          <a:lstStyle/>
          <a:p>
            <a:r>
              <a:rPr lang="en-US" sz="6000" b="1" dirty="0">
                <a:solidFill>
                  <a:srgbClr val="C00000"/>
                </a:solidFill>
              </a:rPr>
              <a:t>ም</a:t>
            </a:r>
            <a:r>
              <a:rPr lang="am-ET" sz="6000" b="1" dirty="0">
                <a:solidFill>
                  <a:srgbClr val="C00000"/>
                </a:solidFill>
              </a:rPr>
              <a:t>ስ</a:t>
            </a:r>
            <a:r>
              <a:rPr lang="en-US" sz="6000" b="1" dirty="0" err="1">
                <a:solidFill>
                  <a:srgbClr val="C00000"/>
                </a:solidFill>
              </a:rPr>
              <a:t>ባክ</a:t>
            </a:r>
            <a:r>
              <a:rPr lang="en-US" sz="6000" b="1" dirty="0">
                <a:solidFill>
                  <a:srgbClr val="C00000"/>
                </a:solidFill>
              </a:rPr>
              <a:t> </a:t>
            </a:r>
            <a:r>
              <a:rPr lang="am-ET" sz="6000" b="1" dirty="0">
                <a:solidFill>
                  <a:schemeClr val="tx1">
                    <a:lumMod val="75000"/>
                    <a:lumOff val="25000"/>
                  </a:schemeClr>
                </a:solidFill>
              </a:rPr>
              <a:t>ዘኒቆዲሞስ</a:t>
            </a:r>
            <a:r>
              <a:rPr lang="en-US" sz="6000" b="1" dirty="0">
                <a:solidFill>
                  <a:schemeClr val="tx1">
                    <a:lumMod val="75000"/>
                    <a:lumOff val="25000"/>
                  </a:schemeClr>
                </a:solidFill>
              </a:rPr>
              <a:t> </a:t>
            </a:r>
            <a:r>
              <a:rPr lang="en-US" sz="6000" b="1" dirty="0" err="1">
                <a:solidFill>
                  <a:schemeClr val="accent6">
                    <a:lumMod val="50000"/>
                  </a:schemeClr>
                </a:solidFill>
              </a:rPr>
              <a:t>ጾመ</a:t>
            </a:r>
            <a:r>
              <a:rPr lang="en-US" sz="6000" b="1" dirty="0">
                <a:solidFill>
                  <a:schemeClr val="accent6">
                    <a:lumMod val="50000"/>
                  </a:schemeClr>
                </a:solidFill>
              </a:rPr>
              <a:t> </a:t>
            </a:r>
            <a:r>
              <a:rPr lang="en-US" sz="6000" b="1" dirty="0" err="1">
                <a:solidFill>
                  <a:schemeClr val="accent6">
                    <a:lumMod val="50000"/>
                  </a:schemeClr>
                </a:solidFill>
              </a:rPr>
              <a:t>አርብዓ</a:t>
            </a:r>
            <a:r>
              <a:rPr lang="en-US" sz="6000" b="1" dirty="0">
                <a:solidFill>
                  <a:schemeClr val="accent6">
                    <a:lumMod val="50000"/>
                  </a:schemeClr>
                </a:solidFill>
              </a:rPr>
              <a:t> </a:t>
            </a:r>
            <a:r>
              <a:rPr lang="en-US" sz="4800" b="1" dirty="0">
                <a:solidFill>
                  <a:schemeClr val="tx1">
                    <a:lumMod val="75000"/>
                    <a:lumOff val="25000"/>
                  </a:schemeClr>
                </a:solidFill>
              </a:rPr>
              <a:t>(</a:t>
            </a:r>
            <a:r>
              <a:rPr lang="am-ET" sz="4800" b="1" dirty="0">
                <a:solidFill>
                  <a:schemeClr val="tx1">
                    <a:lumMod val="75000"/>
                    <a:lumOff val="25000"/>
                  </a:schemeClr>
                </a:solidFill>
                <a:latin typeface="Times New Roman" panose="02020603050405020304" pitchFamily="18" charset="0"/>
                <a:cs typeface="Times New Roman" panose="02020603050405020304" pitchFamily="18" charset="0"/>
              </a:rPr>
              <a:t>መዝ 16/17፥3-4</a:t>
            </a:r>
            <a:r>
              <a:rPr lang="en-US" sz="4800" b="1" dirty="0">
                <a:solidFill>
                  <a:schemeClr val="tx1">
                    <a:lumMod val="75000"/>
                    <a:lumOff val="25000"/>
                  </a:schemeClr>
                </a:solidFill>
                <a:latin typeface="Times New Roman" panose="02020603050405020304" pitchFamily="18" charset="0"/>
                <a:cs typeface="Times New Roman" panose="02020603050405020304" pitchFamily="18" charset="0"/>
              </a:rPr>
              <a:t>)</a:t>
            </a:r>
            <a:endParaRPr lang="en-US" sz="6000" dirty="0"/>
          </a:p>
        </p:txBody>
      </p:sp>
      <p:sp>
        <p:nvSpPr>
          <p:cNvPr id="3" name="Content Placeholder 2">
            <a:extLst>
              <a:ext uri="{FF2B5EF4-FFF2-40B4-BE49-F238E27FC236}">
                <a16:creationId xmlns:a16="http://schemas.microsoft.com/office/drawing/2014/main" id="{ECA9CA44-C467-4BBE-9C7A-39DD4F897FDA}"/>
              </a:ext>
            </a:extLst>
          </p:cNvPr>
          <p:cNvSpPr>
            <a:spLocks noGrp="1"/>
          </p:cNvSpPr>
          <p:nvPr>
            <p:ph idx="1"/>
          </p:nvPr>
        </p:nvSpPr>
        <p:spPr>
          <a:xfrm>
            <a:off x="0" y="1306285"/>
            <a:ext cx="12192000" cy="5551715"/>
          </a:xfrm>
        </p:spPr>
        <p:txBody>
          <a:bodyPr>
            <a:normAutofit fontScale="70000" lnSpcReduction="20000"/>
          </a:bodyPr>
          <a:lstStyle/>
          <a:p>
            <a:pPr marL="0" indent="0">
              <a:buNone/>
            </a:pPr>
            <a:r>
              <a:rPr lang="am-ET" sz="9600" dirty="0"/>
              <a:t>ሐወጽከኒ ሌሊተ ወፈተንኮ ለልብየ  ፤ </a:t>
            </a:r>
          </a:p>
          <a:p>
            <a:pPr marL="0" indent="0">
              <a:buNone/>
            </a:pPr>
            <a:r>
              <a:rPr lang="am-ET" sz="9600" dirty="0"/>
              <a:t>አመከርከኒ ወኢተረክበ ዓመጻ በላዕሌየ፤</a:t>
            </a:r>
          </a:p>
          <a:p>
            <a:pPr marL="0" indent="0">
              <a:buNone/>
            </a:pPr>
            <a:r>
              <a:rPr lang="am-ET" sz="9600" dirty="0"/>
              <a:t>ከመ ኢይንብብ አፉየ ግብረ እጓለ እመሕያው።  </a:t>
            </a:r>
          </a:p>
          <a:p>
            <a:pPr marL="0" indent="0">
              <a:buNone/>
            </a:pPr>
            <a:r>
              <a:rPr lang="am-ET" sz="9600" dirty="0">
                <a:solidFill>
                  <a:schemeClr val="accent1"/>
                </a:solidFill>
              </a:rPr>
              <a:t>ልቤን ፈተንኸው በሌሊትም ጐበኘኸኝ፤ ፈተንኸኝ፥ ምንም አላገኘህብኝም።የሰውን ሥራ አፌ እንዳይናገር ፈቃዴ ነው።</a:t>
            </a:r>
          </a:p>
        </p:txBody>
      </p:sp>
    </p:spTree>
    <p:extLst>
      <p:ext uri="{BB962C8B-B14F-4D97-AF65-F5344CB8AC3E}">
        <p14:creationId xmlns:p14="http://schemas.microsoft.com/office/powerpoint/2010/main" val="105027583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82F8E-9975-4ED6-BD14-06FBCCAF7920}"/>
              </a:ext>
            </a:extLst>
          </p:cNvPr>
          <p:cNvSpPr>
            <a:spLocks noGrp="1"/>
          </p:cNvSpPr>
          <p:nvPr>
            <p:ph type="title"/>
          </p:nvPr>
        </p:nvSpPr>
        <p:spPr>
          <a:xfrm>
            <a:off x="0" y="2"/>
            <a:ext cx="12192000" cy="1320799"/>
          </a:xfrm>
        </p:spPr>
        <p:txBody>
          <a:bodyPr>
            <a:normAutofit/>
          </a:bodyPr>
          <a:lstStyle/>
          <a:p>
            <a:r>
              <a:rPr lang="en-US" sz="4800" b="1" dirty="0">
                <a:solidFill>
                  <a:srgbClr val="C00000"/>
                </a:solidFill>
              </a:rPr>
              <a:t> </a:t>
            </a:r>
            <a:r>
              <a:rPr lang="en-US" sz="6000" b="1" dirty="0">
                <a:solidFill>
                  <a:srgbClr val="C00000"/>
                </a:solidFill>
              </a:rPr>
              <a:t>ም</a:t>
            </a:r>
            <a:r>
              <a:rPr lang="am-ET" sz="6000" b="1" dirty="0">
                <a:solidFill>
                  <a:srgbClr val="C00000"/>
                </a:solidFill>
              </a:rPr>
              <a:t>ስ</a:t>
            </a:r>
            <a:r>
              <a:rPr lang="en-US" sz="6000" b="1" dirty="0" err="1">
                <a:solidFill>
                  <a:srgbClr val="C00000"/>
                </a:solidFill>
              </a:rPr>
              <a:t>ባክ</a:t>
            </a:r>
            <a:r>
              <a:rPr lang="en-US" sz="6000" b="1" dirty="0">
                <a:solidFill>
                  <a:srgbClr val="C00000"/>
                </a:solidFill>
              </a:rPr>
              <a:t> </a:t>
            </a:r>
            <a:r>
              <a:rPr lang="en-US" sz="6000" b="1" dirty="0" err="1">
                <a:solidFill>
                  <a:schemeClr val="tx1">
                    <a:lumMod val="75000"/>
                    <a:lumOff val="25000"/>
                  </a:schemeClr>
                </a:solidFill>
              </a:rPr>
              <a:t>ዘገብር</a:t>
            </a:r>
            <a:r>
              <a:rPr lang="en-US" sz="6000" b="1" dirty="0">
                <a:solidFill>
                  <a:schemeClr val="tx1">
                    <a:lumMod val="75000"/>
                    <a:lumOff val="25000"/>
                  </a:schemeClr>
                </a:solidFill>
              </a:rPr>
              <a:t> </a:t>
            </a:r>
            <a:r>
              <a:rPr lang="en-US" sz="6000" b="1" dirty="0" err="1">
                <a:solidFill>
                  <a:schemeClr val="tx1">
                    <a:lumMod val="75000"/>
                    <a:lumOff val="25000"/>
                  </a:schemeClr>
                </a:solidFill>
              </a:rPr>
              <a:t>ኄር</a:t>
            </a:r>
            <a:r>
              <a:rPr lang="en-US" sz="6000" b="1" dirty="0">
                <a:solidFill>
                  <a:schemeClr val="tx1">
                    <a:lumMod val="75000"/>
                    <a:lumOff val="25000"/>
                  </a:schemeClr>
                </a:solidFill>
              </a:rPr>
              <a:t> </a:t>
            </a:r>
            <a:r>
              <a:rPr lang="en-US" sz="6000" b="1" dirty="0" err="1">
                <a:solidFill>
                  <a:schemeClr val="accent6">
                    <a:lumMod val="50000"/>
                  </a:schemeClr>
                </a:solidFill>
              </a:rPr>
              <a:t>ጾመ</a:t>
            </a:r>
            <a:r>
              <a:rPr lang="en-US" sz="6000" b="1" dirty="0">
                <a:solidFill>
                  <a:schemeClr val="accent6">
                    <a:lumMod val="50000"/>
                  </a:schemeClr>
                </a:solidFill>
              </a:rPr>
              <a:t> </a:t>
            </a:r>
            <a:r>
              <a:rPr lang="en-US" sz="6000" b="1" dirty="0" err="1">
                <a:solidFill>
                  <a:schemeClr val="accent6">
                    <a:lumMod val="50000"/>
                  </a:schemeClr>
                </a:solidFill>
              </a:rPr>
              <a:t>አርብዓ</a:t>
            </a:r>
            <a:r>
              <a:rPr lang="en-US" sz="6000" b="1" dirty="0">
                <a:solidFill>
                  <a:schemeClr val="accent6">
                    <a:lumMod val="50000"/>
                  </a:schemeClr>
                </a:solidFill>
              </a:rPr>
              <a:t> </a:t>
            </a:r>
            <a:r>
              <a:rPr lang="en-US" sz="6000" b="1" dirty="0">
                <a:solidFill>
                  <a:schemeClr val="tx1">
                    <a:lumMod val="75000"/>
                    <a:lumOff val="25000"/>
                  </a:schemeClr>
                </a:solidFill>
              </a:rPr>
              <a:t>(</a:t>
            </a:r>
            <a:r>
              <a:rPr lang="en-US" sz="6000" b="1" dirty="0" err="1">
                <a:solidFill>
                  <a:schemeClr val="tx1">
                    <a:lumMod val="75000"/>
                    <a:lumOff val="25000"/>
                  </a:schemeClr>
                </a:solidFill>
                <a:latin typeface="Times New Roman" panose="02020603050405020304" pitchFamily="18" charset="0"/>
                <a:cs typeface="Times New Roman" panose="02020603050405020304" pitchFamily="18" charset="0"/>
              </a:rPr>
              <a:t>መዝ</a:t>
            </a:r>
            <a:r>
              <a:rPr lang="en-US" sz="6000" b="1" dirty="0">
                <a:solidFill>
                  <a:schemeClr val="tx1">
                    <a:lumMod val="75000"/>
                    <a:lumOff val="25000"/>
                  </a:schemeClr>
                </a:solidFill>
                <a:latin typeface="Times New Roman" panose="02020603050405020304" pitchFamily="18" charset="0"/>
                <a:cs typeface="Times New Roman" panose="02020603050405020304" pitchFamily="18" charset="0"/>
              </a:rPr>
              <a:t> 38</a:t>
            </a:r>
            <a:r>
              <a:rPr lang="en-US" sz="6000" b="1" i="1" dirty="0">
                <a:solidFill>
                  <a:schemeClr val="tx1">
                    <a:lumMod val="75000"/>
                    <a:lumOff val="25000"/>
                  </a:schemeClr>
                </a:solidFill>
                <a:latin typeface="Times New Roman" panose="02020603050405020304" pitchFamily="18" charset="0"/>
                <a:cs typeface="Times New Roman" panose="02020603050405020304" pitchFamily="18" charset="0"/>
              </a:rPr>
              <a:t>፥8</a:t>
            </a:r>
            <a:r>
              <a:rPr lang="en-US" sz="6000" b="1" dirty="0">
                <a:solidFill>
                  <a:schemeClr val="tx1">
                    <a:lumMod val="75000"/>
                    <a:lumOff val="25000"/>
                  </a:schemeClr>
                </a:solidFill>
                <a:latin typeface="Times New Roman" panose="02020603050405020304" pitchFamily="18" charset="0"/>
                <a:cs typeface="Times New Roman" panose="02020603050405020304" pitchFamily="18" charset="0"/>
              </a:rPr>
              <a:t>-9)</a:t>
            </a:r>
            <a:endParaRPr lang="en-US" sz="4800" dirty="0"/>
          </a:p>
        </p:txBody>
      </p:sp>
      <p:sp>
        <p:nvSpPr>
          <p:cNvPr id="3" name="Content Placeholder 2">
            <a:extLst>
              <a:ext uri="{FF2B5EF4-FFF2-40B4-BE49-F238E27FC236}">
                <a16:creationId xmlns:a16="http://schemas.microsoft.com/office/drawing/2014/main" id="{009C2D91-A3A9-4AD6-9023-A59E51BD2F3B}"/>
              </a:ext>
            </a:extLst>
          </p:cNvPr>
          <p:cNvSpPr>
            <a:spLocks noGrp="1"/>
          </p:cNvSpPr>
          <p:nvPr>
            <p:ph idx="1"/>
          </p:nvPr>
        </p:nvSpPr>
        <p:spPr>
          <a:xfrm>
            <a:off x="0" y="1320801"/>
            <a:ext cx="12192000" cy="5551713"/>
          </a:xfrm>
        </p:spPr>
        <p:txBody>
          <a:bodyPr>
            <a:normAutofit fontScale="32500" lnSpcReduction="20000"/>
          </a:bodyPr>
          <a:lstStyle/>
          <a:p>
            <a:pPr marL="0" indent="0">
              <a:buNone/>
            </a:pPr>
            <a:r>
              <a:rPr lang="am-ET" sz="22199" dirty="0"/>
              <a:t>ከመ እንግር ፈቃደከ መከርኩ አምላኪየ፤ </a:t>
            </a:r>
          </a:p>
          <a:p>
            <a:pPr marL="0" indent="0">
              <a:buNone/>
            </a:pPr>
            <a:r>
              <a:rPr lang="am-ET" sz="22199" dirty="0"/>
              <a:t>ወሕግከኒ በማእከለ ከርሥየ፤</a:t>
            </a:r>
          </a:p>
          <a:p>
            <a:pPr marL="0" indent="0">
              <a:buNone/>
            </a:pPr>
            <a:r>
              <a:rPr lang="am-ET" sz="22199" dirty="0"/>
              <a:t>ዜኖኩ ጽድቀከ በማኅበር ዓቢይ።  </a:t>
            </a:r>
          </a:p>
          <a:p>
            <a:pPr marL="0" indent="0">
              <a:buNone/>
            </a:pPr>
            <a:endParaRPr lang="en-US" sz="15200" dirty="0">
              <a:solidFill>
                <a:schemeClr val="accent1"/>
              </a:solidFill>
            </a:endParaRPr>
          </a:p>
          <a:p>
            <a:pPr marL="0" indent="0">
              <a:buNone/>
            </a:pPr>
            <a:r>
              <a:rPr lang="am-ET" sz="17600" dirty="0">
                <a:solidFill>
                  <a:schemeClr val="accent1"/>
                </a:solidFill>
              </a:rPr>
              <a:t>አምላኬ ሆይ</a:t>
            </a:r>
            <a:r>
              <a:rPr lang="en-US" sz="17600" dirty="0">
                <a:solidFill>
                  <a:schemeClr val="accent1"/>
                </a:solidFill>
              </a:rPr>
              <a:t> </a:t>
            </a:r>
            <a:r>
              <a:rPr lang="am-ET" sz="17600" dirty="0">
                <a:solidFill>
                  <a:schemeClr val="accent1"/>
                </a:solidFill>
              </a:rPr>
              <a:t>ፈቃድህን መፈጸም እወዳለሁ፤ </a:t>
            </a:r>
          </a:p>
          <a:p>
            <a:pPr marL="0" indent="0">
              <a:buNone/>
            </a:pPr>
            <a:r>
              <a:rPr lang="am-ET" sz="17600" dirty="0">
                <a:solidFill>
                  <a:schemeClr val="accent1"/>
                </a:solidFill>
              </a:rPr>
              <a:t>ሕግህም በልቤ ውስጥ ነው በትልቁ ጉባኤ ፊት ትክክለኛውን ነገር ተናገርኩ።</a:t>
            </a:r>
            <a:endParaRPr lang="en-US" sz="17600" dirty="0">
              <a:solidFill>
                <a:schemeClr val="accent1"/>
              </a:solidFill>
            </a:endParaRPr>
          </a:p>
        </p:txBody>
      </p:sp>
    </p:spTree>
    <p:extLst>
      <p:ext uri="{BB962C8B-B14F-4D97-AF65-F5344CB8AC3E}">
        <p14:creationId xmlns:p14="http://schemas.microsoft.com/office/powerpoint/2010/main" val="6770879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DBAEE3-8A56-4D20-B858-F83CB01BE189}"/>
              </a:ext>
            </a:extLst>
          </p:cNvPr>
          <p:cNvSpPr>
            <a:spLocks noGrp="1"/>
          </p:cNvSpPr>
          <p:nvPr>
            <p:ph type="title"/>
          </p:nvPr>
        </p:nvSpPr>
        <p:spPr>
          <a:xfrm>
            <a:off x="-1" y="116116"/>
            <a:ext cx="11945257" cy="1161142"/>
          </a:xfrm>
        </p:spPr>
        <p:txBody>
          <a:bodyPr>
            <a:normAutofit fontScale="90000"/>
          </a:bodyPr>
          <a:lstStyle/>
          <a:p>
            <a:r>
              <a:rPr lang="en-US" sz="5400" b="1" dirty="0">
                <a:solidFill>
                  <a:srgbClr val="C00000"/>
                </a:solidFill>
              </a:rPr>
              <a:t>  </a:t>
            </a:r>
            <a:r>
              <a:rPr lang="en-US" sz="6700" b="1" dirty="0">
                <a:solidFill>
                  <a:srgbClr val="C00000"/>
                </a:solidFill>
              </a:rPr>
              <a:t>ም</a:t>
            </a:r>
            <a:r>
              <a:rPr lang="am-ET" sz="6700" b="1" dirty="0">
                <a:solidFill>
                  <a:srgbClr val="C00000"/>
                </a:solidFill>
              </a:rPr>
              <a:t>ስ</a:t>
            </a:r>
            <a:r>
              <a:rPr lang="en-US" sz="6700" b="1" dirty="0" err="1">
                <a:solidFill>
                  <a:srgbClr val="C00000"/>
                </a:solidFill>
              </a:rPr>
              <a:t>ባክ</a:t>
            </a:r>
            <a:r>
              <a:rPr lang="en-US" sz="6700" b="1" dirty="0">
                <a:solidFill>
                  <a:srgbClr val="C00000"/>
                </a:solidFill>
              </a:rPr>
              <a:t> </a:t>
            </a:r>
            <a:r>
              <a:rPr lang="en-US" sz="6700" b="1" dirty="0" err="1">
                <a:solidFill>
                  <a:schemeClr val="tx1">
                    <a:lumMod val="75000"/>
                    <a:lumOff val="25000"/>
                  </a:schemeClr>
                </a:solidFill>
              </a:rPr>
              <a:t>ዘደብረዘይት</a:t>
            </a:r>
            <a:r>
              <a:rPr lang="en-US" sz="6700" b="1" dirty="0">
                <a:solidFill>
                  <a:schemeClr val="tx1">
                    <a:lumMod val="75000"/>
                    <a:lumOff val="25000"/>
                  </a:schemeClr>
                </a:solidFill>
              </a:rPr>
              <a:t> </a:t>
            </a:r>
            <a:r>
              <a:rPr lang="en-US" sz="6700" b="1" dirty="0" err="1">
                <a:solidFill>
                  <a:schemeClr val="accent6">
                    <a:lumMod val="50000"/>
                  </a:schemeClr>
                </a:solidFill>
              </a:rPr>
              <a:t>ጾመ</a:t>
            </a:r>
            <a:r>
              <a:rPr lang="en-US" sz="6700" b="1" dirty="0">
                <a:solidFill>
                  <a:schemeClr val="accent6">
                    <a:lumMod val="50000"/>
                  </a:schemeClr>
                </a:solidFill>
              </a:rPr>
              <a:t> </a:t>
            </a:r>
            <a:r>
              <a:rPr lang="en-US" sz="6700" b="1" dirty="0" err="1">
                <a:solidFill>
                  <a:schemeClr val="accent6">
                    <a:lumMod val="50000"/>
                  </a:schemeClr>
                </a:solidFill>
              </a:rPr>
              <a:t>አርብዓ</a:t>
            </a:r>
            <a:r>
              <a:rPr lang="en-US" sz="6700" b="1" dirty="0">
                <a:solidFill>
                  <a:schemeClr val="accent6">
                    <a:lumMod val="50000"/>
                  </a:schemeClr>
                </a:solidFill>
              </a:rPr>
              <a:t> </a:t>
            </a:r>
            <a:r>
              <a:rPr lang="en-US" sz="6700" b="1" dirty="0" err="1">
                <a:solidFill>
                  <a:schemeClr val="tx1">
                    <a:lumMod val="75000"/>
                    <a:lumOff val="25000"/>
                  </a:schemeClr>
                </a:solidFill>
                <a:latin typeface="Times New Roman" panose="02020603050405020304" pitchFamily="18" charset="0"/>
                <a:cs typeface="Times New Roman" panose="02020603050405020304" pitchFamily="18" charset="0"/>
              </a:rPr>
              <a:t>መዝ</a:t>
            </a:r>
            <a:r>
              <a:rPr lang="en-US" sz="6700" b="1" dirty="0">
                <a:solidFill>
                  <a:schemeClr val="tx1">
                    <a:lumMod val="75000"/>
                    <a:lumOff val="25000"/>
                  </a:schemeClr>
                </a:solidFill>
                <a:latin typeface="Times New Roman" panose="02020603050405020304" pitchFamily="18" charset="0"/>
                <a:cs typeface="Times New Roman" panose="02020603050405020304" pitchFamily="18" charset="0"/>
              </a:rPr>
              <a:t> 49</a:t>
            </a:r>
            <a:r>
              <a:rPr lang="en-US" sz="6700" b="1" i="1" dirty="0">
                <a:solidFill>
                  <a:schemeClr val="tx1">
                    <a:lumMod val="75000"/>
                    <a:lumOff val="25000"/>
                  </a:schemeClr>
                </a:solidFill>
                <a:latin typeface="Times New Roman" panose="02020603050405020304" pitchFamily="18" charset="0"/>
                <a:cs typeface="Times New Roman" panose="02020603050405020304" pitchFamily="18" charset="0"/>
              </a:rPr>
              <a:t>፥2</a:t>
            </a:r>
            <a:endParaRPr lang="en-US" sz="6700" b="1" dirty="0"/>
          </a:p>
        </p:txBody>
      </p:sp>
      <p:sp>
        <p:nvSpPr>
          <p:cNvPr id="3" name="Content Placeholder 2">
            <a:extLst>
              <a:ext uri="{FF2B5EF4-FFF2-40B4-BE49-F238E27FC236}">
                <a16:creationId xmlns:a16="http://schemas.microsoft.com/office/drawing/2014/main" id="{600C610D-0D24-4C24-B96F-4AE049C41D66}"/>
              </a:ext>
            </a:extLst>
          </p:cNvPr>
          <p:cNvSpPr>
            <a:spLocks noGrp="1"/>
          </p:cNvSpPr>
          <p:nvPr>
            <p:ph idx="1"/>
          </p:nvPr>
        </p:nvSpPr>
        <p:spPr>
          <a:xfrm>
            <a:off x="0" y="1074057"/>
            <a:ext cx="11945256" cy="5667827"/>
          </a:xfrm>
        </p:spPr>
        <p:txBody>
          <a:bodyPr>
            <a:normAutofit/>
          </a:bodyPr>
          <a:lstStyle/>
          <a:p>
            <a:pPr marL="0" indent="0">
              <a:buNone/>
            </a:pPr>
            <a:r>
              <a:rPr lang="am-ET" sz="7800" dirty="0"/>
              <a:t>እግዚኣብሔር</a:t>
            </a:r>
            <a:r>
              <a:rPr lang="en-US" sz="7800" dirty="0"/>
              <a:t>ሰ</a:t>
            </a:r>
            <a:r>
              <a:rPr lang="am-ET" sz="7800" dirty="0"/>
              <a:t> </a:t>
            </a:r>
            <a:r>
              <a:rPr lang="en-US" sz="7800" dirty="0" err="1"/>
              <a:t>ገሃደ</a:t>
            </a:r>
            <a:r>
              <a:rPr lang="en-US" sz="7800" dirty="0"/>
              <a:t> </a:t>
            </a:r>
            <a:r>
              <a:rPr lang="en-US" sz="7800" dirty="0" err="1"/>
              <a:t>ይመጽእ</a:t>
            </a:r>
            <a:r>
              <a:rPr lang="en-US" sz="7800" dirty="0"/>
              <a:t>፤</a:t>
            </a:r>
          </a:p>
          <a:p>
            <a:pPr marL="0" indent="0">
              <a:buNone/>
            </a:pPr>
            <a:r>
              <a:rPr lang="en-US" sz="7800" dirty="0" err="1"/>
              <a:t>ወአምላክነሂ</a:t>
            </a:r>
            <a:r>
              <a:rPr lang="en-US" sz="7800" dirty="0"/>
              <a:t> </a:t>
            </a:r>
            <a:r>
              <a:rPr lang="en-US" sz="7800" dirty="0" err="1"/>
              <a:t>ኢያረምም</a:t>
            </a:r>
            <a:r>
              <a:rPr lang="en-US" sz="7800" dirty="0"/>
              <a:t>፤</a:t>
            </a:r>
          </a:p>
          <a:p>
            <a:pPr marL="0" indent="0">
              <a:buNone/>
            </a:pPr>
            <a:r>
              <a:rPr lang="en-US" sz="7800" dirty="0" err="1"/>
              <a:t>እሳት</a:t>
            </a:r>
            <a:r>
              <a:rPr lang="en-US" sz="7800" dirty="0"/>
              <a:t> </a:t>
            </a:r>
            <a:r>
              <a:rPr lang="en-US" sz="7800" dirty="0" err="1"/>
              <a:t>ይነድድ</a:t>
            </a:r>
            <a:r>
              <a:rPr lang="en-US" sz="7800" dirty="0"/>
              <a:t> </a:t>
            </a:r>
            <a:r>
              <a:rPr lang="en-US" sz="7800" dirty="0" err="1"/>
              <a:t>ቅድሜሁ</a:t>
            </a:r>
            <a:r>
              <a:rPr lang="en-US" sz="7800" dirty="0"/>
              <a:t>።</a:t>
            </a:r>
          </a:p>
          <a:p>
            <a:pPr marL="0" indent="0">
              <a:buNone/>
            </a:pPr>
            <a:r>
              <a:rPr lang="en-US" sz="5100" dirty="0" err="1">
                <a:solidFill>
                  <a:srgbClr val="0070C0"/>
                </a:solidFill>
              </a:rPr>
              <a:t>አምላካችን</a:t>
            </a:r>
            <a:r>
              <a:rPr lang="en-US" sz="5100" dirty="0">
                <a:solidFill>
                  <a:srgbClr val="0070C0"/>
                </a:solidFill>
              </a:rPr>
              <a:t> </a:t>
            </a:r>
            <a:r>
              <a:rPr lang="en-US" sz="5100" dirty="0" err="1">
                <a:solidFill>
                  <a:srgbClr val="0070C0"/>
                </a:solidFill>
              </a:rPr>
              <a:t>ይመጣል</a:t>
            </a:r>
            <a:r>
              <a:rPr lang="en-US" sz="5100" dirty="0">
                <a:solidFill>
                  <a:srgbClr val="0070C0"/>
                </a:solidFill>
              </a:rPr>
              <a:t> </a:t>
            </a:r>
            <a:r>
              <a:rPr lang="en-US" sz="5100" dirty="0" err="1">
                <a:solidFill>
                  <a:srgbClr val="0070C0"/>
                </a:solidFill>
              </a:rPr>
              <a:t>ዝም</a:t>
            </a:r>
            <a:r>
              <a:rPr lang="en-US" sz="5100" dirty="0">
                <a:solidFill>
                  <a:srgbClr val="0070C0"/>
                </a:solidFill>
              </a:rPr>
              <a:t> </a:t>
            </a:r>
            <a:r>
              <a:rPr lang="en-US" sz="5100" dirty="0" err="1">
                <a:solidFill>
                  <a:srgbClr val="0070C0"/>
                </a:solidFill>
              </a:rPr>
              <a:t>አይልም</a:t>
            </a:r>
            <a:r>
              <a:rPr lang="en-US" sz="5100" dirty="0">
                <a:solidFill>
                  <a:srgbClr val="0070C0"/>
                </a:solidFill>
              </a:rPr>
              <a:t> </a:t>
            </a:r>
            <a:r>
              <a:rPr lang="en-US" sz="5100" dirty="0" err="1">
                <a:solidFill>
                  <a:srgbClr val="0070C0"/>
                </a:solidFill>
              </a:rPr>
              <a:t>የሚያቃጥል</a:t>
            </a:r>
            <a:r>
              <a:rPr lang="en-US" sz="5100" dirty="0">
                <a:solidFill>
                  <a:srgbClr val="0070C0"/>
                </a:solidFill>
              </a:rPr>
              <a:t> </a:t>
            </a:r>
            <a:r>
              <a:rPr lang="en-US" sz="5100" dirty="0" err="1">
                <a:solidFill>
                  <a:srgbClr val="0070C0"/>
                </a:solidFill>
              </a:rPr>
              <a:t>በፊቱ</a:t>
            </a:r>
            <a:r>
              <a:rPr lang="en-US" sz="5100" dirty="0">
                <a:solidFill>
                  <a:srgbClr val="0070C0"/>
                </a:solidFill>
              </a:rPr>
              <a:t> </a:t>
            </a:r>
            <a:r>
              <a:rPr lang="en-US" sz="5100" dirty="0" err="1">
                <a:solidFill>
                  <a:srgbClr val="0070C0"/>
                </a:solidFill>
              </a:rPr>
              <a:t>ነው</a:t>
            </a:r>
            <a:r>
              <a:rPr lang="en-US" sz="5100" dirty="0">
                <a:solidFill>
                  <a:srgbClr val="0070C0"/>
                </a:solidFill>
              </a:rPr>
              <a:t>።</a:t>
            </a:r>
            <a:endParaRPr lang="am-ET" sz="5100" dirty="0">
              <a:solidFill>
                <a:srgbClr val="0070C0"/>
              </a:solidFill>
            </a:endParaRPr>
          </a:p>
          <a:p>
            <a:endParaRPr lang="en-US" dirty="0"/>
          </a:p>
        </p:txBody>
      </p:sp>
    </p:spTree>
    <p:extLst>
      <p:ext uri="{BB962C8B-B14F-4D97-AF65-F5344CB8AC3E}">
        <p14:creationId xmlns:p14="http://schemas.microsoft.com/office/powerpoint/2010/main" val="117728304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DBAEE3-8A56-4D20-B858-F83CB01BE189}"/>
              </a:ext>
            </a:extLst>
          </p:cNvPr>
          <p:cNvSpPr>
            <a:spLocks noGrp="1"/>
          </p:cNvSpPr>
          <p:nvPr>
            <p:ph type="title"/>
          </p:nvPr>
        </p:nvSpPr>
        <p:spPr>
          <a:xfrm>
            <a:off x="-1" y="116116"/>
            <a:ext cx="11945257" cy="1161142"/>
          </a:xfrm>
        </p:spPr>
        <p:txBody>
          <a:bodyPr>
            <a:normAutofit fontScale="90000"/>
          </a:bodyPr>
          <a:lstStyle/>
          <a:p>
            <a:r>
              <a:rPr lang="en-US" sz="5400" b="1" dirty="0">
                <a:solidFill>
                  <a:srgbClr val="C00000"/>
                </a:solidFill>
              </a:rPr>
              <a:t>  </a:t>
            </a:r>
            <a:r>
              <a:rPr lang="en-US" sz="6700" b="1" dirty="0">
                <a:solidFill>
                  <a:srgbClr val="C00000"/>
                </a:solidFill>
              </a:rPr>
              <a:t>ም</a:t>
            </a:r>
            <a:r>
              <a:rPr lang="am-ET" sz="6700" b="1" dirty="0">
                <a:solidFill>
                  <a:srgbClr val="C00000"/>
                </a:solidFill>
              </a:rPr>
              <a:t>ስ</a:t>
            </a:r>
            <a:r>
              <a:rPr lang="en-US" sz="6700" b="1" dirty="0" err="1">
                <a:solidFill>
                  <a:srgbClr val="C00000"/>
                </a:solidFill>
              </a:rPr>
              <a:t>ባክ</a:t>
            </a:r>
            <a:r>
              <a:rPr lang="en-US" sz="6700" b="1" dirty="0">
                <a:solidFill>
                  <a:srgbClr val="C00000"/>
                </a:solidFill>
              </a:rPr>
              <a:t> </a:t>
            </a:r>
            <a:r>
              <a:rPr lang="en-US" sz="6700" b="1" dirty="0" err="1">
                <a:solidFill>
                  <a:schemeClr val="tx1">
                    <a:lumMod val="75000"/>
                    <a:lumOff val="25000"/>
                  </a:schemeClr>
                </a:solidFill>
              </a:rPr>
              <a:t>ዘመፃጉዕ</a:t>
            </a:r>
            <a:r>
              <a:rPr lang="en-US" sz="6700" b="1" dirty="0">
                <a:solidFill>
                  <a:schemeClr val="tx1">
                    <a:lumMod val="75000"/>
                    <a:lumOff val="25000"/>
                  </a:schemeClr>
                </a:solidFill>
              </a:rPr>
              <a:t> </a:t>
            </a:r>
            <a:r>
              <a:rPr lang="en-US" sz="6700" b="1" dirty="0" err="1">
                <a:solidFill>
                  <a:schemeClr val="accent6">
                    <a:lumMod val="50000"/>
                  </a:schemeClr>
                </a:solidFill>
              </a:rPr>
              <a:t>ጾመ</a:t>
            </a:r>
            <a:r>
              <a:rPr lang="en-US" sz="6700" b="1" dirty="0">
                <a:solidFill>
                  <a:schemeClr val="accent6">
                    <a:lumMod val="50000"/>
                  </a:schemeClr>
                </a:solidFill>
              </a:rPr>
              <a:t> </a:t>
            </a:r>
            <a:r>
              <a:rPr lang="en-US" sz="6700" b="1" dirty="0" err="1">
                <a:solidFill>
                  <a:schemeClr val="accent6">
                    <a:lumMod val="50000"/>
                  </a:schemeClr>
                </a:solidFill>
              </a:rPr>
              <a:t>አርብዓ</a:t>
            </a:r>
            <a:r>
              <a:rPr lang="en-US" sz="6700" b="1" dirty="0">
                <a:solidFill>
                  <a:schemeClr val="accent6">
                    <a:lumMod val="50000"/>
                  </a:schemeClr>
                </a:solidFill>
              </a:rPr>
              <a:t> </a:t>
            </a:r>
            <a:r>
              <a:rPr lang="en-US" sz="6700" b="1" dirty="0">
                <a:solidFill>
                  <a:schemeClr val="tx1">
                    <a:lumMod val="75000"/>
                    <a:lumOff val="25000"/>
                  </a:schemeClr>
                </a:solidFill>
              </a:rPr>
              <a:t>(</a:t>
            </a:r>
            <a:r>
              <a:rPr lang="en-US" sz="6700" b="1" dirty="0" err="1">
                <a:solidFill>
                  <a:schemeClr val="tx1">
                    <a:lumMod val="75000"/>
                    <a:lumOff val="25000"/>
                  </a:schemeClr>
                </a:solidFill>
                <a:latin typeface="Times New Roman" panose="02020603050405020304" pitchFamily="18" charset="0"/>
                <a:cs typeface="Times New Roman" panose="02020603050405020304" pitchFamily="18" charset="0"/>
              </a:rPr>
              <a:t>መዝ</a:t>
            </a:r>
            <a:r>
              <a:rPr lang="en-US" sz="6700" b="1" dirty="0">
                <a:solidFill>
                  <a:schemeClr val="tx1">
                    <a:lumMod val="75000"/>
                    <a:lumOff val="25000"/>
                  </a:schemeClr>
                </a:solidFill>
                <a:latin typeface="Times New Roman" panose="02020603050405020304" pitchFamily="18" charset="0"/>
                <a:cs typeface="Times New Roman" panose="02020603050405020304" pitchFamily="18" charset="0"/>
              </a:rPr>
              <a:t> 40</a:t>
            </a:r>
            <a:r>
              <a:rPr lang="en-US" sz="6700" b="1" i="1" dirty="0">
                <a:solidFill>
                  <a:schemeClr val="tx1">
                    <a:lumMod val="75000"/>
                    <a:lumOff val="25000"/>
                  </a:schemeClr>
                </a:solidFill>
                <a:latin typeface="Times New Roman" panose="02020603050405020304" pitchFamily="18" charset="0"/>
                <a:cs typeface="Times New Roman" panose="02020603050405020304" pitchFamily="18" charset="0"/>
              </a:rPr>
              <a:t>፥</a:t>
            </a:r>
            <a:r>
              <a:rPr lang="en-US" sz="6700" b="1" dirty="0">
                <a:solidFill>
                  <a:schemeClr val="tx1">
                    <a:lumMod val="75000"/>
                    <a:lumOff val="25000"/>
                  </a:schemeClr>
                </a:solidFill>
                <a:latin typeface="Times New Roman" panose="02020603050405020304" pitchFamily="18" charset="0"/>
                <a:cs typeface="Times New Roman" panose="02020603050405020304" pitchFamily="18" charset="0"/>
              </a:rPr>
              <a:t>3-4)</a:t>
            </a:r>
            <a:endParaRPr lang="en-US" sz="6700" b="1" dirty="0"/>
          </a:p>
        </p:txBody>
      </p:sp>
      <p:sp>
        <p:nvSpPr>
          <p:cNvPr id="3" name="Content Placeholder 2">
            <a:extLst>
              <a:ext uri="{FF2B5EF4-FFF2-40B4-BE49-F238E27FC236}">
                <a16:creationId xmlns:a16="http://schemas.microsoft.com/office/drawing/2014/main" id="{600C610D-0D24-4C24-B96F-4AE049C41D66}"/>
              </a:ext>
            </a:extLst>
          </p:cNvPr>
          <p:cNvSpPr>
            <a:spLocks noGrp="1"/>
          </p:cNvSpPr>
          <p:nvPr>
            <p:ph idx="1"/>
          </p:nvPr>
        </p:nvSpPr>
        <p:spPr>
          <a:xfrm>
            <a:off x="0" y="1074057"/>
            <a:ext cx="12192000" cy="5783943"/>
          </a:xfrm>
        </p:spPr>
        <p:txBody>
          <a:bodyPr>
            <a:normAutofit/>
          </a:bodyPr>
          <a:lstStyle/>
          <a:p>
            <a:pPr marL="0" indent="0" algn="ctr">
              <a:buNone/>
            </a:pPr>
            <a:r>
              <a:rPr lang="am-ET" sz="7800" b="1" dirty="0"/>
              <a:t>እግዚኣብሔር </a:t>
            </a:r>
            <a:r>
              <a:rPr lang="en-US" sz="7800" b="1" dirty="0" err="1"/>
              <a:t>ይረድኦ</a:t>
            </a:r>
            <a:r>
              <a:rPr lang="en-US" sz="7800" b="1" dirty="0"/>
              <a:t> </a:t>
            </a:r>
            <a:r>
              <a:rPr lang="en-US" sz="7800" b="1" dirty="0" err="1"/>
              <a:t>ውስተ</a:t>
            </a:r>
            <a:r>
              <a:rPr lang="en-US" sz="7800" b="1" dirty="0"/>
              <a:t> </a:t>
            </a:r>
            <a:r>
              <a:rPr lang="en-US" sz="7800" b="1" dirty="0" err="1"/>
              <a:t>ዓራተ</a:t>
            </a:r>
            <a:r>
              <a:rPr lang="en-US" sz="7800" b="1" dirty="0"/>
              <a:t> </a:t>
            </a:r>
            <a:r>
              <a:rPr lang="en-US" sz="7800" b="1" dirty="0" err="1"/>
              <a:t>ሕማሙ</a:t>
            </a:r>
            <a:r>
              <a:rPr lang="am-ET" sz="7800" b="1" dirty="0"/>
              <a:t>፤ </a:t>
            </a:r>
          </a:p>
          <a:p>
            <a:pPr marL="0" indent="0" algn="ctr">
              <a:buNone/>
            </a:pPr>
            <a:r>
              <a:rPr lang="en-US" sz="7800" b="1" dirty="0" err="1"/>
              <a:t>ወይመይጥ</a:t>
            </a:r>
            <a:r>
              <a:rPr lang="en-US" sz="7800" b="1" dirty="0"/>
              <a:t> </a:t>
            </a:r>
            <a:r>
              <a:rPr lang="en-US" sz="7800" b="1" dirty="0" err="1"/>
              <a:t>ሎቱ</a:t>
            </a:r>
            <a:r>
              <a:rPr lang="en-US" sz="7800" b="1" dirty="0"/>
              <a:t> </a:t>
            </a:r>
            <a:r>
              <a:rPr lang="en-US" sz="7800" b="1" dirty="0" err="1"/>
              <a:t>ኩሎ</a:t>
            </a:r>
            <a:r>
              <a:rPr lang="en-US" sz="7800" b="1" dirty="0"/>
              <a:t> </a:t>
            </a:r>
            <a:r>
              <a:rPr lang="en-US" sz="7800" b="1" dirty="0" err="1"/>
              <a:t>ምስካቢሁ</a:t>
            </a:r>
            <a:r>
              <a:rPr lang="en-US" sz="7800" b="1" dirty="0"/>
              <a:t> </a:t>
            </a:r>
            <a:r>
              <a:rPr lang="en-US" sz="7800" b="1" dirty="0" err="1"/>
              <a:t>እምደዊሁ</a:t>
            </a:r>
            <a:r>
              <a:rPr lang="am-ET" sz="7800" b="1" dirty="0"/>
              <a:t>፤</a:t>
            </a:r>
            <a:endParaRPr lang="en-US" sz="7800" b="1" dirty="0"/>
          </a:p>
          <a:p>
            <a:pPr marL="0" indent="0" algn="ctr">
              <a:buNone/>
            </a:pPr>
            <a:r>
              <a:rPr lang="en-US" sz="7800" b="1" dirty="0" err="1"/>
              <a:t>አነሰ</a:t>
            </a:r>
            <a:r>
              <a:rPr lang="en-US" sz="7800" b="1" dirty="0"/>
              <a:t> </a:t>
            </a:r>
            <a:r>
              <a:rPr lang="en-US" sz="7800" b="1" dirty="0" err="1"/>
              <a:t>እቤ</a:t>
            </a:r>
            <a:r>
              <a:rPr lang="en-US" sz="7800" b="1" dirty="0"/>
              <a:t> </a:t>
            </a:r>
            <a:r>
              <a:rPr lang="en-US" sz="7800" b="1" dirty="0" err="1"/>
              <a:t>እግዚኦ</a:t>
            </a:r>
            <a:r>
              <a:rPr lang="en-US" sz="7800" b="1" dirty="0"/>
              <a:t> </a:t>
            </a:r>
            <a:r>
              <a:rPr lang="en-US" sz="7800" b="1" dirty="0" err="1"/>
              <a:t>ተሣሃለኒ</a:t>
            </a:r>
            <a:r>
              <a:rPr lang="am-ET" sz="7800" b="1" dirty="0"/>
              <a:t>።</a:t>
            </a:r>
            <a:endParaRPr lang="en-US" sz="7800" b="1" dirty="0"/>
          </a:p>
          <a:p>
            <a:pPr algn="ctr"/>
            <a:endParaRPr lang="en-US" b="1" dirty="0"/>
          </a:p>
        </p:txBody>
      </p:sp>
    </p:spTree>
    <p:extLst>
      <p:ext uri="{BB962C8B-B14F-4D97-AF65-F5344CB8AC3E}">
        <p14:creationId xmlns:p14="http://schemas.microsoft.com/office/powerpoint/2010/main" val="331470472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F5BC56-F92F-4945-BF36-2FD05C4D34F2}"/>
              </a:ext>
            </a:extLst>
          </p:cNvPr>
          <p:cNvSpPr>
            <a:spLocks noGrp="1"/>
          </p:cNvSpPr>
          <p:nvPr>
            <p:ph type="title"/>
          </p:nvPr>
        </p:nvSpPr>
        <p:spPr>
          <a:xfrm>
            <a:off x="2" y="1"/>
            <a:ext cx="12191999" cy="1200204"/>
          </a:xfrm>
        </p:spPr>
        <p:txBody>
          <a:bodyPr>
            <a:normAutofit fontScale="90000"/>
          </a:bodyPr>
          <a:lstStyle/>
          <a:p>
            <a:pPr algn="ctr"/>
            <a:r>
              <a:rPr lang="en-US" sz="6700" b="1" dirty="0">
                <a:solidFill>
                  <a:srgbClr val="C00000"/>
                </a:solidFill>
              </a:rPr>
              <a:t>ም</a:t>
            </a:r>
            <a:r>
              <a:rPr lang="am-ET" sz="6700" b="1" dirty="0">
                <a:solidFill>
                  <a:srgbClr val="C00000"/>
                </a:solidFill>
              </a:rPr>
              <a:t>ስ</a:t>
            </a:r>
            <a:r>
              <a:rPr lang="en-US" sz="6700" b="1" dirty="0" err="1">
                <a:solidFill>
                  <a:srgbClr val="C00000"/>
                </a:solidFill>
              </a:rPr>
              <a:t>ባክ</a:t>
            </a:r>
            <a:r>
              <a:rPr lang="en-US" sz="6700" b="1" dirty="0">
                <a:solidFill>
                  <a:srgbClr val="C00000"/>
                </a:solidFill>
              </a:rPr>
              <a:t> </a:t>
            </a:r>
            <a:r>
              <a:rPr lang="en-US" sz="6700" b="1" dirty="0" err="1">
                <a:solidFill>
                  <a:schemeClr val="tx1">
                    <a:lumMod val="75000"/>
                    <a:lumOff val="25000"/>
                  </a:schemeClr>
                </a:solidFill>
              </a:rPr>
              <a:t>ዘምኩራብ</a:t>
            </a:r>
            <a:r>
              <a:rPr lang="en-US" sz="6700" b="1" dirty="0">
                <a:solidFill>
                  <a:schemeClr val="tx1">
                    <a:lumMod val="75000"/>
                    <a:lumOff val="25000"/>
                  </a:schemeClr>
                </a:solidFill>
              </a:rPr>
              <a:t> </a:t>
            </a:r>
            <a:r>
              <a:rPr lang="en-US" sz="6700" b="1" dirty="0" err="1">
                <a:solidFill>
                  <a:schemeClr val="accent6">
                    <a:lumMod val="50000"/>
                  </a:schemeClr>
                </a:solidFill>
              </a:rPr>
              <a:t>ጾመ</a:t>
            </a:r>
            <a:r>
              <a:rPr lang="en-US" sz="6700" b="1" dirty="0">
                <a:solidFill>
                  <a:schemeClr val="accent6">
                    <a:lumMod val="50000"/>
                  </a:schemeClr>
                </a:solidFill>
              </a:rPr>
              <a:t> </a:t>
            </a:r>
            <a:r>
              <a:rPr lang="en-US" sz="6700" b="1" dirty="0" err="1">
                <a:solidFill>
                  <a:schemeClr val="accent6">
                    <a:lumMod val="50000"/>
                  </a:schemeClr>
                </a:solidFill>
              </a:rPr>
              <a:t>አርብዓ</a:t>
            </a:r>
            <a:r>
              <a:rPr lang="en-US" sz="6700" b="1" dirty="0">
                <a:solidFill>
                  <a:schemeClr val="accent6">
                    <a:lumMod val="50000"/>
                  </a:schemeClr>
                </a:solidFill>
              </a:rPr>
              <a:t> </a:t>
            </a:r>
            <a:r>
              <a:rPr lang="en-US" sz="5300" b="1" i="1" dirty="0">
                <a:solidFill>
                  <a:schemeClr val="tx1">
                    <a:lumMod val="75000"/>
                    <a:lumOff val="25000"/>
                  </a:schemeClr>
                </a:solidFill>
              </a:rPr>
              <a:t>(</a:t>
            </a:r>
            <a:r>
              <a:rPr lang="en-US" sz="5300" b="1" i="1" dirty="0" err="1">
                <a:solidFill>
                  <a:schemeClr val="tx1">
                    <a:lumMod val="75000"/>
                    <a:lumOff val="25000"/>
                  </a:schemeClr>
                </a:solidFill>
                <a:latin typeface="Times New Roman" panose="02020603050405020304" pitchFamily="18" charset="0"/>
                <a:cs typeface="Times New Roman" panose="02020603050405020304" pitchFamily="18" charset="0"/>
              </a:rPr>
              <a:t>መዝ</a:t>
            </a:r>
            <a:r>
              <a:rPr lang="en-US" sz="5300" b="1" i="1" dirty="0">
                <a:solidFill>
                  <a:schemeClr val="tx1">
                    <a:lumMod val="75000"/>
                    <a:lumOff val="25000"/>
                  </a:schemeClr>
                </a:solidFill>
                <a:latin typeface="Times New Roman" panose="02020603050405020304" pitchFamily="18" charset="0"/>
                <a:cs typeface="Times New Roman" panose="02020603050405020304" pitchFamily="18" charset="0"/>
              </a:rPr>
              <a:t> 68/69፥9-10</a:t>
            </a:r>
            <a:r>
              <a:rPr lang="en-US" sz="5300" b="1" i="1" dirty="0">
                <a:solidFill>
                  <a:schemeClr val="tx1">
                    <a:lumMod val="75000"/>
                    <a:lumOff val="25000"/>
                  </a:schemeClr>
                </a:solidFill>
              </a:rPr>
              <a:t>)</a:t>
            </a:r>
          </a:p>
        </p:txBody>
      </p:sp>
      <p:sp>
        <p:nvSpPr>
          <p:cNvPr id="3" name="Content Placeholder 2">
            <a:extLst>
              <a:ext uri="{FF2B5EF4-FFF2-40B4-BE49-F238E27FC236}">
                <a16:creationId xmlns:a16="http://schemas.microsoft.com/office/drawing/2014/main" id="{15DC8158-13B1-49CD-9DB4-69D77DA4E83D}"/>
              </a:ext>
            </a:extLst>
          </p:cNvPr>
          <p:cNvSpPr>
            <a:spLocks noGrp="1"/>
          </p:cNvSpPr>
          <p:nvPr>
            <p:ph idx="1"/>
          </p:nvPr>
        </p:nvSpPr>
        <p:spPr>
          <a:xfrm>
            <a:off x="2" y="1066800"/>
            <a:ext cx="12191999" cy="5791200"/>
          </a:xfrm>
        </p:spPr>
        <p:txBody>
          <a:bodyPr>
            <a:normAutofit/>
          </a:bodyPr>
          <a:lstStyle/>
          <a:p>
            <a:pPr marL="0" indent="0" algn="ctr">
              <a:buNone/>
            </a:pPr>
            <a:r>
              <a:rPr lang="am-ET" sz="9600" b="1" dirty="0"/>
              <a:t>እስመ ቅንአተ ቤትከ በልዓኒ ፤ </a:t>
            </a:r>
          </a:p>
          <a:p>
            <a:pPr marL="0" indent="0" algn="ctr">
              <a:buNone/>
            </a:pPr>
            <a:r>
              <a:rPr lang="am-ET" sz="9600" b="1" dirty="0"/>
              <a:t>ትዕይርቶሙ ለእለ ይትዔየሩከ ወድቀ ላዕሌየ፤ወቀጻዕክዋ በጾም ለነፍስየ። </a:t>
            </a:r>
            <a:r>
              <a:rPr lang="en-US" sz="9600" b="1" dirty="0"/>
              <a:t>  </a:t>
            </a:r>
          </a:p>
          <a:p>
            <a:pPr marL="0" indent="0" algn="ctr">
              <a:buNone/>
            </a:pPr>
            <a:endParaRPr lang="am-ET" sz="8000" b="1" dirty="0">
              <a:solidFill>
                <a:srgbClr val="0070C0"/>
              </a:solidFill>
            </a:endParaRPr>
          </a:p>
        </p:txBody>
      </p:sp>
    </p:spTree>
    <p:extLst>
      <p:ext uri="{BB962C8B-B14F-4D97-AF65-F5344CB8AC3E}">
        <p14:creationId xmlns:p14="http://schemas.microsoft.com/office/powerpoint/2010/main" val="46123980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F5BC56-F92F-4945-BF36-2FD05C4D34F2}"/>
              </a:ext>
            </a:extLst>
          </p:cNvPr>
          <p:cNvSpPr>
            <a:spLocks noGrp="1"/>
          </p:cNvSpPr>
          <p:nvPr>
            <p:ph type="title"/>
          </p:nvPr>
        </p:nvSpPr>
        <p:spPr>
          <a:xfrm>
            <a:off x="122829" y="1"/>
            <a:ext cx="12069171" cy="1200204"/>
          </a:xfrm>
        </p:spPr>
        <p:txBody>
          <a:bodyPr>
            <a:normAutofit fontScale="90000"/>
          </a:bodyPr>
          <a:lstStyle/>
          <a:p>
            <a:pPr algn="ctr"/>
            <a:r>
              <a:rPr lang="en-US" sz="6700" b="1" dirty="0">
                <a:solidFill>
                  <a:srgbClr val="C00000"/>
                </a:solidFill>
              </a:rPr>
              <a:t>ም</a:t>
            </a:r>
            <a:r>
              <a:rPr lang="am-ET" sz="6700" b="1" dirty="0">
                <a:solidFill>
                  <a:srgbClr val="C00000"/>
                </a:solidFill>
              </a:rPr>
              <a:t>ስ</a:t>
            </a:r>
            <a:r>
              <a:rPr lang="en-US" sz="6700" b="1" dirty="0" err="1">
                <a:solidFill>
                  <a:srgbClr val="C00000"/>
                </a:solidFill>
              </a:rPr>
              <a:t>ባክ</a:t>
            </a:r>
            <a:r>
              <a:rPr lang="en-US" sz="6700" b="1" dirty="0">
                <a:solidFill>
                  <a:srgbClr val="C00000"/>
                </a:solidFill>
              </a:rPr>
              <a:t> </a:t>
            </a:r>
            <a:r>
              <a:rPr lang="en-US" sz="6700" b="1" dirty="0" err="1">
                <a:solidFill>
                  <a:schemeClr val="tx1">
                    <a:lumMod val="75000"/>
                    <a:lumOff val="25000"/>
                  </a:schemeClr>
                </a:solidFill>
              </a:rPr>
              <a:t>ዘቅድስት</a:t>
            </a:r>
            <a:r>
              <a:rPr lang="en-US" sz="6700" b="1" dirty="0">
                <a:solidFill>
                  <a:schemeClr val="tx1">
                    <a:lumMod val="75000"/>
                    <a:lumOff val="25000"/>
                  </a:schemeClr>
                </a:solidFill>
              </a:rPr>
              <a:t> </a:t>
            </a:r>
            <a:r>
              <a:rPr lang="en-US" sz="6700" b="1" dirty="0" err="1">
                <a:solidFill>
                  <a:schemeClr val="accent6">
                    <a:lumMod val="50000"/>
                  </a:schemeClr>
                </a:solidFill>
              </a:rPr>
              <a:t>ጾመ</a:t>
            </a:r>
            <a:r>
              <a:rPr lang="en-US" sz="6700" b="1" dirty="0">
                <a:solidFill>
                  <a:schemeClr val="accent6">
                    <a:lumMod val="50000"/>
                  </a:schemeClr>
                </a:solidFill>
              </a:rPr>
              <a:t> </a:t>
            </a:r>
            <a:r>
              <a:rPr lang="en-US" sz="6700" b="1" dirty="0" err="1">
                <a:solidFill>
                  <a:schemeClr val="accent6">
                    <a:lumMod val="50000"/>
                  </a:schemeClr>
                </a:solidFill>
              </a:rPr>
              <a:t>ሕርቃል</a:t>
            </a:r>
            <a:r>
              <a:rPr lang="en-US" sz="6700" b="1" dirty="0">
                <a:solidFill>
                  <a:schemeClr val="accent6">
                    <a:lumMod val="50000"/>
                  </a:schemeClr>
                </a:solidFill>
              </a:rPr>
              <a:t> </a:t>
            </a:r>
            <a:r>
              <a:rPr lang="en-US" sz="5300" b="1" i="1" dirty="0">
                <a:solidFill>
                  <a:schemeClr val="tx1">
                    <a:lumMod val="75000"/>
                    <a:lumOff val="25000"/>
                  </a:schemeClr>
                </a:solidFill>
              </a:rPr>
              <a:t>(</a:t>
            </a:r>
            <a:r>
              <a:rPr lang="en-US" sz="5300" b="1" i="1" dirty="0" err="1">
                <a:solidFill>
                  <a:schemeClr val="tx1">
                    <a:lumMod val="75000"/>
                    <a:lumOff val="25000"/>
                  </a:schemeClr>
                </a:solidFill>
                <a:latin typeface="Times New Roman" panose="02020603050405020304" pitchFamily="18" charset="0"/>
                <a:cs typeface="Times New Roman" panose="02020603050405020304" pitchFamily="18" charset="0"/>
              </a:rPr>
              <a:t>መዝ</a:t>
            </a:r>
            <a:r>
              <a:rPr lang="en-US" sz="5300" b="1" i="1" dirty="0">
                <a:solidFill>
                  <a:schemeClr val="tx1">
                    <a:lumMod val="75000"/>
                    <a:lumOff val="25000"/>
                  </a:schemeClr>
                </a:solidFill>
                <a:latin typeface="Times New Roman" panose="02020603050405020304" pitchFamily="18" charset="0"/>
                <a:cs typeface="Times New Roman" panose="02020603050405020304" pitchFamily="18" charset="0"/>
              </a:rPr>
              <a:t> 95/96፥5-6</a:t>
            </a:r>
            <a:r>
              <a:rPr lang="en-US" sz="5300" b="1" i="1" dirty="0">
                <a:solidFill>
                  <a:schemeClr val="tx1">
                    <a:lumMod val="75000"/>
                    <a:lumOff val="25000"/>
                  </a:schemeClr>
                </a:solidFill>
              </a:rPr>
              <a:t>)</a:t>
            </a:r>
          </a:p>
        </p:txBody>
      </p:sp>
      <p:sp>
        <p:nvSpPr>
          <p:cNvPr id="3" name="Content Placeholder 2">
            <a:extLst>
              <a:ext uri="{FF2B5EF4-FFF2-40B4-BE49-F238E27FC236}">
                <a16:creationId xmlns:a16="http://schemas.microsoft.com/office/drawing/2014/main" id="{15DC8158-13B1-49CD-9DB4-69D77DA4E83D}"/>
              </a:ext>
            </a:extLst>
          </p:cNvPr>
          <p:cNvSpPr>
            <a:spLocks noGrp="1"/>
          </p:cNvSpPr>
          <p:nvPr>
            <p:ph idx="1"/>
          </p:nvPr>
        </p:nvSpPr>
        <p:spPr>
          <a:xfrm>
            <a:off x="2" y="1066800"/>
            <a:ext cx="12191999" cy="5791200"/>
          </a:xfrm>
        </p:spPr>
        <p:txBody>
          <a:bodyPr>
            <a:noAutofit/>
          </a:bodyPr>
          <a:lstStyle/>
          <a:p>
            <a:pPr marL="0" indent="0" algn="ctr">
              <a:buNone/>
            </a:pPr>
            <a:r>
              <a:rPr lang="am-ET" sz="8800" b="1" dirty="0"/>
              <a:t>እግዚኣብሔርሰ ሰማያተ ገብረ ፤ </a:t>
            </a:r>
          </a:p>
          <a:p>
            <a:pPr marL="0" indent="0" algn="ctr">
              <a:buNone/>
            </a:pPr>
            <a:r>
              <a:rPr lang="am-ET" sz="8800" b="1" dirty="0"/>
              <a:t>አሚን ወሰናይት ቅድሜሁ፤</a:t>
            </a:r>
          </a:p>
          <a:p>
            <a:pPr marL="0" indent="0" algn="ctr">
              <a:buNone/>
            </a:pPr>
            <a:r>
              <a:rPr lang="am-ET" sz="8800" b="1" dirty="0"/>
              <a:t>ቅድሳት ወዕበየ ስብሓት ውስተ መቅደሱ። </a:t>
            </a:r>
            <a:endParaRPr lang="en-US" sz="8800" b="1" dirty="0"/>
          </a:p>
        </p:txBody>
      </p:sp>
    </p:spTree>
    <p:extLst>
      <p:ext uri="{BB962C8B-B14F-4D97-AF65-F5344CB8AC3E}">
        <p14:creationId xmlns:p14="http://schemas.microsoft.com/office/powerpoint/2010/main" val="260230633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F5BC56-F92F-4945-BF36-2FD05C4D34F2}"/>
              </a:ext>
            </a:extLst>
          </p:cNvPr>
          <p:cNvSpPr>
            <a:spLocks noGrp="1"/>
          </p:cNvSpPr>
          <p:nvPr>
            <p:ph type="title"/>
          </p:nvPr>
        </p:nvSpPr>
        <p:spPr>
          <a:xfrm>
            <a:off x="122829" y="1"/>
            <a:ext cx="12069171" cy="1200204"/>
          </a:xfrm>
        </p:spPr>
        <p:txBody>
          <a:bodyPr>
            <a:normAutofit/>
          </a:bodyPr>
          <a:lstStyle/>
          <a:p>
            <a:pPr algn="ctr"/>
            <a:r>
              <a:rPr lang="en-US" sz="6700" b="1" dirty="0">
                <a:solidFill>
                  <a:srgbClr val="C00000"/>
                </a:solidFill>
              </a:rPr>
              <a:t>ም</a:t>
            </a:r>
            <a:r>
              <a:rPr lang="am-ET" sz="6700" b="1" dirty="0">
                <a:solidFill>
                  <a:srgbClr val="C00000"/>
                </a:solidFill>
              </a:rPr>
              <a:t>ስ</a:t>
            </a:r>
            <a:r>
              <a:rPr lang="en-US" sz="6700" b="1" dirty="0" err="1">
                <a:solidFill>
                  <a:srgbClr val="C00000"/>
                </a:solidFill>
              </a:rPr>
              <a:t>ባክ</a:t>
            </a:r>
            <a:r>
              <a:rPr lang="en-US" sz="6700" b="1" dirty="0">
                <a:solidFill>
                  <a:srgbClr val="C00000"/>
                </a:solidFill>
              </a:rPr>
              <a:t> </a:t>
            </a:r>
            <a:r>
              <a:rPr lang="en-US" sz="6700" b="1" dirty="0" err="1">
                <a:solidFill>
                  <a:schemeClr val="tx1">
                    <a:lumMod val="75000"/>
                    <a:lumOff val="25000"/>
                  </a:schemeClr>
                </a:solidFill>
              </a:rPr>
              <a:t>ዘወረደ</a:t>
            </a:r>
            <a:r>
              <a:rPr lang="en-US" sz="6700" b="1" dirty="0">
                <a:solidFill>
                  <a:schemeClr val="tx1">
                    <a:lumMod val="75000"/>
                    <a:lumOff val="25000"/>
                  </a:schemeClr>
                </a:solidFill>
              </a:rPr>
              <a:t> </a:t>
            </a:r>
            <a:r>
              <a:rPr lang="en-US" sz="6700" b="1" dirty="0" err="1">
                <a:solidFill>
                  <a:schemeClr val="accent6">
                    <a:lumMod val="50000"/>
                  </a:schemeClr>
                </a:solidFill>
              </a:rPr>
              <a:t>ጾመ</a:t>
            </a:r>
            <a:r>
              <a:rPr lang="en-US" sz="6700" b="1" dirty="0">
                <a:solidFill>
                  <a:schemeClr val="accent6">
                    <a:lumMod val="50000"/>
                  </a:schemeClr>
                </a:solidFill>
              </a:rPr>
              <a:t> </a:t>
            </a:r>
            <a:r>
              <a:rPr lang="en-US" sz="6700" b="1" dirty="0" err="1">
                <a:solidFill>
                  <a:schemeClr val="accent6">
                    <a:lumMod val="50000"/>
                  </a:schemeClr>
                </a:solidFill>
              </a:rPr>
              <a:t>ቅበላ</a:t>
            </a:r>
            <a:r>
              <a:rPr lang="en-US" sz="6700" b="1" dirty="0">
                <a:solidFill>
                  <a:schemeClr val="accent6">
                    <a:lumMod val="50000"/>
                  </a:schemeClr>
                </a:solidFill>
              </a:rPr>
              <a:t> </a:t>
            </a:r>
            <a:r>
              <a:rPr lang="en-US" sz="5300" b="1" i="1" dirty="0">
                <a:solidFill>
                  <a:schemeClr val="tx1">
                    <a:lumMod val="75000"/>
                    <a:lumOff val="25000"/>
                  </a:schemeClr>
                </a:solidFill>
              </a:rPr>
              <a:t>(</a:t>
            </a:r>
            <a:r>
              <a:rPr lang="en-US" sz="5300" b="1" i="1" dirty="0" err="1">
                <a:solidFill>
                  <a:schemeClr val="tx1">
                    <a:lumMod val="75000"/>
                    <a:lumOff val="25000"/>
                  </a:schemeClr>
                </a:solidFill>
                <a:latin typeface="Times New Roman" panose="02020603050405020304" pitchFamily="18" charset="0"/>
                <a:cs typeface="Times New Roman" panose="02020603050405020304" pitchFamily="18" charset="0"/>
              </a:rPr>
              <a:t>መዝ</a:t>
            </a:r>
            <a:r>
              <a:rPr lang="en-US" sz="5300" b="1" i="1" dirty="0">
                <a:solidFill>
                  <a:schemeClr val="tx1">
                    <a:lumMod val="75000"/>
                    <a:lumOff val="25000"/>
                  </a:schemeClr>
                </a:solidFill>
                <a:latin typeface="Times New Roman" panose="02020603050405020304" pitchFamily="18" charset="0"/>
                <a:cs typeface="Times New Roman" panose="02020603050405020304" pitchFamily="18" charset="0"/>
              </a:rPr>
              <a:t> 2/3፥11-12</a:t>
            </a:r>
            <a:r>
              <a:rPr lang="en-US" sz="5300" b="1" i="1" dirty="0">
                <a:solidFill>
                  <a:schemeClr val="tx1">
                    <a:lumMod val="75000"/>
                    <a:lumOff val="25000"/>
                  </a:schemeClr>
                </a:solidFill>
              </a:rPr>
              <a:t>)</a:t>
            </a:r>
          </a:p>
        </p:txBody>
      </p:sp>
      <p:sp>
        <p:nvSpPr>
          <p:cNvPr id="3" name="Content Placeholder 2">
            <a:extLst>
              <a:ext uri="{FF2B5EF4-FFF2-40B4-BE49-F238E27FC236}">
                <a16:creationId xmlns:a16="http://schemas.microsoft.com/office/drawing/2014/main" id="{15DC8158-13B1-49CD-9DB4-69D77DA4E83D}"/>
              </a:ext>
            </a:extLst>
          </p:cNvPr>
          <p:cNvSpPr>
            <a:spLocks noGrp="1"/>
          </p:cNvSpPr>
          <p:nvPr>
            <p:ph idx="1"/>
          </p:nvPr>
        </p:nvSpPr>
        <p:spPr>
          <a:xfrm>
            <a:off x="2" y="1066800"/>
            <a:ext cx="12191999" cy="5791200"/>
          </a:xfrm>
        </p:spPr>
        <p:txBody>
          <a:bodyPr>
            <a:normAutofit/>
          </a:bodyPr>
          <a:lstStyle/>
          <a:p>
            <a:pPr marL="0" indent="0" algn="ctr">
              <a:buNone/>
            </a:pPr>
            <a:r>
              <a:rPr lang="am-ET" sz="8800" b="1" dirty="0"/>
              <a:t>ተቀነዩ ለእግዚኣብሔር በፍርሃት፤ </a:t>
            </a:r>
          </a:p>
          <a:p>
            <a:pPr marL="0" indent="0" algn="ctr">
              <a:buNone/>
            </a:pPr>
            <a:r>
              <a:rPr lang="am-ET" sz="8800" b="1" dirty="0"/>
              <a:t>ወተኃሰዩ ሎቱ በረዓድ፤</a:t>
            </a:r>
          </a:p>
          <a:p>
            <a:pPr marL="0" indent="0" algn="ctr">
              <a:buNone/>
            </a:pPr>
            <a:r>
              <a:rPr lang="am-ET" sz="8800" b="1" dirty="0"/>
              <a:t>ኣጽንዕዋ ለጥበብ ከመ ኢይትመዓዕ እግዚኣብሔር። </a:t>
            </a:r>
            <a:endParaRPr lang="en-US" sz="8800" b="1" dirty="0"/>
          </a:p>
        </p:txBody>
      </p:sp>
    </p:spTree>
    <p:extLst>
      <p:ext uri="{BB962C8B-B14F-4D97-AF65-F5344CB8AC3E}">
        <p14:creationId xmlns:p14="http://schemas.microsoft.com/office/powerpoint/2010/main" val="181641171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F5BC56-F92F-4945-BF36-2FD05C4D34F2}"/>
              </a:ext>
            </a:extLst>
          </p:cNvPr>
          <p:cNvSpPr>
            <a:spLocks noGrp="1"/>
          </p:cNvSpPr>
          <p:nvPr>
            <p:ph type="title"/>
          </p:nvPr>
        </p:nvSpPr>
        <p:spPr>
          <a:xfrm>
            <a:off x="122829" y="1"/>
            <a:ext cx="12069171" cy="1200204"/>
          </a:xfrm>
        </p:spPr>
        <p:txBody>
          <a:bodyPr>
            <a:normAutofit fontScale="90000"/>
          </a:bodyPr>
          <a:lstStyle/>
          <a:p>
            <a:pPr algn="ctr"/>
            <a:r>
              <a:rPr lang="en-US" sz="6700" b="1" dirty="0">
                <a:solidFill>
                  <a:srgbClr val="C00000"/>
                </a:solidFill>
              </a:rPr>
              <a:t>ም</a:t>
            </a:r>
            <a:r>
              <a:rPr lang="am-ET" sz="6700" b="1" dirty="0">
                <a:solidFill>
                  <a:srgbClr val="C00000"/>
                </a:solidFill>
              </a:rPr>
              <a:t>ስ</a:t>
            </a:r>
            <a:r>
              <a:rPr lang="en-US" sz="6700" b="1" dirty="0" err="1">
                <a:solidFill>
                  <a:srgbClr val="C00000"/>
                </a:solidFill>
              </a:rPr>
              <a:t>ባክ</a:t>
            </a:r>
            <a:r>
              <a:rPr lang="en-US" sz="6700" b="1" dirty="0">
                <a:solidFill>
                  <a:srgbClr val="C00000"/>
                </a:solidFill>
              </a:rPr>
              <a:t> </a:t>
            </a:r>
            <a:r>
              <a:rPr lang="en-US" sz="6700" b="1" dirty="0" err="1">
                <a:solidFill>
                  <a:schemeClr val="tx1">
                    <a:lumMod val="75000"/>
                    <a:lumOff val="25000"/>
                  </a:schemeClr>
                </a:solidFill>
              </a:rPr>
              <a:t>ጥምቀት</a:t>
            </a:r>
            <a:r>
              <a:rPr lang="en-US" sz="6700" b="1" dirty="0">
                <a:solidFill>
                  <a:schemeClr val="tx1">
                    <a:lumMod val="75000"/>
                    <a:lumOff val="25000"/>
                  </a:schemeClr>
                </a:solidFill>
              </a:rPr>
              <a:t> </a:t>
            </a:r>
            <a:r>
              <a:rPr lang="en-US" sz="6700" b="1" dirty="0" err="1">
                <a:solidFill>
                  <a:schemeClr val="tx1">
                    <a:lumMod val="75000"/>
                    <a:lumOff val="25000"/>
                  </a:schemeClr>
                </a:solidFill>
              </a:rPr>
              <a:t>አስተርእዮ</a:t>
            </a:r>
            <a:r>
              <a:rPr lang="en-US" sz="6700" b="1" dirty="0">
                <a:solidFill>
                  <a:schemeClr val="tx1">
                    <a:lumMod val="75000"/>
                    <a:lumOff val="25000"/>
                  </a:schemeClr>
                </a:solidFill>
              </a:rPr>
              <a:t> </a:t>
            </a:r>
            <a:r>
              <a:rPr lang="en-US" sz="6700" b="1" i="1" dirty="0">
                <a:solidFill>
                  <a:schemeClr val="tx1">
                    <a:lumMod val="75000"/>
                    <a:lumOff val="25000"/>
                  </a:schemeClr>
                </a:solidFill>
                <a:latin typeface="Times New Roman" panose="02020603050405020304" pitchFamily="18" charset="0"/>
                <a:cs typeface="Times New Roman" panose="02020603050405020304" pitchFamily="18" charset="0"/>
              </a:rPr>
              <a:t>5</a:t>
            </a:r>
            <a:r>
              <a:rPr lang="en-US" sz="6700" b="1" dirty="0">
                <a:solidFill>
                  <a:schemeClr val="tx1">
                    <a:lumMod val="75000"/>
                    <a:lumOff val="25000"/>
                  </a:schemeClr>
                </a:solidFill>
              </a:rPr>
              <a:t>ኛ </a:t>
            </a:r>
            <a:r>
              <a:rPr lang="en-US" sz="5300" b="1" i="1" dirty="0">
                <a:solidFill>
                  <a:schemeClr val="tx1">
                    <a:lumMod val="75000"/>
                    <a:lumOff val="25000"/>
                  </a:schemeClr>
                </a:solidFill>
              </a:rPr>
              <a:t>(</a:t>
            </a:r>
            <a:r>
              <a:rPr lang="en-US" sz="5300" b="1" i="1" dirty="0" err="1">
                <a:solidFill>
                  <a:schemeClr val="tx1">
                    <a:lumMod val="75000"/>
                    <a:lumOff val="25000"/>
                  </a:schemeClr>
                </a:solidFill>
                <a:latin typeface="Times New Roman" panose="02020603050405020304" pitchFamily="18" charset="0"/>
                <a:cs typeface="Times New Roman" panose="02020603050405020304" pitchFamily="18" charset="0"/>
              </a:rPr>
              <a:t>መዝ</a:t>
            </a:r>
            <a:r>
              <a:rPr lang="en-US" sz="5300" b="1" i="1" dirty="0">
                <a:solidFill>
                  <a:schemeClr val="tx1">
                    <a:lumMod val="75000"/>
                    <a:lumOff val="25000"/>
                  </a:schemeClr>
                </a:solidFill>
                <a:latin typeface="Times New Roman" panose="02020603050405020304" pitchFamily="18" charset="0"/>
                <a:cs typeface="Times New Roman" panose="02020603050405020304" pitchFamily="18" charset="0"/>
              </a:rPr>
              <a:t> 46/47፥3-4</a:t>
            </a:r>
            <a:r>
              <a:rPr lang="en-US" sz="5300" b="1" i="1" dirty="0">
                <a:solidFill>
                  <a:schemeClr val="tx1">
                    <a:lumMod val="75000"/>
                    <a:lumOff val="25000"/>
                  </a:schemeClr>
                </a:solidFill>
              </a:rPr>
              <a:t>)</a:t>
            </a:r>
          </a:p>
        </p:txBody>
      </p:sp>
      <p:sp>
        <p:nvSpPr>
          <p:cNvPr id="3" name="Content Placeholder 2">
            <a:extLst>
              <a:ext uri="{FF2B5EF4-FFF2-40B4-BE49-F238E27FC236}">
                <a16:creationId xmlns:a16="http://schemas.microsoft.com/office/drawing/2014/main" id="{15DC8158-13B1-49CD-9DB4-69D77DA4E83D}"/>
              </a:ext>
            </a:extLst>
          </p:cNvPr>
          <p:cNvSpPr>
            <a:spLocks noGrp="1"/>
          </p:cNvSpPr>
          <p:nvPr>
            <p:ph idx="1"/>
          </p:nvPr>
        </p:nvSpPr>
        <p:spPr>
          <a:xfrm>
            <a:off x="2" y="1066800"/>
            <a:ext cx="12191999" cy="5791200"/>
          </a:xfrm>
        </p:spPr>
        <p:txBody>
          <a:bodyPr>
            <a:noAutofit/>
          </a:bodyPr>
          <a:lstStyle/>
          <a:p>
            <a:pPr marL="0" indent="0" algn="ctr">
              <a:buNone/>
            </a:pPr>
            <a:r>
              <a:rPr lang="am-ET" sz="10400" b="1" dirty="0"/>
              <a:t>ኣግረረ ለነ ኣሕዛበ ወሕዝበ </a:t>
            </a:r>
            <a:r>
              <a:rPr lang="en-US" sz="10400" b="1" dirty="0"/>
              <a:t>ታ</a:t>
            </a:r>
            <a:r>
              <a:rPr lang="am-ET" sz="10400" b="1" dirty="0"/>
              <a:t>ሕተ እገሪነ፤ወሓረየነ ሎቱ ለርስቱ፤</a:t>
            </a:r>
          </a:p>
          <a:p>
            <a:pPr marL="0" indent="0" algn="ctr">
              <a:buNone/>
            </a:pPr>
            <a:r>
              <a:rPr lang="am-ET" sz="10400" b="1" dirty="0"/>
              <a:t>ሥኖ ለያዕቆብ ዘኣፍቀረ።</a:t>
            </a:r>
            <a:endParaRPr lang="en-US" sz="10400" b="1" dirty="0"/>
          </a:p>
        </p:txBody>
      </p:sp>
    </p:spTree>
    <p:extLst>
      <p:ext uri="{BB962C8B-B14F-4D97-AF65-F5344CB8AC3E}">
        <p14:creationId xmlns:p14="http://schemas.microsoft.com/office/powerpoint/2010/main" val="296380819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F5BC56-F92F-4945-BF36-2FD05C4D34F2}"/>
              </a:ext>
            </a:extLst>
          </p:cNvPr>
          <p:cNvSpPr>
            <a:spLocks noGrp="1"/>
          </p:cNvSpPr>
          <p:nvPr>
            <p:ph type="title"/>
          </p:nvPr>
        </p:nvSpPr>
        <p:spPr>
          <a:xfrm>
            <a:off x="122829" y="1"/>
            <a:ext cx="12069171" cy="1200204"/>
          </a:xfrm>
        </p:spPr>
        <p:txBody>
          <a:bodyPr>
            <a:normAutofit fontScale="90000"/>
          </a:bodyPr>
          <a:lstStyle/>
          <a:p>
            <a:pPr algn="ctr"/>
            <a:r>
              <a:rPr lang="en-US" sz="6700" b="1" dirty="0">
                <a:solidFill>
                  <a:srgbClr val="C00000"/>
                </a:solidFill>
              </a:rPr>
              <a:t>ም</a:t>
            </a:r>
            <a:r>
              <a:rPr lang="am-ET" sz="6700" b="1" dirty="0">
                <a:solidFill>
                  <a:srgbClr val="C00000"/>
                </a:solidFill>
              </a:rPr>
              <a:t>ስ</a:t>
            </a:r>
            <a:r>
              <a:rPr lang="en-US" sz="6700" b="1" dirty="0" err="1">
                <a:solidFill>
                  <a:srgbClr val="C00000"/>
                </a:solidFill>
              </a:rPr>
              <a:t>ባክ</a:t>
            </a:r>
            <a:r>
              <a:rPr lang="en-US" sz="6700" b="1" dirty="0">
                <a:solidFill>
                  <a:srgbClr val="C00000"/>
                </a:solidFill>
              </a:rPr>
              <a:t> </a:t>
            </a:r>
            <a:r>
              <a:rPr lang="en-US" sz="6700" b="1" dirty="0" err="1">
                <a:solidFill>
                  <a:schemeClr val="tx1">
                    <a:lumMod val="75000"/>
                    <a:lumOff val="25000"/>
                  </a:schemeClr>
                </a:solidFill>
              </a:rPr>
              <a:t>ጥምቀት</a:t>
            </a:r>
            <a:r>
              <a:rPr lang="en-US" sz="6700" b="1" dirty="0">
                <a:solidFill>
                  <a:schemeClr val="tx1">
                    <a:lumMod val="75000"/>
                    <a:lumOff val="25000"/>
                  </a:schemeClr>
                </a:solidFill>
              </a:rPr>
              <a:t> </a:t>
            </a:r>
            <a:r>
              <a:rPr lang="en-US" sz="6700" b="1" dirty="0" err="1">
                <a:solidFill>
                  <a:schemeClr val="tx1">
                    <a:lumMod val="75000"/>
                    <a:lumOff val="25000"/>
                  </a:schemeClr>
                </a:solidFill>
              </a:rPr>
              <a:t>አስተርእዮ</a:t>
            </a:r>
            <a:r>
              <a:rPr lang="en-US" sz="6700" b="1" dirty="0">
                <a:solidFill>
                  <a:schemeClr val="tx1">
                    <a:lumMod val="75000"/>
                    <a:lumOff val="25000"/>
                  </a:schemeClr>
                </a:solidFill>
              </a:rPr>
              <a:t> </a:t>
            </a:r>
            <a:r>
              <a:rPr lang="en-US" sz="6700" b="1" i="1" dirty="0">
                <a:solidFill>
                  <a:schemeClr val="tx1">
                    <a:lumMod val="75000"/>
                    <a:lumOff val="25000"/>
                  </a:schemeClr>
                </a:solidFill>
                <a:latin typeface="Times New Roman" panose="02020603050405020304" pitchFamily="18" charset="0"/>
                <a:cs typeface="Times New Roman" panose="02020603050405020304" pitchFamily="18" charset="0"/>
              </a:rPr>
              <a:t>4</a:t>
            </a:r>
            <a:r>
              <a:rPr lang="en-US" sz="6700" b="1" dirty="0">
                <a:solidFill>
                  <a:schemeClr val="tx1">
                    <a:lumMod val="75000"/>
                    <a:lumOff val="25000"/>
                  </a:schemeClr>
                </a:solidFill>
              </a:rPr>
              <a:t>ኛ </a:t>
            </a:r>
            <a:r>
              <a:rPr lang="en-US" sz="5300" b="1" i="1" dirty="0">
                <a:solidFill>
                  <a:schemeClr val="tx1">
                    <a:lumMod val="75000"/>
                    <a:lumOff val="25000"/>
                  </a:schemeClr>
                </a:solidFill>
              </a:rPr>
              <a:t>(</a:t>
            </a:r>
            <a:r>
              <a:rPr lang="en-US" sz="5300" b="1" i="1" dirty="0" err="1">
                <a:solidFill>
                  <a:schemeClr val="tx1">
                    <a:lumMod val="75000"/>
                    <a:lumOff val="25000"/>
                  </a:schemeClr>
                </a:solidFill>
                <a:latin typeface="Times New Roman" panose="02020603050405020304" pitchFamily="18" charset="0"/>
                <a:cs typeface="Times New Roman" panose="02020603050405020304" pitchFamily="18" charset="0"/>
              </a:rPr>
              <a:t>መዝ</a:t>
            </a:r>
            <a:r>
              <a:rPr lang="en-US" sz="5300" b="1" i="1" dirty="0">
                <a:solidFill>
                  <a:schemeClr val="tx1">
                    <a:lumMod val="75000"/>
                    <a:lumOff val="25000"/>
                  </a:schemeClr>
                </a:solidFill>
                <a:latin typeface="Times New Roman" panose="02020603050405020304" pitchFamily="18" charset="0"/>
                <a:cs typeface="Times New Roman" panose="02020603050405020304" pitchFamily="18" charset="0"/>
              </a:rPr>
              <a:t> 87/87፥7-6</a:t>
            </a:r>
            <a:r>
              <a:rPr lang="en-US" sz="5300" b="1" i="1" dirty="0">
                <a:solidFill>
                  <a:schemeClr val="tx1">
                    <a:lumMod val="75000"/>
                    <a:lumOff val="25000"/>
                  </a:schemeClr>
                </a:solidFill>
              </a:rPr>
              <a:t>)</a:t>
            </a:r>
          </a:p>
        </p:txBody>
      </p:sp>
      <p:sp>
        <p:nvSpPr>
          <p:cNvPr id="3" name="Content Placeholder 2">
            <a:extLst>
              <a:ext uri="{FF2B5EF4-FFF2-40B4-BE49-F238E27FC236}">
                <a16:creationId xmlns:a16="http://schemas.microsoft.com/office/drawing/2014/main" id="{15DC8158-13B1-49CD-9DB4-69D77DA4E83D}"/>
              </a:ext>
            </a:extLst>
          </p:cNvPr>
          <p:cNvSpPr>
            <a:spLocks noGrp="1"/>
          </p:cNvSpPr>
          <p:nvPr>
            <p:ph idx="1"/>
          </p:nvPr>
        </p:nvSpPr>
        <p:spPr>
          <a:xfrm>
            <a:off x="2" y="1066800"/>
            <a:ext cx="12191999" cy="5791200"/>
          </a:xfrm>
        </p:spPr>
        <p:txBody>
          <a:bodyPr>
            <a:noAutofit/>
          </a:bodyPr>
          <a:lstStyle/>
          <a:p>
            <a:pPr marL="0" indent="0" algn="ctr">
              <a:buNone/>
            </a:pPr>
            <a:r>
              <a:rPr lang="am-ET" sz="10400" dirty="0"/>
              <a:t>እግዚኣብሔር ስቡሕ በምክረ ቅዱሳን፤ዓቢይ ወግሩም ዲበ ኩሎሙ እለ ዓውዱ፤እግዚኦ አምላከ ኃያላን መኑ ከማከ።</a:t>
            </a:r>
            <a:endParaRPr lang="en-US" sz="10400" dirty="0"/>
          </a:p>
        </p:txBody>
      </p:sp>
    </p:spTree>
    <p:extLst>
      <p:ext uri="{BB962C8B-B14F-4D97-AF65-F5344CB8AC3E}">
        <p14:creationId xmlns:p14="http://schemas.microsoft.com/office/powerpoint/2010/main" val="65043069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7CF0DB-0689-40B4-B5C8-3C3567FA89EB}"/>
              </a:ext>
            </a:extLst>
          </p:cNvPr>
          <p:cNvSpPr>
            <a:spLocks noGrp="1"/>
          </p:cNvSpPr>
          <p:nvPr>
            <p:ph type="title"/>
          </p:nvPr>
        </p:nvSpPr>
        <p:spPr>
          <a:xfrm>
            <a:off x="0" y="0"/>
            <a:ext cx="12191999" cy="6858000"/>
          </a:xfrm>
        </p:spPr>
        <p:txBody>
          <a:bodyPr>
            <a:normAutofit fontScale="90000"/>
          </a:bodyPr>
          <a:lstStyle/>
          <a:p>
            <a:pPr algn="ctr"/>
            <a:br>
              <a:rPr lang="en-US" sz="6700" b="1" dirty="0">
                <a:solidFill>
                  <a:srgbClr val="FF0000"/>
                </a:solidFill>
              </a:rPr>
            </a:br>
            <a:r>
              <a:rPr lang="am-ET" sz="6700" b="1" dirty="0">
                <a:solidFill>
                  <a:srgbClr val="FF0000"/>
                </a:solidFill>
              </a:rPr>
              <a:t>ምስባክ</a:t>
            </a:r>
            <a:r>
              <a:rPr lang="en-US" sz="6700" b="1" dirty="0">
                <a:solidFill>
                  <a:srgbClr val="FF0000"/>
                </a:solidFill>
              </a:rPr>
              <a:t> </a:t>
            </a:r>
            <a:r>
              <a:rPr lang="en-US" sz="6700" b="1" dirty="0" err="1">
                <a:solidFill>
                  <a:schemeClr val="tx1">
                    <a:lumMod val="75000"/>
                    <a:lumOff val="25000"/>
                  </a:schemeClr>
                </a:solidFill>
              </a:rPr>
              <a:t>ጥምቀት</a:t>
            </a:r>
            <a:r>
              <a:rPr lang="en-US" sz="6700" b="1" dirty="0">
                <a:solidFill>
                  <a:schemeClr val="tx1">
                    <a:lumMod val="75000"/>
                    <a:lumOff val="25000"/>
                  </a:schemeClr>
                </a:solidFill>
              </a:rPr>
              <a:t> </a:t>
            </a:r>
            <a:r>
              <a:rPr lang="en-US" sz="6700" b="1" dirty="0" err="1">
                <a:solidFill>
                  <a:schemeClr val="tx1">
                    <a:lumMod val="75000"/>
                    <a:lumOff val="25000"/>
                  </a:schemeClr>
                </a:solidFill>
              </a:rPr>
              <a:t>አስተርእዮ</a:t>
            </a:r>
            <a:r>
              <a:rPr lang="en-US" sz="6700" b="1" dirty="0">
                <a:solidFill>
                  <a:schemeClr val="tx1">
                    <a:lumMod val="75000"/>
                    <a:lumOff val="25000"/>
                  </a:schemeClr>
                </a:solidFill>
              </a:rPr>
              <a:t> </a:t>
            </a:r>
            <a:r>
              <a:rPr lang="en-US" sz="6700" b="1" i="1" dirty="0">
                <a:solidFill>
                  <a:schemeClr val="tx1">
                    <a:lumMod val="75000"/>
                    <a:lumOff val="25000"/>
                  </a:schemeClr>
                </a:solidFill>
                <a:latin typeface="Times New Roman" panose="02020603050405020304" pitchFamily="18" charset="0"/>
                <a:cs typeface="Times New Roman" panose="02020603050405020304" pitchFamily="18" charset="0"/>
              </a:rPr>
              <a:t>3</a:t>
            </a:r>
            <a:r>
              <a:rPr lang="en-US" sz="6700" b="1" dirty="0">
                <a:solidFill>
                  <a:schemeClr val="tx1">
                    <a:lumMod val="75000"/>
                    <a:lumOff val="25000"/>
                  </a:schemeClr>
                </a:solidFill>
              </a:rPr>
              <a:t>ኛ </a:t>
            </a:r>
            <a:r>
              <a:rPr lang="en-US" sz="4000" b="1" i="1" dirty="0">
                <a:solidFill>
                  <a:schemeClr val="tx1">
                    <a:lumMod val="75000"/>
                    <a:lumOff val="25000"/>
                  </a:schemeClr>
                </a:solidFill>
              </a:rPr>
              <a:t>(</a:t>
            </a:r>
            <a:r>
              <a:rPr lang="en-US" sz="4000" b="1" i="1" dirty="0" err="1">
                <a:solidFill>
                  <a:schemeClr val="tx1">
                    <a:lumMod val="75000"/>
                    <a:lumOff val="25000"/>
                  </a:schemeClr>
                </a:solidFill>
                <a:latin typeface="Times New Roman" panose="02020603050405020304" pitchFamily="18" charset="0"/>
                <a:cs typeface="Times New Roman" panose="02020603050405020304" pitchFamily="18" charset="0"/>
              </a:rPr>
              <a:t>መዝ</a:t>
            </a:r>
            <a:r>
              <a:rPr lang="en-US" sz="4000" b="1" i="1" dirty="0">
                <a:solidFill>
                  <a:schemeClr val="tx1">
                    <a:lumMod val="75000"/>
                    <a:lumOff val="25000"/>
                  </a:schemeClr>
                </a:solidFill>
                <a:latin typeface="Times New Roman" panose="02020603050405020304" pitchFamily="18" charset="0"/>
                <a:cs typeface="Times New Roman" panose="02020603050405020304" pitchFamily="18" charset="0"/>
              </a:rPr>
              <a:t> 147/148፥1-2</a:t>
            </a:r>
            <a:r>
              <a:rPr lang="en-US" sz="4000" b="1" i="1" dirty="0">
                <a:solidFill>
                  <a:schemeClr val="tx1">
                    <a:lumMod val="75000"/>
                    <a:lumOff val="25000"/>
                  </a:schemeClr>
                </a:solidFill>
              </a:rPr>
              <a:t>) </a:t>
            </a:r>
            <a:br>
              <a:rPr lang="en-US" sz="5300" b="1" i="1" dirty="0">
                <a:solidFill>
                  <a:schemeClr val="tx1">
                    <a:lumMod val="75000"/>
                    <a:lumOff val="25000"/>
                  </a:schemeClr>
                </a:solidFill>
              </a:rPr>
            </a:br>
            <a:r>
              <a:rPr lang="am-ET" sz="9800" b="1" dirty="0"/>
              <a:t>ትሴብሖ ኢየሩሳሌም ለእግዚኣብሔር፤</a:t>
            </a:r>
            <a:br>
              <a:rPr lang="am-ET" sz="9800" b="1" dirty="0"/>
            </a:br>
            <a:r>
              <a:rPr lang="am-ET" sz="9800" b="1" dirty="0"/>
              <a:t>ወሰብሒዮ ለኣምላክኪ ጽዮን፤</a:t>
            </a:r>
            <a:br>
              <a:rPr lang="am-ET" sz="9800" b="1" dirty="0"/>
            </a:br>
            <a:r>
              <a:rPr lang="am-ET" sz="9800" b="1" dirty="0"/>
              <a:t>እስመ አፅንዓ መናሥግተ ኆኃትኪ።</a:t>
            </a:r>
            <a:br>
              <a:rPr lang="en-US" sz="9800" b="1" dirty="0"/>
            </a:br>
            <a:endParaRPr lang="en-US" b="1" dirty="0">
              <a:solidFill>
                <a:srgbClr val="00B0F0"/>
              </a:solidFill>
            </a:endParaRPr>
          </a:p>
        </p:txBody>
      </p:sp>
    </p:spTree>
    <p:extLst>
      <p:ext uri="{BB962C8B-B14F-4D97-AF65-F5344CB8AC3E}">
        <p14:creationId xmlns:p14="http://schemas.microsoft.com/office/powerpoint/2010/main" val="310717021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F5BC56-F92F-4945-BF36-2FD05C4D34F2}"/>
              </a:ext>
            </a:extLst>
          </p:cNvPr>
          <p:cNvSpPr>
            <a:spLocks noGrp="1"/>
          </p:cNvSpPr>
          <p:nvPr>
            <p:ph type="title"/>
          </p:nvPr>
        </p:nvSpPr>
        <p:spPr>
          <a:xfrm>
            <a:off x="122829" y="1"/>
            <a:ext cx="12069171" cy="1200204"/>
          </a:xfrm>
        </p:spPr>
        <p:txBody>
          <a:bodyPr>
            <a:normAutofit fontScale="90000"/>
          </a:bodyPr>
          <a:lstStyle/>
          <a:p>
            <a:pPr algn="ctr"/>
            <a:r>
              <a:rPr lang="en-US" sz="6700" b="1" dirty="0">
                <a:solidFill>
                  <a:srgbClr val="C00000"/>
                </a:solidFill>
              </a:rPr>
              <a:t>ም</a:t>
            </a:r>
            <a:r>
              <a:rPr lang="am-ET" sz="6700" b="1" dirty="0">
                <a:solidFill>
                  <a:srgbClr val="C00000"/>
                </a:solidFill>
              </a:rPr>
              <a:t>ስ</a:t>
            </a:r>
            <a:r>
              <a:rPr lang="en-US" sz="6700" b="1" dirty="0" err="1">
                <a:solidFill>
                  <a:srgbClr val="C00000"/>
                </a:solidFill>
              </a:rPr>
              <a:t>ባክ</a:t>
            </a:r>
            <a:r>
              <a:rPr lang="en-US" sz="6700" b="1" dirty="0">
                <a:solidFill>
                  <a:srgbClr val="C00000"/>
                </a:solidFill>
              </a:rPr>
              <a:t> </a:t>
            </a:r>
            <a:r>
              <a:rPr lang="en-US" sz="6700" b="1" dirty="0" err="1">
                <a:solidFill>
                  <a:schemeClr val="tx1">
                    <a:lumMod val="75000"/>
                    <a:lumOff val="25000"/>
                  </a:schemeClr>
                </a:solidFill>
              </a:rPr>
              <a:t>ጥምቀት</a:t>
            </a:r>
            <a:r>
              <a:rPr lang="en-US" sz="6700" b="1" dirty="0">
                <a:solidFill>
                  <a:schemeClr val="tx1">
                    <a:lumMod val="75000"/>
                    <a:lumOff val="25000"/>
                  </a:schemeClr>
                </a:solidFill>
              </a:rPr>
              <a:t> </a:t>
            </a:r>
            <a:r>
              <a:rPr lang="en-US" sz="6700" b="1" dirty="0" err="1">
                <a:solidFill>
                  <a:schemeClr val="tx1">
                    <a:lumMod val="75000"/>
                    <a:lumOff val="25000"/>
                  </a:schemeClr>
                </a:solidFill>
              </a:rPr>
              <a:t>አስተርእዮ</a:t>
            </a:r>
            <a:r>
              <a:rPr lang="en-US" sz="6700" b="1" dirty="0">
                <a:solidFill>
                  <a:schemeClr val="tx1">
                    <a:lumMod val="75000"/>
                    <a:lumOff val="25000"/>
                  </a:schemeClr>
                </a:solidFill>
              </a:rPr>
              <a:t> </a:t>
            </a:r>
            <a:r>
              <a:rPr lang="en-US" sz="6700" b="1" i="1" dirty="0">
                <a:solidFill>
                  <a:schemeClr val="tx1">
                    <a:lumMod val="75000"/>
                    <a:lumOff val="25000"/>
                  </a:schemeClr>
                </a:solidFill>
                <a:latin typeface="Times New Roman" panose="02020603050405020304" pitchFamily="18" charset="0"/>
                <a:cs typeface="Times New Roman" panose="02020603050405020304" pitchFamily="18" charset="0"/>
              </a:rPr>
              <a:t>2</a:t>
            </a:r>
            <a:r>
              <a:rPr lang="en-US" sz="6700" b="1" dirty="0">
                <a:solidFill>
                  <a:schemeClr val="tx1">
                    <a:lumMod val="75000"/>
                    <a:lumOff val="25000"/>
                  </a:schemeClr>
                </a:solidFill>
              </a:rPr>
              <a:t>ኛ </a:t>
            </a:r>
            <a:r>
              <a:rPr lang="en-US" sz="5300" b="1" i="1" dirty="0">
                <a:solidFill>
                  <a:schemeClr val="tx1">
                    <a:lumMod val="75000"/>
                    <a:lumOff val="25000"/>
                  </a:schemeClr>
                </a:solidFill>
              </a:rPr>
              <a:t>(</a:t>
            </a:r>
            <a:r>
              <a:rPr lang="en-US" sz="5300" b="1" i="1" dirty="0" err="1">
                <a:solidFill>
                  <a:schemeClr val="tx1">
                    <a:lumMod val="75000"/>
                    <a:lumOff val="25000"/>
                  </a:schemeClr>
                </a:solidFill>
                <a:latin typeface="Times New Roman" panose="02020603050405020304" pitchFamily="18" charset="0"/>
                <a:cs typeface="Times New Roman" panose="02020603050405020304" pitchFamily="18" charset="0"/>
              </a:rPr>
              <a:t>መዝ</a:t>
            </a:r>
            <a:r>
              <a:rPr lang="en-US" sz="5300" b="1" i="1" dirty="0">
                <a:solidFill>
                  <a:schemeClr val="tx1">
                    <a:lumMod val="75000"/>
                    <a:lumOff val="25000"/>
                  </a:schemeClr>
                </a:solidFill>
                <a:latin typeface="Times New Roman" panose="02020603050405020304" pitchFamily="18" charset="0"/>
                <a:cs typeface="Times New Roman" panose="02020603050405020304" pitchFamily="18" charset="0"/>
              </a:rPr>
              <a:t> 117/118፥6</a:t>
            </a:r>
            <a:r>
              <a:rPr lang="en-US" sz="5300" b="1" i="1" dirty="0">
                <a:solidFill>
                  <a:schemeClr val="tx1">
                    <a:lumMod val="75000"/>
                    <a:lumOff val="25000"/>
                  </a:schemeClr>
                </a:solidFill>
              </a:rPr>
              <a:t>)</a:t>
            </a:r>
          </a:p>
        </p:txBody>
      </p:sp>
      <p:sp>
        <p:nvSpPr>
          <p:cNvPr id="3" name="Content Placeholder 2">
            <a:extLst>
              <a:ext uri="{FF2B5EF4-FFF2-40B4-BE49-F238E27FC236}">
                <a16:creationId xmlns:a16="http://schemas.microsoft.com/office/drawing/2014/main" id="{15DC8158-13B1-49CD-9DB4-69D77DA4E83D}"/>
              </a:ext>
            </a:extLst>
          </p:cNvPr>
          <p:cNvSpPr>
            <a:spLocks noGrp="1"/>
          </p:cNvSpPr>
          <p:nvPr>
            <p:ph idx="1"/>
          </p:nvPr>
        </p:nvSpPr>
        <p:spPr>
          <a:xfrm>
            <a:off x="2" y="1066800"/>
            <a:ext cx="12191999" cy="5791200"/>
          </a:xfrm>
        </p:spPr>
        <p:txBody>
          <a:bodyPr>
            <a:noAutofit/>
          </a:bodyPr>
          <a:lstStyle/>
          <a:p>
            <a:pPr marL="0" indent="0" algn="ctr">
              <a:buNone/>
            </a:pPr>
            <a:r>
              <a:rPr lang="am-ET" sz="9000" b="1" dirty="0"/>
              <a:t>እግዚኣብሔር እግዚእ ኣስተርኣየ ለነ፤ግበሩ በዓለ በትፍሥሕት በኀበ እለ ያስተሓምምዎ፤እስከ አቅርንቲሁ</a:t>
            </a:r>
            <a:r>
              <a:rPr lang="en-US" sz="9000" b="1" dirty="0"/>
              <a:t> </a:t>
            </a:r>
            <a:r>
              <a:rPr lang="am-ET" sz="9000" b="1" dirty="0"/>
              <a:t>ለምሥዋዕ፡፡</a:t>
            </a:r>
            <a:endParaRPr lang="en-US" sz="9000" b="1" dirty="0"/>
          </a:p>
        </p:txBody>
      </p:sp>
    </p:spTree>
    <p:extLst>
      <p:ext uri="{BB962C8B-B14F-4D97-AF65-F5344CB8AC3E}">
        <p14:creationId xmlns:p14="http://schemas.microsoft.com/office/powerpoint/2010/main" val="319349453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F5BC56-F92F-4945-BF36-2FD05C4D34F2}"/>
              </a:ext>
            </a:extLst>
          </p:cNvPr>
          <p:cNvSpPr>
            <a:spLocks noGrp="1"/>
          </p:cNvSpPr>
          <p:nvPr>
            <p:ph type="title"/>
          </p:nvPr>
        </p:nvSpPr>
        <p:spPr>
          <a:xfrm>
            <a:off x="122829" y="1"/>
            <a:ext cx="12069171" cy="1200204"/>
          </a:xfrm>
        </p:spPr>
        <p:txBody>
          <a:bodyPr>
            <a:normAutofit fontScale="90000"/>
          </a:bodyPr>
          <a:lstStyle/>
          <a:p>
            <a:pPr algn="ctr"/>
            <a:r>
              <a:rPr lang="en-US" sz="6700" b="1" dirty="0">
                <a:solidFill>
                  <a:srgbClr val="C00000"/>
                </a:solidFill>
              </a:rPr>
              <a:t>ም</a:t>
            </a:r>
            <a:r>
              <a:rPr lang="am-ET" sz="6700" b="1" dirty="0">
                <a:solidFill>
                  <a:srgbClr val="C00000"/>
                </a:solidFill>
              </a:rPr>
              <a:t>ስ</a:t>
            </a:r>
            <a:r>
              <a:rPr lang="en-US" sz="6700" b="1" dirty="0" err="1">
                <a:solidFill>
                  <a:srgbClr val="C00000"/>
                </a:solidFill>
              </a:rPr>
              <a:t>ባክ</a:t>
            </a:r>
            <a:r>
              <a:rPr lang="en-US" sz="6700" b="1" dirty="0">
                <a:solidFill>
                  <a:srgbClr val="C00000"/>
                </a:solidFill>
              </a:rPr>
              <a:t> </a:t>
            </a:r>
            <a:r>
              <a:rPr lang="en-US" sz="6700" b="1" dirty="0" err="1">
                <a:solidFill>
                  <a:schemeClr val="tx1">
                    <a:lumMod val="75000"/>
                    <a:lumOff val="25000"/>
                  </a:schemeClr>
                </a:solidFill>
              </a:rPr>
              <a:t>ጥምቀት</a:t>
            </a:r>
            <a:r>
              <a:rPr lang="en-US" sz="6700" b="1" dirty="0">
                <a:solidFill>
                  <a:schemeClr val="tx1">
                    <a:lumMod val="75000"/>
                    <a:lumOff val="25000"/>
                  </a:schemeClr>
                </a:solidFill>
              </a:rPr>
              <a:t> </a:t>
            </a:r>
            <a:r>
              <a:rPr lang="en-US" sz="6700" b="1" dirty="0" err="1">
                <a:solidFill>
                  <a:schemeClr val="tx1">
                    <a:lumMod val="75000"/>
                    <a:lumOff val="25000"/>
                  </a:schemeClr>
                </a:solidFill>
              </a:rPr>
              <a:t>አስተርእዮ</a:t>
            </a:r>
            <a:r>
              <a:rPr lang="en-US" sz="6700" b="1" dirty="0">
                <a:solidFill>
                  <a:schemeClr val="tx1">
                    <a:lumMod val="75000"/>
                    <a:lumOff val="25000"/>
                  </a:schemeClr>
                </a:solidFill>
              </a:rPr>
              <a:t> </a:t>
            </a:r>
            <a:r>
              <a:rPr lang="en-US" sz="6700" b="1" i="1" dirty="0">
                <a:solidFill>
                  <a:schemeClr val="tx1">
                    <a:lumMod val="75000"/>
                    <a:lumOff val="25000"/>
                  </a:schemeClr>
                </a:solidFill>
                <a:latin typeface="Times New Roman" panose="02020603050405020304" pitchFamily="18" charset="0"/>
                <a:cs typeface="Times New Roman" panose="02020603050405020304" pitchFamily="18" charset="0"/>
              </a:rPr>
              <a:t>1</a:t>
            </a:r>
            <a:r>
              <a:rPr lang="en-US" sz="6700" b="1" dirty="0">
                <a:solidFill>
                  <a:schemeClr val="tx1">
                    <a:lumMod val="75000"/>
                    <a:lumOff val="25000"/>
                  </a:schemeClr>
                </a:solidFill>
              </a:rPr>
              <a:t>ኛ </a:t>
            </a:r>
            <a:r>
              <a:rPr lang="en-US" sz="5300" b="1" i="1" dirty="0">
                <a:solidFill>
                  <a:schemeClr val="tx1">
                    <a:lumMod val="75000"/>
                    <a:lumOff val="25000"/>
                  </a:schemeClr>
                </a:solidFill>
              </a:rPr>
              <a:t>(</a:t>
            </a:r>
            <a:r>
              <a:rPr lang="en-US" sz="5300" b="1" i="1" dirty="0" err="1">
                <a:solidFill>
                  <a:schemeClr val="tx1">
                    <a:lumMod val="75000"/>
                    <a:lumOff val="25000"/>
                  </a:schemeClr>
                </a:solidFill>
                <a:latin typeface="Times New Roman" panose="02020603050405020304" pitchFamily="18" charset="0"/>
                <a:cs typeface="Times New Roman" panose="02020603050405020304" pitchFamily="18" charset="0"/>
              </a:rPr>
              <a:t>መዝ</a:t>
            </a:r>
            <a:r>
              <a:rPr lang="en-US" sz="5300" b="1" i="1" dirty="0">
                <a:solidFill>
                  <a:schemeClr val="tx1">
                    <a:lumMod val="75000"/>
                    <a:lumOff val="25000"/>
                  </a:schemeClr>
                </a:solidFill>
                <a:latin typeface="Times New Roman" panose="02020603050405020304" pitchFamily="18" charset="0"/>
                <a:cs typeface="Times New Roman" panose="02020603050405020304" pitchFamily="18" charset="0"/>
              </a:rPr>
              <a:t> 83/84፥6-7</a:t>
            </a:r>
            <a:r>
              <a:rPr lang="en-US" sz="7300" b="1" dirty="0">
                <a:solidFill>
                  <a:srgbClr val="C00000"/>
                </a:solidFill>
              </a:rPr>
              <a:t>)</a:t>
            </a:r>
            <a:endParaRPr lang="en-US" sz="7200" b="1" dirty="0">
              <a:solidFill>
                <a:srgbClr val="C00000"/>
              </a:solidFill>
            </a:endParaRPr>
          </a:p>
        </p:txBody>
      </p:sp>
      <p:sp>
        <p:nvSpPr>
          <p:cNvPr id="3" name="Content Placeholder 2">
            <a:extLst>
              <a:ext uri="{FF2B5EF4-FFF2-40B4-BE49-F238E27FC236}">
                <a16:creationId xmlns:a16="http://schemas.microsoft.com/office/drawing/2014/main" id="{15DC8158-13B1-49CD-9DB4-69D77DA4E83D}"/>
              </a:ext>
            </a:extLst>
          </p:cNvPr>
          <p:cNvSpPr>
            <a:spLocks noGrp="1"/>
          </p:cNvSpPr>
          <p:nvPr>
            <p:ph idx="1"/>
          </p:nvPr>
        </p:nvSpPr>
        <p:spPr>
          <a:xfrm>
            <a:off x="2" y="1066800"/>
            <a:ext cx="12191999" cy="5791200"/>
          </a:xfrm>
        </p:spPr>
        <p:txBody>
          <a:bodyPr>
            <a:normAutofit/>
          </a:bodyPr>
          <a:lstStyle/>
          <a:p>
            <a:pPr marL="0" indent="0" algn="ctr">
              <a:buNone/>
            </a:pPr>
            <a:r>
              <a:rPr lang="am-ET" sz="9600" b="1" dirty="0"/>
              <a:t>እስመ መምህረ ሕግ ይሁብ በረከተ፤ወየሐውር እ</a:t>
            </a:r>
            <a:r>
              <a:rPr lang="en-US" sz="9600" b="1" dirty="0"/>
              <a:t>ም</a:t>
            </a:r>
            <a:r>
              <a:rPr lang="am-ET" sz="9600" b="1" dirty="0"/>
              <a:t>ኀይል ውስተ ኀይል፤ወያስተርኢ አምላከ አማልክት በጽዮን፡፡</a:t>
            </a:r>
            <a:endParaRPr lang="am-ET" sz="6600" b="1" dirty="0">
              <a:solidFill>
                <a:srgbClr val="0070C0"/>
              </a:solidFill>
            </a:endParaRPr>
          </a:p>
        </p:txBody>
      </p:sp>
    </p:spTree>
    <p:extLst>
      <p:ext uri="{BB962C8B-B14F-4D97-AF65-F5344CB8AC3E}">
        <p14:creationId xmlns:p14="http://schemas.microsoft.com/office/powerpoint/2010/main" val="2012055036"/>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F5BC56-F92F-4945-BF36-2FD05C4D34F2}"/>
              </a:ext>
            </a:extLst>
          </p:cNvPr>
          <p:cNvSpPr>
            <a:spLocks noGrp="1"/>
          </p:cNvSpPr>
          <p:nvPr>
            <p:ph type="title"/>
          </p:nvPr>
        </p:nvSpPr>
        <p:spPr>
          <a:xfrm>
            <a:off x="122829" y="1"/>
            <a:ext cx="12069171" cy="1200204"/>
          </a:xfrm>
        </p:spPr>
        <p:txBody>
          <a:bodyPr>
            <a:normAutofit fontScale="90000"/>
          </a:bodyPr>
          <a:lstStyle/>
          <a:p>
            <a:pPr algn="ctr"/>
            <a:r>
              <a:rPr lang="en-US" sz="7200" b="1" dirty="0">
                <a:solidFill>
                  <a:srgbClr val="C00000"/>
                </a:solidFill>
              </a:rPr>
              <a:t>ም</a:t>
            </a:r>
            <a:r>
              <a:rPr lang="am-ET" sz="7200" b="1" dirty="0">
                <a:solidFill>
                  <a:srgbClr val="C00000"/>
                </a:solidFill>
              </a:rPr>
              <a:t>ስ</a:t>
            </a:r>
            <a:r>
              <a:rPr lang="en-US" sz="7200" b="1" dirty="0" err="1">
                <a:solidFill>
                  <a:srgbClr val="C00000"/>
                </a:solidFill>
              </a:rPr>
              <a:t>ባክ</a:t>
            </a:r>
            <a:r>
              <a:rPr lang="en-US" sz="7200" b="1" dirty="0">
                <a:solidFill>
                  <a:srgbClr val="C00000"/>
                </a:solidFill>
              </a:rPr>
              <a:t> </a:t>
            </a:r>
            <a:r>
              <a:rPr lang="en-US" sz="7200" b="1" dirty="0" err="1">
                <a:solidFill>
                  <a:schemeClr val="tx1">
                    <a:lumMod val="75000"/>
                    <a:lumOff val="25000"/>
                  </a:schemeClr>
                </a:solidFill>
              </a:rPr>
              <a:t>ጥምቀተ</a:t>
            </a:r>
            <a:r>
              <a:rPr lang="en-US" sz="7200" b="1" dirty="0">
                <a:solidFill>
                  <a:schemeClr val="tx1">
                    <a:lumMod val="75000"/>
                    <a:lumOff val="25000"/>
                  </a:schemeClr>
                </a:solidFill>
              </a:rPr>
              <a:t> </a:t>
            </a:r>
            <a:r>
              <a:rPr lang="en-US" sz="7200" b="1" dirty="0" err="1">
                <a:solidFill>
                  <a:schemeClr val="tx1">
                    <a:lumMod val="75000"/>
                    <a:lumOff val="25000"/>
                  </a:schemeClr>
                </a:solidFill>
              </a:rPr>
              <a:t>እግዚእነ</a:t>
            </a:r>
            <a:r>
              <a:rPr lang="en-US" sz="7200" b="1" dirty="0">
                <a:solidFill>
                  <a:schemeClr val="tx1">
                    <a:lumMod val="75000"/>
                    <a:lumOff val="25000"/>
                  </a:schemeClr>
                </a:solidFill>
              </a:rPr>
              <a:t> </a:t>
            </a:r>
            <a:r>
              <a:rPr lang="en-US" sz="6000" b="1" i="1" dirty="0">
                <a:solidFill>
                  <a:schemeClr val="tx1">
                    <a:lumMod val="75000"/>
                    <a:lumOff val="25000"/>
                  </a:schemeClr>
                </a:solidFill>
              </a:rPr>
              <a:t>(</a:t>
            </a:r>
            <a:r>
              <a:rPr lang="en-US" sz="6000" b="1" i="1" dirty="0" err="1">
                <a:solidFill>
                  <a:schemeClr val="tx1">
                    <a:lumMod val="75000"/>
                    <a:lumOff val="25000"/>
                  </a:schemeClr>
                </a:solidFill>
              </a:rPr>
              <a:t>መዝ</a:t>
            </a:r>
            <a:r>
              <a:rPr lang="en-US" sz="6000" b="1" i="1" dirty="0">
                <a:solidFill>
                  <a:schemeClr val="tx1">
                    <a:lumMod val="75000"/>
                    <a:lumOff val="25000"/>
                  </a:schemeClr>
                </a:solidFill>
              </a:rPr>
              <a:t> </a:t>
            </a:r>
            <a:r>
              <a:rPr lang="en-US" sz="6000" b="1" i="1" dirty="0">
                <a:solidFill>
                  <a:schemeClr val="tx1">
                    <a:lumMod val="75000"/>
                    <a:lumOff val="25000"/>
                  </a:schemeClr>
                </a:solidFill>
                <a:latin typeface="Times New Roman" panose="02020603050405020304" pitchFamily="18" charset="0"/>
                <a:cs typeface="Times New Roman" panose="02020603050405020304" pitchFamily="18" charset="0"/>
              </a:rPr>
              <a:t>76/77፥16-17</a:t>
            </a:r>
            <a:r>
              <a:rPr lang="en-US" sz="7200" b="1" dirty="0">
                <a:solidFill>
                  <a:srgbClr val="C00000"/>
                </a:solidFill>
              </a:rPr>
              <a:t>)</a:t>
            </a:r>
          </a:p>
        </p:txBody>
      </p:sp>
      <p:sp>
        <p:nvSpPr>
          <p:cNvPr id="3" name="Content Placeholder 2">
            <a:extLst>
              <a:ext uri="{FF2B5EF4-FFF2-40B4-BE49-F238E27FC236}">
                <a16:creationId xmlns:a16="http://schemas.microsoft.com/office/drawing/2014/main" id="{15DC8158-13B1-49CD-9DB4-69D77DA4E83D}"/>
              </a:ext>
            </a:extLst>
          </p:cNvPr>
          <p:cNvSpPr>
            <a:spLocks noGrp="1"/>
          </p:cNvSpPr>
          <p:nvPr>
            <p:ph idx="1"/>
          </p:nvPr>
        </p:nvSpPr>
        <p:spPr>
          <a:xfrm>
            <a:off x="2" y="1066800"/>
            <a:ext cx="12191999" cy="5791200"/>
          </a:xfrm>
        </p:spPr>
        <p:txBody>
          <a:bodyPr>
            <a:normAutofit fontScale="32500" lnSpcReduction="20000"/>
          </a:bodyPr>
          <a:lstStyle/>
          <a:p>
            <a:pPr marL="0" indent="0" algn="ctr">
              <a:buNone/>
            </a:pPr>
            <a:r>
              <a:rPr lang="am-ET" sz="35199" b="1" dirty="0"/>
              <a:t>ርእዩከ ማያት እግዚኦ፤</a:t>
            </a:r>
          </a:p>
          <a:p>
            <a:pPr marL="0" indent="0" algn="ctr">
              <a:buNone/>
            </a:pPr>
            <a:r>
              <a:rPr lang="am-ET" sz="35199" b="1" dirty="0"/>
              <a:t>ርእዩከ ማያት ወፈርሑ፤</a:t>
            </a:r>
          </a:p>
          <a:p>
            <a:pPr marL="0" indent="0" algn="ctr">
              <a:buNone/>
            </a:pPr>
            <a:r>
              <a:rPr lang="am-ET" sz="35199" b="1" dirty="0"/>
              <a:t>ደንገፁ ቀላያተ ማያት ወደምፀ ማያቲሆሙ፡፡</a:t>
            </a:r>
            <a:endParaRPr lang="am-ET" sz="23999" b="1" dirty="0">
              <a:solidFill>
                <a:srgbClr val="0070C0"/>
              </a:solidFill>
            </a:endParaRPr>
          </a:p>
        </p:txBody>
      </p:sp>
    </p:spTree>
    <p:extLst>
      <p:ext uri="{BB962C8B-B14F-4D97-AF65-F5344CB8AC3E}">
        <p14:creationId xmlns:p14="http://schemas.microsoft.com/office/powerpoint/2010/main" val="1447709573"/>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F5BC56-F92F-4945-BF36-2FD05C4D34F2}"/>
              </a:ext>
            </a:extLst>
          </p:cNvPr>
          <p:cNvSpPr>
            <a:spLocks noGrp="1"/>
          </p:cNvSpPr>
          <p:nvPr>
            <p:ph type="title"/>
          </p:nvPr>
        </p:nvSpPr>
        <p:spPr>
          <a:xfrm>
            <a:off x="122829" y="1"/>
            <a:ext cx="12069171" cy="1200204"/>
          </a:xfrm>
        </p:spPr>
        <p:txBody>
          <a:bodyPr>
            <a:normAutofit/>
          </a:bodyPr>
          <a:lstStyle/>
          <a:p>
            <a:pPr algn="ctr"/>
            <a:r>
              <a:rPr lang="en-US" sz="7200" b="1" dirty="0">
                <a:solidFill>
                  <a:srgbClr val="C00000"/>
                </a:solidFill>
              </a:rPr>
              <a:t>ም</a:t>
            </a:r>
            <a:r>
              <a:rPr lang="am-ET" sz="7200" b="1" dirty="0">
                <a:solidFill>
                  <a:srgbClr val="C00000"/>
                </a:solidFill>
              </a:rPr>
              <a:t>ስ</a:t>
            </a:r>
            <a:r>
              <a:rPr lang="en-US" sz="7200" b="1" dirty="0" err="1">
                <a:solidFill>
                  <a:srgbClr val="C00000"/>
                </a:solidFill>
              </a:rPr>
              <a:t>ባክ</a:t>
            </a:r>
            <a:r>
              <a:rPr lang="en-US" sz="7200" b="1" dirty="0">
                <a:solidFill>
                  <a:srgbClr val="C00000"/>
                </a:solidFill>
              </a:rPr>
              <a:t> </a:t>
            </a:r>
            <a:r>
              <a:rPr lang="en-US" sz="7200" b="1" dirty="0" err="1">
                <a:solidFill>
                  <a:schemeClr val="tx1">
                    <a:lumMod val="75000"/>
                    <a:lumOff val="25000"/>
                  </a:schemeClr>
                </a:solidFill>
              </a:rPr>
              <a:t>ዘናዝሬት</a:t>
            </a:r>
            <a:r>
              <a:rPr lang="en-US" sz="7200" b="1" dirty="0">
                <a:solidFill>
                  <a:schemeClr val="tx1">
                    <a:lumMod val="75000"/>
                    <a:lumOff val="25000"/>
                  </a:schemeClr>
                </a:solidFill>
              </a:rPr>
              <a:t> </a:t>
            </a:r>
            <a:r>
              <a:rPr lang="en-US" sz="6000" b="1" i="1" dirty="0">
                <a:solidFill>
                  <a:schemeClr val="tx1">
                    <a:lumMod val="75000"/>
                    <a:lumOff val="25000"/>
                  </a:schemeClr>
                </a:solidFill>
              </a:rPr>
              <a:t>(</a:t>
            </a:r>
            <a:r>
              <a:rPr lang="en-US" sz="6000" b="1" i="1" dirty="0" err="1">
                <a:solidFill>
                  <a:schemeClr val="tx1">
                    <a:lumMod val="75000"/>
                    <a:lumOff val="25000"/>
                  </a:schemeClr>
                </a:solidFill>
              </a:rPr>
              <a:t>መዝ</a:t>
            </a:r>
            <a:r>
              <a:rPr lang="en-US" sz="6000" b="1" i="1" dirty="0">
                <a:solidFill>
                  <a:schemeClr val="tx1">
                    <a:lumMod val="75000"/>
                    <a:lumOff val="25000"/>
                  </a:schemeClr>
                </a:solidFill>
              </a:rPr>
              <a:t> </a:t>
            </a:r>
            <a:r>
              <a:rPr lang="en-US" sz="6000" b="1" i="1" dirty="0">
                <a:solidFill>
                  <a:schemeClr val="tx1">
                    <a:lumMod val="75000"/>
                    <a:lumOff val="25000"/>
                  </a:schemeClr>
                </a:solidFill>
                <a:latin typeface="Times New Roman" panose="02020603050405020304" pitchFamily="18" charset="0"/>
                <a:cs typeface="Times New Roman" panose="02020603050405020304" pitchFamily="18" charset="0"/>
              </a:rPr>
              <a:t>131/132፥6-7</a:t>
            </a:r>
            <a:r>
              <a:rPr lang="en-US" sz="7200" b="1" dirty="0">
                <a:solidFill>
                  <a:srgbClr val="C00000"/>
                </a:solidFill>
              </a:rPr>
              <a:t>)</a:t>
            </a:r>
          </a:p>
        </p:txBody>
      </p:sp>
      <p:sp>
        <p:nvSpPr>
          <p:cNvPr id="3" name="Content Placeholder 2">
            <a:extLst>
              <a:ext uri="{FF2B5EF4-FFF2-40B4-BE49-F238E27FC236}">
                <a16:creationId xmlns:a16="http://schemas.microsoft.com/office/drawing/2014/main" id="{15DC8158-13B1-49CD-9DB4-69D77DA4E83D}"/>
              </a:ext>
            </a:extLst>
          </p:cNvPr>
          <p:cNvSpPr>
            <a:spLocks noGrp="1"/>
          </p:cNvSpPr>
          <p:nvPr>
            <p:ph idx="1"/>
          </p:nvPr>
        </p:nvSpPr>
        <p:spPr>
          <a:xfrm>
            <a:off x="2" y="1066800"/>
            <a:ext cx="12191999" cy="5791200"/>
          </a:xfrm>
        </p:spPr>
        <p:txBody>
          <a:bodyPr>
            <a:normAutofit/>
          </a:bodyPr>
          <a:lstStyle/>
          <a:p>
            <a:pPr marL="0" indent="0" algn="ctr">
              <a:buNone/>
            </a:pPr>
            <a:r>
              <a:rPr lang="am-ET" sz="9600" b="1" dirty="0"/>
              <a:t>ናሁ ሰማዕናሁ በኤፍራታ፤</a:t>
            </a:r>
          </a:p>
          <a:p>
            <a:pPr marL="0" indent="0" algn="ctr">
              <a:buNone/>
            </a:pPr>
            <a:r>
              <a:rPr lang="am-ET" sz="9600" b="1" dirty="0"/>
              <a:t>ወረከብናሁ ውስተ ኦመ ገዳም፤</a:t>
            </a:r>
          </a:p>
          <a:p>
            <a:pPr marL="0" indent="0" algn="ctr">
              <a:buNone/>
            </a:pPr>
            <a:r>
              <a:rPr lang="am-ET" sz="9600" b="1" dirty="0"/>
              <a:t>ንበውእ እንከሰ ውስተ አብያቲሁ ለእግዚኣብሔር።</a:t>
            </a:r>
            <a:endParaRPr lang="am-ET" sz="6600" b="1" dirty="0">
              <a:solidFill>
                <a:srgbClr val="0070C0"/>
              </a:solidFill>
            </a:endParaRPr>
          </a:p>
        </p:txBody>
      </p:sp>
    </p:spTree>
    <p:extLst>
      <p:ext uri="{BB962C8B-B14F-4D97-AF65-F5344CB8AC3E}">
        <p14:creationId xmlns:p14="http://schemas.microsoft.com/office/powerpoint/2010/main" val="2822114480"/>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F5BC56-F92F-4945-BF36-2FD05C4D34F2}"/>
              </a:ext>
            </a:extLst>
          </p:cNvPr>
          <p:cNvSpPr>
            <a:spLocks noGrp="1"/>
          </p:cNvSpPr>
          <p:nvPr>
            <p:ph type="title"/>
          </p:nvPr>
        </p:nvSpPr>
        <p:spPr>
          <a:xfrm>
            <a:off x="122829" y="1"/>
            <a:ext cx="12069171" cy="1200204"/>
          </a:xfrm>
        </p:spPr>
        <p:txBody>
          <a:bodyPr>
            <a:normAutofit/>
          </a:bodyPr>
          <a:lstStyle/>
          <a:p>
            <a:pPr algn="ctr"/>
            <a:r>
              <a:rPr lang="en-US" sz="7200" b="1" dirty="0">
                <a:solidFill>
                  <a:srgbClr val="C00000"/>
                </a:solidFill>
              </a:rPr>
              <a:t>ም</a:t>
            </a:r>
            <a:r>
              <a:rPr lang="am-ET" sz="7200" b="1" dirty="0">
                <a:solidFill>
                  <a:srgbClr val="C00000"/>
                </a:solidFill>
              </a:rPr>
              <a:t>ስ</a:t>
            </a:r>
            <a:r>
              <a:rPr lang="en-US" sz="7200" b="1" dirty="0" err="1">
                <a:solidFill>
                  <a:srgbClr val="C00000"/>
                </a:solidFill>
              </a:rPr>
              <a:t>ባክ</a:t>
            </a:r>
            <a:r>
              <a:rPr lang="en-US" sz="7200" b="1" dirty="0">
                <a:solidFill>
                  <a:srgbClr val="C00000"/>
                </a:solidFill>
              </a:rPr>
              <a:t> </a:t>
            </a:r>
            <a:r>
              <a:rPr lang="en-US" sz="7200" b="1" dirty="0" err="1">
                <a:solidFill>
                  <a:schemeClr val="tx1">
                    <a:lumMod val="75000"/>
                    <a:lumOff val="25000"/>
                  </a:schemeClr>
                </a:solidFill>
              </a:rPr>
              <a:t>ዘልደት</a:t>
            </a:r>
            <a:r>
              <a:rPr lang="en-US" sz="6000" b="1" i="1" dirty="0">
                <a:solidFill>
                  <a:schemeClr val="tx1">
                    <a:lumMod val="75000"/>
                    <a:lumOff val="25000"/>
                  </a:schemeClr>
                </a:solidFill>
              </a:rPr>
              <a:t> </a:t>
            </a:r>
            <a:r>
              <a:rPr lang="en-US" sz="6000" b="1" i="1" dirty="0">
                <a:solidFill>
                  <a:schemeClr val="tx1">
                    <a:lumMod val="75000"/>
                    <a:lumOff val="25000"/>
                  </a:schemeClr>
                </a:solidFill>
                <a:latin typeface="Times New Roman" panose="02020603050405020304" pitchFamily="18" charset="0"/>
                <a:cs typeface="Times New Roman" panose="02020603050405020304" pitchFamily="18" charset="0"/>
              </a:rPr>
              <a:t>(</a:t>
            </a:r>
            <a:r>
              <a:rPr lang="en-US" sz="6000" b="1" i="1" dirty="0" err="1">
                <a:solidFill>
                  <a:schemeClr val="tx1">
                    <a:lumMod val="75000"/>
                    <a:lumOff val="25000"/>
                  </a:schemeClr>
                </a:solidFill>
                <a:latin typeface="Times New Roman" panose="02020603050405020304" pitchFamily="18" charset="0"/>
                <a:cs typeface="Times New Roman" panose="02020603050405020304" pitchFamily="18" charset="0"/>
              </a:rPr>
              <a:t>መዝ</a:t>
            </a:r>
            <a:r>
              <a:rPr lang="en-US" sz="6000" b="1" i="1" dirty="0">
                <a:solidFill>
                  <a:schemeClr val="tx1">
                    <a:lumMod val="75000"/>
                    <a:lumOff val="25000"/>
                  </a:schemeClr>
                </a:solidFill>
                <a:latin typeface="Times New Roman" panose="02020603050405020304" pitchFamily="18" charset="0"/>
                <a:cs typeface="Times New Roman" panose="02020603050405020304" pitchFamily="18" charset="0"/>
              </a:rPr>
              <a:t>  71/72፥10-14)</a:t>
            </a:r>
          </a:p>
        </p:txBody>
      </p:sp>
      <p:sp>
        <p:nvSpPr>
          <p:cNvPr id="3" name="Content Placeholder 2">
            <a:extLst>
              <a:ext uri="{FF2B5EF4-FFF2-40B4-BE49-F238E27FC236}">
                <a16:creationId xmlns:a16="http://schemas.microsoft.com/office/drawing/2014/main" id="{15DC8158-13B1-49CD-9DB4-69D77DA4E83D}"/>
              </a:ext>
            </a:extLst>
          </p:cNvPr>
          <p:cNvSpPr>
            <a:spLocks noGrp="1"/>
          </p:cNvSpPr>
          <p:nvPr>
            <p:ph idx="1"/>
          </p:nvPr>
        </p:nvSpPr>
        <p:spPr>
          <a:xfrm>
            <a:off x="2" y="1066800"/>
            <a:ext cx="12191999" cy="5791200"/>
          </a:xfrm>
        </p:spPr>
        <p:txBody>
          <a:bodyPr>
            <a:noAutofit/>
          </a:bodyPr>
          <a:lstStyle/>
          <a:p>
            <a:pPr marL="0" indent="0" algn="ctr">
              <a:buNone/>
            </a:pPr>
            <a:r>
              <a:rPr lang="am-ET" sz="9200" b="1" dirty="0"/>
              <a:t>ነገሥተ ተርሴስ ወደሰያት አምኃ ያበውኡ፤ነገሥተ ሳባ ወዐረብ ጋዳ ያመጽኡ፤ወይሰግዱ ሎቱ ኩሎሙ ነገሥተ ምድር። </a:t>
            </a:r>
            <a:endParaRPr lang="en-US" sz="9200" b="1" dirty="0"/>
          </a:p>
        </p:txBody>
      </p:sp>
    </p:spTree>
    <p:extLst>
      <p:ext uri="{BB962C8B-B14F-4D97-AF65-F5344CB8AC3E}">
        <p14:creationId xmlns:p14="http://schemas.microsoft.com/office/powerpoint/2010/main" val="2290190859"/>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F5BC56-F92F-4945-BF36-2FD05C4D34F2}"/>
              </a:ext>
            </a:extLst>
          </p:cNvPr>
          <p:cNvSpPr>
            <a:spLocks noGrp="1"/>
          </p:cNvSpPr>
          <p:nvPr>
            <p:ph type="title"/>
          </p:nvPr>
        </p:nvSpPr>
        <p:spPr>
          <a:xfrm>
            <a:off x="122829" y="1"/>
            <a:ext cx="12069171" cy="1200204"/>
          </a:xfrm>
        </p:spPr>
        <p:txBody>
          <a:bodyPr>
            <a:normAutofit/>
          </a:bodyPr>
          <a:lstStyle/>
          <a:p>
            <a:pPr algn="ctr"/>
            <a:r>
              <a:rPr lang="en-US" sz="7200" b="1" dirty="0">
                <a:solidFill>
                  <a:srgbClr val="C00000"/>
                </a:solidFill>
              </a:rPr>
              <a:t>ም</a:t>
            </a:r>
            <a:r>
              <a:rPr lang="am-ET" sz="7200" b="1" dirty="0">
                <a:solidFill>
                  <a:srgbClr val="C00000"/>
                </a:solidFill>
              </a:rPr>
              <a:t>ስ</a:t>
            </a:r>
            <a:r>
              <a:rPr lang="en-US" sz="7200" b="1" dirty="0" err="1">
                <a:solidFill>
                  <a:srgbClr val="C00000"/>
                </a:solidFill>
              </a:rPr>
              <a:t>ባክ</a:t>
            </a:r>
            <a:r>
              <a:rPr lang="en-US" sz="7200" b="1" dirty="0">
                <a:solidFill>
                  <a:srgbClr val="C00000"/>
                </a:solidFill>
              </a:rPr>
              <a:t> </a:t>
            </a:r>
            <a:r>
              <a:rPr lang="en-US" sz="7200" b="1" dirty="0" err="1">
                <a:solidFill>
                  <a:schemeClr val="tx1">
                    <a:lumMod val="75000"/>
                    <a:lumOff val="25000"/>
                  </a:schemeClr>
                </a:solidFill>
              </a:rPr>
              <a:t>ዘስብከት</a:t>
            </a:r>
            <a:r>
              <a:rPr lang="en-US" sz="7200" b="1" dirty="0">
                <a:solidFill>
                  <a:schemeClr val="tx1">
                    <a:lumMod val="75000"/>
                    <a:lumOff val="25000"/>
                  </a:schemeClr>
                </a:solidFill>
              </a:rPr>
              <a:t> </a:t>
            </a:r>
            <a:r>
              <a:rPr lang="en-US" sz="7200" b="1" dirty="0">
                <a:solidFill>
                  <a:schemeClr val="tx1">
                    <a:lumMod val="75000"/>
                    <a:lumOff val="25000"/>
                  </a:schemeClr>
                </a:solidFill>
                <a:latin typeface="Times New Roman" panose="02020603050405020304" pitchFamily="18" charset="0"/>
                <a:cs typeface="Times New Roman" panose="02020603050405020304" pitchFamily="18" charset="0"/>
              </a:rPr>
              <a:t>1</a:t>
            </a:r>
            <a:r>
              <a:rPr lang="en-US" sz="7200" b="1" dirty="0">
                <a:solidFill>
                  <a:schemeClr val="tx1">
                    <a:lumMod val="75000"/>
                    <a:lumOff val="25000"/>
                  </a:schemeClr>
                </a:solidFill>
              </a:rPr>
              <a:t>ኛ</a:t>
            </a:r>
            <a:r>
              <a:rPr lang="en-US" sz="6000" b="1" i="1" dirty="0">
                <a:solidFill>
                  <a:schemeClr val="tx1">
                    <a:lumMod val="75000"/>
                    <a:lumOff val="25000"/>
                  </a:schemeClr>
                </a:solidFill>
              </a:rPr>
              <a:t>(</a:t>
            </a:r>
            <a:r>
              <a:rPr lang="en-US" sz="6000" b="1" i="1" dirty="0" err="1">
                <a:solidFill>
                  <a:schemeClr val="tx1">
                    <a:lumMod val="75000"/>
                    <a:lumOff val="25000"/>
                  </a:schemeClr>
                </a:solidFill>
              </a:rPr>
              <a:t>መዝ</a:t>
            </a:r>
            <a:r>
              <a:rPr lang="en-US" sz="6000" b="1" i="1" dirty="0">
                <a:solidFill>
                  <a:schemeClr val="tx1">
                    <a:lumMod val="75000"/>
                    <a:lumOff val="25000"/>
                  </a:schemeClr>
                </a:solidFill>
              </a:rPr>
              <a:t> </a:t>
            </a:r>
            <a:r>
              <a:rPr lang="en-US" sz="6000" b="1" i="1" dirty="0">
                <a:solidFill>
                  <a:schemeClr val="tx1">
                    <a:lumMod val="75000"/>
                    <a:lumOff val="25000"/>
                  </a:schemeClr>
                </a:solidFill>
                <a:latin typeface="Times New Roman" panose="02020603050405020304" pitchFamily="18" charset="0"/>
                <a:cs typeface="Times New Roman" panose="02020603050405020304" pitchFamily="18" charset="0"/>
              </a:rPr>
              <a:t>143/144፥7-8</a:t>
            </a:r>
            <a:r>
              <a:rPr lang="en-US" sz="7200" b="1" dirty="0">
                <a:solidFill>
                  <a:srgbClr val="C00000"/>
                </a:solidFill>
              </a:rPr>
              <a:t>)</a:t>
            </a:r>
          </a:p>
        </p:txBody>
      </p:sp>
      <p:sp>
        <p:nvSpPr>
          <p:cNvPr id="3" name="Content Placeholder 2">
            <a:extLst>
              <a:ext uri="{FF2B5EF4-FFF2-40B4-BE49-F238E27FC236}">
                <a16:creationId xmlns:a16="http://schemas.microsoft.com/office/drawing/2014/main" id="{15DC8158-13B1-49CD-9DB4-69D77DA4E83D}"/>
              </a:ext>
            </a:extLst>
          </p:cNvPr>
          <p:cNvSpPr>
            <a:spLocks noGrp="1"/>
          </p:cNvSpPr>
          <p:nvPr>
            <p:ph idx="1"/>
          </p:nvPr>
        </p:nvSpPr>
        <p:spPr>
          <a:xfrm>
            <a:off x="2" y="1066800"/>
            <a:ext cx="12191999" cy="5791200"/>
          </a:xfrm>
        </p:spPr>
        <p:txBody>
          <a:bodyPr>
            <a:noAutofit/>
          </a:bodyPr>
          <a:lstStyle/>
          <a:p>
            <a:pPr marL="0" indent="0" algn="ctr">
              <a:buNone/>
            </a:pPr>
            <a:r>
              <a:rPr lang="am-ET" sz="9600" b="1" dirty="0"/>
              <a:t>ፈኑ እዴከ እምአርያም፤</a:t>
            </a:r>
          </a:p>
          <a:p>
            <a:pPr marL="0" indent="0" algn="ctr">
              <a:buNone/>
            </a:pPr>
            <a:r>
              <a:rPr lang="am-ET" sz="9600" b="1" dirty="0"/>
              <a:t>አድኅነኒ ወባልሓኒ እምይ ብዙኅ፤</a:t>
            </a:r>
          </a:p>
          <a:p>
            <a:pPr marL="0" indent="0" algn="ctr">
              <a:buNone/>
            </a:pPr>
            <a:r>
              <a:rPr lang="am-ET" sz="9600" b="1" dirty="0"/>
              <a:t>ወእምእደሆሙ ለደቂቀ ነኪር።</a:t>
            </a:r>
            <a:endParaRPr lang="en-US" sz="9600" b="1" dirty="0"/>
          </a:p>
        </p:txBody>
      </p:sp>
    </p:spTree>
    <p:extLst>
      <p:ext uri="{BB962C8B-B14F-4D97-AF65-F5344CB8AC3E}">
        <p14:creationId xmlns:p14="http://schemas.microsoft.com/office/powerpoint/2010/main" val="2822535173"/>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F5BC56-F92F-4945-BF36-2FD05C4D34F2}"/>
              </a:ext>
            </a:extLst>
          </p:cNvPr>
          <p:cNvSpPr>
            <a:spLocks noGrp="1"/>
          </p:cNvSpPr>
          <p:nvPr>
            <p:ph type="title"/>
          </p:nvPr>
        </p:nvSpPr>
        <p:spPr>
          <a:xfrm>
            <a:off x="122829" y="1"/>
            <a:ext cx="12069171" cy="1200204"/>
          </a:xfrm>
        </p:spPr>
        <p:txBody>
          <a:bodyPr>
            <a:normAutofit/>
          </a:bodyPr>
          <a:lstStyle/>
          <a:p>
            <a:pPr algn="ctr"/>
            <a:r>
              <a:rPr lang="en-US" sz="7200" b="1" dirty="0">
                <a:solidFill>
                  <a:srgbClr val="C00000"/>
                </a:solidFill>
              </a:rPr>
              <a:t>ም</a:t>
            </a:r>
            <a:r>
              <a:rPr lang="am-ET" sz="7200" b="1" dirty="0">
                <a:solidFill>
                  <a:srgbClr val="C00000"/>
                </a:solidFill>
              </a:rPr>
              <a:t>ስ</a:t>
            </a:r>
            <a:r>
              <a:rPr lang="en-US" sz="7200" b="1" dirty="0" err="1">
                <a:solidFill>
                  <a:srgbClr val="C00000"/>
                </a:solidFill>
              </a:rPr>
              <a:t>ባክ</a:t>
            </a:r>
            <a:r>
              <a:rPr lang="en-US" sz="7200" b="1" dirty="0">
                <a:solidFill>
                  <a:srgbClr val="C00000"/>
                </a:solidFill>
              </a:rPr>
              <a:t> (</a:t>
            </a:r>
            <a:r>
              <a:rPr lang="en-US" sz="7200" b="1" dirty="0" err="1">
                <a:solidFill>
                  <a:srgbClr val="C00000"/>
                </a:solidFill>
              </a:rPr>
              <a:t>መዝ</a:t>
            </a:r>
            <a:r>
              <a:rPr lang="en-US" sz="7200" b="1" dirty="0">
                <a:solidFill>
                  <a:srgbClr val="C00000"/>
                </a:solidFill>
              </a:rPr>
              <a:t> </a:t>
            </a:r>
            <a:r>
              <a:rPr lang="en-US" sz="7200" b="1" dirty="0">
                <a:solidFill>
                  <a:srgbClr val="C00000"/>
                </a:solidFill>
                <a:latin typeface="Times New Roman" panose="02020603050405020304" pitchFamily="18" charset="0"/>
                <a:cs typeface="Times New Roman" panose="02020603050405020304" pitchFamily="18" charset="0"/>
              </a:rPr>
              <a:t>4/5፥2-3</a:t>
            </a:r>
            <a:r>
              <a:rPr lang="en-US" sz="7200" b="1" dirty="0">
                <a:solidFill>
                  <a:srgbClr val="C00000"/>
                </a:solidFill>
              </a:rPr>
              <a:t>)</a:t>
            </a:r>
          </a:p>
        </p:txBody>
      </p:sp>
      <p:sp>
        <p:nvSpPr>
          <p:cNvPr id="3" name="Content Placeholder 2">
            <a:extLst>
              <a:ext uri="{FF2B5EF4-FFF2-40B4-BE49-F238E27FC236}">
                <a16:creationId xmlns:a16="http://schemas.microsoft.com/office/drawing/2014/main" id="{15DC8158-13B1-49CD-9DB4-69D77DA4E83D}"/>
              </a:ext>
            </a:extLst>
          </p:cNvPr>
          <p:cNvSpPr>
            <a:spLocks noGrp="1"/>
          </p:cNvSpPr>
          <p:nvPr>
            <p:ph idx="1"/>
          </p:nvPr>
        </p:nvSpPr>
        <p:spPr>
          <a:xfrm>
            <a:off x="2" y="1066800"/>
            <a:ext cx="12191999" cy="5791200"/>
          </a:xfrm>
        </p:spPr>
        <p:txBody>
          <a:bodyPr>
            <a:normAutofit fontScale="25000" lnSpcReduction="20000"/>
          </a:bodyPr>
          <a:lstStyle/>
          <a:p>
            <a:pPr marL="0" indent="0">
              <a:buNone/>
            </a:pPr>
            <a:r>
              <a:rPr lang="am-ET" sz="28799" dirty="0"/>
              <a:t>ደቂቀ እጓለ እመሕያው እስከ ማእዜኑ፤</a:t>
            </a:r>
          </a:p>
          <a:p>
            <a:pPr marL="0" indent="0">
              <a:buNone/>
            </a:pPr>
            <a:r>
              <a:rPr lang="am-ET" sz="28799" dirty="0"/>
              <a:t>ለምንት ታፈቅሩ ከንቶ ወተሓሱ ሓሰተ፤</a:t>
            </a:r>
          </a:p>
          <a:p>
            <a:pPr marL="0" indent="0">
              <a:buNone/>
            </a:pPr>
            <a:r>
              <a:rPr lang="am-ET" sz="28799" dirty="0"/>
              <a:t>ኣእምሩ ከመ ተሰብሓ እግዚኣብሔር በጻድቁ። </a:t>
            </a:r>
            <a:endParaRPr lang="en-US" sz="28799" dirty="0"/>
          </a:p>
          <a:p>
            <a:pPr marL="0" indent="0">
              <a:buNone/>
            </a:pPr>
            <a:r>
              <a:rPr lang="am-ET" sz="21599" dirty="0">
                <a:solidFill>
                  <a:srgbClr val="0070C0"/>
                </a:solidFill>
              </a:rPr>
              <a:t>እናንተ ሰዎች፥ እስከ መቼ ክብሬን ታዋርዳላችሁ? እስከ መቼስ ከንቱ ነገርን ትወዳላችሁ? እስከ መቼስ ሐሰትን ትፈልጋላችሁ? እግዚአብሔር ታማኞች የሆኑ ሰዎችን ለራሱ እንደ መረጠ ዕወቁ።</a:t>
            </a:r>
            <a:endParaRPr lang="am-ET" sz="19200" dirty="0">
              <a:solidFill>
                <a:srgbClr val="0070C0"/>
              </a:solidFill>
            </a:endParaRPr>
          </a:p>
        </p:txBody>
      </p:sp>
    </p:spTree>
    <p:extLst>
      <p:ext uri="{BB962C8B-B14F-4D97-AF65-F5344CB8AC3E}">
        <p14:creationId xmlns:p14="http://schemas.microsoft.com/office/powerpoint/2010/main" val="34369143"/>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F5BC56-F92F-4945-BF36-2FD05C4D34F2}"/>
              </a:ext>
            </a:extLst>
          </p:cNvPr>
          <p:cNvSpPr>
            <a:spLocks noGrp="1"/>
          </p:cNvSpPr>
          <p:nvPr>
            <p:ph type="title"/>
          </p:nvPr>
        </p:nvSpPr>
        <p:spPr>
          <a:xfrm>
            <a:off x="122829" y="1"/>
            <a:ext cx="12069171" cy="1200204"/>
          </a:xfrm>
        </p:spPr>
        <p:txBody>
          <a:bodyPr>
            <a:normAutofit/>
          </a:bodyPr>
          <a:lstStyle/>
          <a:p>
            <a:pPr algn="ctr"/>
            <a:r>
              <a:rPr lang="en-US" sz="7200" b="1" dirty="0">
                <a:solidFill>
                  <a:srgbClr val="C00000"/>
                </a:solidFill>
              </a:rPr>
              <a:t>ም</a:t>
            </a:r>
            <a:r>
              <a:rPr lang="am-ET" sz="7200" b="1" dirty="0">
                <a:solidFill>
                  <a:srgbClr val="C00000"/>
                </a:solidFill>
              </a:rPr>
              <a:t>ስ</a:t>
            </a:r>
            <a:r>
              <a:rPr lang="en-US" sz="7200" b="1" dirty="0" err="1">
                <a:solidFill>
                  <a:srgbClr val="C00000"/>
                </a:solidFill>
              </a:rPr>
              <a:t>ባክ</a:t>
            </a:r>
            <a:r>
              <a:rPr lang="en-US" sz="7200" b="1" dirty="0">
                <a:solidFill>
                  <a:srgbClr val="C00000"/>
                </a:solidFill>
              </a:rPr>
              <a:t> (</a:t>
            </a:r>
            <a:r>
              <a:rPr lang="en-US" sz="7200" b="1" dirty="0" err="1">
                <a:solidFill>
                  <a:srgbClr val="C00000"/>
                </a:solidFill>
              </a:rPr>
              <a:t>መዝ</a:t>
            </a:r>
            <a:r>
              <a:rPr lang="en-US" sz="7200" b="1" dirty="0">
                <a:solidFill>
                  <a:srgbClr val="C00000"/>
                </a:solidFill>
              </a:rPr>
              <a:t> </a:t>
            </a:r>
            <a:r>
              <a:rPr lang="en-US" sz="7200" b="1" dirty="0">
                <a:solidFill>
                  <a:srgbClr val="C00000"/>
                </a:solidFill>
                <a:latin typeface="Times New Roman" panose="02020603050405020304" pitchFamily="18" charset="0"/>
                <a:cs typeface="Times New Roman" panose="02020603050405020304" pitchFamily="18" charset="0"/>
              </a:rPr>
              <a:t>134/135፥8</a:t>
            </a:r>
            <a:r>
              <a:rPr lang="en-US" sz="7200" b="1" dirty="0">
                <a:solidFill>
                  <a:srgbClr val="C00000"/>
                </a:solidFill>
              </a:rPr>
              <a:t>)</a:t>
            </a:r>
          </a:p>
        </p:txBody>
      </p:sp>
      <p:sp>
        <p:nvSpPr>
          <p:cNvPr id="3" name="Content Placeholder 2">
            <a:extLst>
              <a:ext uri="{FF2B5EF4-FFF2-40B4-BE49-F238E27FC236}">
                <a16:creationId xmlns:a16="http://schemas.microsoft.com/office/drawing/2014/main" id="{15DC8158-13B1-49CD-9DB4-69D77DA4E83D}"/>
              </a:ext>
            </a:extLst>
          </p:cNvPr>
          <p:cNvSpPr>
            <a:spLocks noGrp="1"/>
          </p:cNvSpPr>
          <p:nvPr>
            <p:ph idx="1"/>
          </p:nvPr>
        </p:nvSpPr>
        <p:spPr>
          <a:xfrm>
            <a:off x="2" y="1066800"/>
            <a:ext cx="12191999" cy="5791200"/>
          </a:xfrm>
        </p:spPr>
        <p:txBody>
          <a:bodyPr>
            <a:normAutofit fontScale="25000" lnSpcReduction="20000"/>
          </a:bodyPr>
          <a:lstStyle/>
          <a:p>
            <a:pPr marL="0" indent="0">
              <a:buNone/>
            </a:pPr>
            <a:r>
              <a:rPr lang="am-ET" sz="31999" dirty="0"/>
              <a:t>ኩሎ ዘፈቀደ ገብረ እግዚኣብሔር፤</a:t>
            </a:r>
          </a:p>
          <a:p>
            <a:pPr marL="0" indent="0">
              <a:buNone/>
            </a:pPr>
            <a:r>
              <a:rPr lang="am-ET" sz="31999" dirty="0"/>
              <a:t>በሰማይኒ ወበምድርኒ፤</a:t>
            </a:r>
          </a:p>
          <a:p>
            <a:pPr marL="0" indent="0">
              <a:buNone/>
            </a:pPr>
            <a:r>
              <a:rPr lang="am-ET" sz="31999" dirty="0"/>
              <a:t>በባሕርኒ ወበኩሉ ቀላያት። </a:t>
            </a:r>
            <a:endParaRPr lang="en-US" sz="31999" dirty="0"/>
          </a:p>
          <a:p>
            <a:pPr marL="0" indent="0">
              <a:buNone/>
            </a:pPr>
            <a:r>
              <a:rPr lang="am-ET" sz="26399" dirty="0"/>
              <a:t>	</a:t>
            </a:r>
          </a:p>
          <a:p>
            <a:pPr marL="0" indent="0">
              <a:buNone/>
            </a:pPr>
            <a:r>
              <a:rPr lang="am-ET" sz="26399" dirty="0"/>
              <a:t>	</a:t>
            </a:r>
            <a:r>
              <a:rPr lang="am-ET" sz="24000" dirty="0"/>
              <a:t>በሰማይና በምድር፣ በባሕርና በጥልቀቶች 	ሁሉ፣ እግዚኣብሔር የወደደውን ሁሉ አደረገ።</a:t>
            </a:r>
            <a:endParaRPr lang="am-ET" sz="23999" dirty="0"/>
          </a:p>
        </p:txBody>
      </p:sp>
    </p:spTree>
    <p:extLst>
      <p:ext uri="{BB962C8B-B14F-4D97-AF65-F5344CB8AC3E}">
        <p14:creationId xmlns:p14="http://schemas.microsoft.com/office/powerpoint/2010/main" val="132275143"/>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F5BC56-F92F-4945-BF36-2FD05C4D34F2}"/>
              </a:ext>
            </a:extLst>
          </p:cNvPr>
          <p:cNvSpPr>
            <a:spLocks noGrp="1"/>
          </p:cNvSpPr>
          <p:nvPr>
            <p:ph type="title"/>
          </p:nvPr>
        </p:nvSpPr>
        <p:spPr>
          <a:xfrm>
            <a:off x="122829" y="1"/>
            <a:ext cx="12069171" cy="1200204"/>
          </a:xfrm>
        </p:spPr>
        <p:txBody>
          <a:bodyPr>
            <a:normAutofit/>
          </a:bodyPr>
          <a:lstStyle/>
          <a:p>
            <a:pPr algn="ctr"/>
            <a:r>
              <a:rPr lang="en-US" sz="7200" b="1" dirty="0">
                <a:solidFill>
                  <a:srgbClr val="C00000"/>
                </a:solidFill>
              </a:rPr>
              <a:t>ም</a:t>
            </a:r>
            <a:r>
              <a:rPr lang="am-ET" sz="7200" b="1" dirty="0">
                <a:solidFill>
                  <a:srgbClr val="C00000"/>
                </a:solidFill>
              </a:rPr>
              <a:t>ስ</a:t>
            </a:r>
            <a:r>
              <a:rPr lang="en-US" sz="7200" b="1" dirty="0" err="1">
                <a:solidFill>
                  <a:srgbClr val="C00000"/>
                </a:solidFill>
              </a:rPr>
              <a:t>ባክ</a:t>
            </a:r>
            <a:r>
              <a:rPr lang="en-US" sz="7200" b="1" dirty="0">
                <a:solidFill>
                  <a:srgbClr val="C00000"/>
                </a:solidFill>
              </a:rPr>
              <a:t> (</a:t>
            </a:r>
            <a:r>
              <a:rPr lang="en-US" sz="7200" b="1" dirty="0" err="1">
                <a:solidFill>
                  <a:srgbClr val="C00000"/>
                </a:solidFill>
              </a:rPr>
              <a:t>መዝ</a:t>
            </a:r>
            <a:r>
              <a:rPr lang="en-US" sz="7200" b="1" dirty="0">
                <a:solidFill>
                  <a:srgbClr val="C00000"/>
                </a:solidFill>
              </a:rPr>
              <a:t> </a:t>
            </a:r>
            <a:r>
              <a:rPr lang="en-US" sz="7200" b="1" dirty="0">
                <a:solidFill>
                  <a:srgbClr val="C00000"/>
                </a:solidFill>
                <a:latin typeface="Times New Roman" panose="02020603050405020304" pitchFamily="18" charset="0"/>
                <a:cs typeface="Times New Roman" panose="02020603050405020304" pitchFamily="18" charset="0"/>
              </a:rPr>
              <a:t>1/2፥3</a:t>
            </a:r>
            <a:r>
              <a:rPr lang="en-US" sz="7200" b="1" dirty="0">
                <a:solidFill>
                  <a:srgbClr val="C00000"/>
                </a:solidFill>
              </a:rPr>
              <a:t>)</a:t>
            </a:r>
          </a:p>
        </p:txBody>
      </p:sp>
      <p:sp>
        <p:nvSpPr>
          <p:cNvPr id="3" name="Content Placeholder 2">
            <a:extLst>
              <a:ext uri="{FF2B5EF4-FFF2-40B4-BE49-F238E27FC236}">
                <a16:creationId xmlns:a16="http://schemas.microsoft.com/office/drawing/2014/main" id="{15DC8158-13B1-49CD-9DB4-69D77DA4E83D}"/>
              </a:ext>
            </a:extLst>
          </p:cNvPr>
          <p:cNvSpPr>
            <a:spLocks noGrp="1"/>
          </p:cNvSpPr>
          <p:nvPr>
            <p:ph idx="1"/>
          </p:nvPr>
        </p:nvSpPr>
        <p:spPr>
          <a:xfrm>
            <a:off x="2" y="1066800"/>
            <a:ext cx="12191999" cy="5791200"/>
          </a:xfrm>
        </p:spPr>
        <p:txBody>
          <a:bodyPr>
            <a:normAutofit fontScale="25000" lnSpcReduction="20000"/>
          </a:bodyPr>
          <a:lstStyle/>
          <a:p>
            <a:pPr marL="0" indent="0">
              <a:buNone/>
            </a:pPr>
            <a:r>
              <a:rPr lang="am-ET" sz="31999" dirty="0"/>
              <a:t>ወይከውን ከመ ዕፅ እንተ ትክልት ኀበ መኃዘ ማይ፤እንተ ትሁብ ፍሬሃ በበጊዜሃ፤ወቈጽላኒ ኢይትነገፍ። </a:t>
            </a:r>
            <a:endParaRPr lang="en-US" sz="31999" dirty="0"/>
          </a:p>
          <a:p>
            <a:pPr marL="0" indent="0">
              <a:buNone/>
            </a:pPr>
            <a:r>
              <a:rPr lang="am-ET" sz="26399" dirty="0">
                <a:solidFill>
                  <a:srgbClr val="0070C0"/>
                </a:solidFill>
              </a:rPr>
              <a:t>እርሱም በውኃ ፈሳሾች ዳር እንደ ተተከለች፡</a:t>
            </a:r>
          </a:p>
          <a:p>
            <a:pPr marL="0" indent="0">
              <a:buNone/>
            </a:pPr>
            <a:r>
              <a:rPr lang="am-ET" sz="26399" dirty="0">
                <a:solidFill>
                  <a:srgbClr val="0070C0"/>
                </a:solidFill>
              </a:rPr>
              <a:t>ፍሬዋን በየጊዜዋ እንደምትሰጥ፣</a:t>
            </a:r>
          </a:p>
          <a:p>
            <a:pPr marL="0" indent="0">
              <a:buNone/>
            </a:pPr>
            <a:r>
              <a:rPr lang="am-ET" sz="26399" dirty="0">
                <a:solidFill>
                  <a:srgbClr val="0070C0"/>
                </a:solidFill>
              </a:rPr>
              <a:t>ቅጠልዋም እንደማይረግፍ ዛፍ ይሆናል።</a:t>
            </a:r>
            <a:endParaRPr lang="am-ET" sz="23999" dirty="0">
              <a:solidFill>
                <a:srgbClr val="0070C0"/>
              </a:solidFill>
            </a:endParaRPr>
          </a:p>
        </p:txBody>
      </p:sp>
    </p:spTree>
    <p:extLst>
      <p:ext uri="{BB962C8B-B14F-4D97-AF65-F5344CB8AC3E}">
        <p14:creationId xmlns:p14="http://schemas.microsoft.com/office/powerpoint/2010/main" val="20222018"/>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F5BC56-F92F-4945-BF36-2FD05C4D34F2}"/>
              </a:ext>
            </a:extLst>
          </p:cNvPr>
          <p:cNvSpPr>
            <a:spLocks noGrp="1"/>
          </p:cNvSpPr>
          <p:nvPr>
            <p:ph type="title"/>
          </p:nvPr>
        </p:nvSpPr>
        <p:spPr>
          <a:xfrm>
            <a:off x="122829" y="1"/>
            <a:ext cx="12069171" cy="1200204"/>
          </a:xfrm>
        </p:spPr>
        <p:txBody>
          <a:bodyPr>
            <a:normAutofit/>
          </a:bodyPr>
          <a:lstStyle/>
          <a:p>
            <a:pPr algn="ctr"/>
            <a:r>
              <a:rPr lang="en-US" sz="7200" b="1" dirty="0">
                <a:solidFill>
                  <a:srgbClr val="C00000"/>
                </a:solidFill>
              </a:rPr>
              <a:t>ም</a:t>
            </a:r>
            <a:r>
              <a:rPr lang="am-ET" sz="7200" b="1" dirty="0">
                <a:solidFill>
                  <a:srgbClr val="C00000"/>
                </a:solidFill>
              </a:rPr>
              <a:t>ስ</a:t>
            </a:r>
            <a:r>
              <a:rPr lang="en-US" sz="7200" b="1" dirty="0" err="1">
                <a:solidFill>
                  <a:srgbClr val="C00000"/>
                </a:solidFill>
              </a:rPr>
              <a:t>ባክ</a:t>
            </a:r>
            <a:r>
              <a:rPr lang="en-US" sz="7200" b="1" dirty="0">
                <a:solidFill>
                  <a:srgbClr val="C00000"/>
                </a:solidFill>
              </a:rPr>
              <a:t> (</a:t>
            </a:r>
            <a:r>
              <a:rPr lang="en-US" sz="7200" b="1" dirty="0" err="1">
                <a:solidFill>
                  <a:srgbClr val="C00000"/>
                </a:solidFill>
              </a:rPr>
              <a:t>መዝ</a:t>
            </a:r>
            <a:r>
              <a:rPr lang="en-US" sz="7200" b="1" dirty="0">
                <a:solidFill>
                  <a:srgbClr val="C00000"/>
                </a:solidFill>
              </a:rPr>
              <a:t> </a:t>
            </a:r>
            <a:r>
              <a:rPr lang="en-US" sz="7200" b="1" dirty="0">
                <a:solidFill>
                  <a:srgbClr val="C00000"/>
                </a:solidFill>
                <a:latin typeface="Times New Roman" panose="02020603050405020304" pitchFamily="18" charset="0"/>
                <a:cs typeface="Times New Roman" panose="02020603050405020304" pitchFamily="18" charset="0"/>
              </a:rPr>
              <a:t>79/80፥8</a:t>
            </a:r>
            <a:r>
              <a:rPr lang="en-US" sz="7200" b="1" dirty="0">
                <a:solidFill>
                  <a:srgbClr val="C00000"/>
                </a:solidFill>
              </a:rPr>
              <a:t>)</a:t>
            </a:r>
          </a:p>
        </p:txBody>
      </p:sp>
      <p:sp>
        <p:nvSpPr>
          <p:cNvPr id="3" name="Content Placeholder 2">
            <a:extLst>
              <a:ext uri="{FF2B5EF4-FFF2-40B4-BE49-F238E27FC236}">
                <a16:creationId xmlns:a16="http://schemas.microsoft.com/office/drawing/2014/main" id="{15DC8158-13B1-49CD-9DB4-69D77DA4E83D}"/>
              </a:ext>
            </a:extLst>
          </p:cNvPr>
          <p:cNvSpPr>
            <a:spLocks noGrp="1"/>
          </p:cNvSpPr>
          <p:nvPr>
            <p:ph idx="1"/>
          </p:nvPr>
        </p:nvSpPr>
        <p:spPr>
          <a:xfrm>
            <a:off x="2" y="1066800"/>
            <a:ext cx="12191999" cy="5791200"/>
          </a:xfrm>
        </p:spPr>
        <p:txBody>
          <a:bodyPr>
            <a:normAutofit fontScale="25000" lnSpcReduction="20000"/>
          </a:bodyPr>
          <a:lstStyle/>
          <a:p>
            <a:pPr marL="0" indent="0">
              <a:buNone/>
            </a:pPr>
            <a:r>
              <a:rPr lang="am-ET" sz="31999" dirty="0"/>
              <a:t>ዐጸደ ወይን አፍለስከ እምግብጽ፤</a:t>
            </a:r>
          </a:p>
          <a:p>
            <a:pPr marL="0" indent="0">
              <a:buNone/>
            </a:pPr>
            <a:r>
              <a:rPr lang="am-ET" sz="31999" dirty="0"/>
              <a:t>ሰደድከ አሕዛበ ወተከልከ ኪያሃ፤</a:t>
            </a:r>
          </a:p>
          <a:p>
            <a:pPr marL="0" indent="0">
              <a:buNone/>
            </a:pPr>
            <a:r>
              <a:rPr lang="am-ET" sz="31999" dirty="0"/>
              <a:t>ወጺሕከ ፍኖተ ቅድሜሃ። </a:t>
            </a:r>
            <a:endParaRPr lang="en-US" sz="31999" dirty="0"/>
          </a:p>
          <a:p>
            <a:pPr marL="0" indent="0">
              <a:buNone/>
            </a:pPr>
            <a:r>
              <a:rPr lang="am-ET" sz="26399" dirty="0">
                <a:solidFill>
                  <a:srgbClr val="0070C0"/>
                </a:solidFill>
              </a:rPr>
              <a:t>ከግብጽ የወይን ግንድ አመጣህ፣ </a:t>
            </a:r>
          </a:p>
          <a:p>
            <a:pPr marL="0" indent="0">
              <a:buNone/>
            </a:pPr>
            <a:r>
              <a:rPr lang="am-ET" sz="26399" dirty="0">
                <a:solidFill>
                  <a:srgbClr val="0070C0"/>
                </a:solidFill>
              </a:rPr>
              <a:t>አሕዛብን አባረርህ እርሷንም ተከልህ፣</a:t>
            </a:r>
          </a:p>
          <a:p>
            <a:pPr marL="0" indent="0">
              <a:buNone/>
            </a:pPr>
            <a:r>
              <a:rPr lang="am-ET" sz="26399" dirty="0">
                <a:solidFill>
                  <a:srgbClr val="0070C0"/>
                </a:solidFill>
              </a:rPr>
              <a:t>በፊትዋም ስፍራን አዘጋጀህ።</a:t>
            </a:r>
            <a:endParaRPr lang="am-ET" sz="23999" dirty="0">
              <a:solidFill>
                <a:srgbClr val="0070C0"/>
              </a:solidFill>
            </a:endParaRPr>
          </a:p>
        </p:txBody>
      </p:sp>
    </p:spTree>
    <p:extLst>
      <p:ext uri="{BB962C8B-B14F-4D97-AF65-F5344CB8AC3E}">
        <p14:creationId xmlns:p14="http://schemas.microsoft.com/office/powerpoint/2010/main" val="2679729002"/>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F5BC56-F92F-4945-BF36-2FD05C4D34F2}"/>
              </a:ext>
            </a:extLst>
          </p:cNvPr>
          <p:cNvSpPr>
            <a:spLocks noGrp="1"/>
          </p:cNvSpPr>
          <p:nvPr>
            <p:ph type="title"/>
          </p:nvPr>
        </p:nvSpPr>
        <p:spPr>
          <a:xfrm>
            <a:off x="122829" y="1"/>
            <a:ext cx="12069171" cy="1200204"/>
          </a:xfrm>
        </p:spPr>
        <p:txBody>
          <a:bodyPr>
            <a:normAutofit/>
          </a:bodyPr>
          <a:lstStyle/>
          <a:p>
            <a:pPr algn="ctr"/>
            <a:r>
              <a:rPr lang="en-US" sz="7200" b="1" dirty="0">
                <a:solidFill>
                  <a:srgbClr val="C00000"/>
                </a:solidFill>
              </a:rPr>
              <a:t>ም</a:t>
            </a:r>
            <a:r>
              <a:rPr lang="am-ET" sz="7200" b="1" dirty="0">
                <a:solidFill>
                  <a:srgbClr val="C00000"/>
                </a:solidFill>
              </a:rPr>
              <a:t>ስ</a:t>
            </a:r>
            <a:r>
              <a:rPr lang="en-US" sz="7200" b="1" dirty="0" err="1">
                <a:solidFill>
                  <a:srgbClr val="C00000"/>
                </a:solidFill>
              </a:rPr>
              <a:t>ባክ</a:t>
            </a:r>
            <a:r>
              <a:rPr lang="en-US" sz="7200" b="1" dirty="0">
                <a:solidFill>
                  <a:srgbClr val="C00000"/>
                </a:solidFill>
              </a:rPr>
              <a:t> (</a:t>
            </a:r>
            <a:r>
              <a:rPr lang="en-US" sz="7200" b="1" dirty="0" err="1">
                <a:solidFill>
                  <a:srgbClr val="C00000"/>
                </a:solidFill>
              </a:rPr>
              <a:t>መዝ</a:t>
            </a:r>
            <a:r>
              <a:rPr lang="en-US" sz="7200" b="1" dirty="0">
                <a:solidFill>
                  <a:srgbClr val="C00000"/>
                </a:solidFill>
              </a:rPr>
              <a:t> </a:t>
            </a:r>
            <a:r>
              <a:rPr lang="en-US" sz="7200" b="1" dirty="0">
                <a:solidFill>
                  <a:srgbClr val="C00000"/>
                </a:solidFill>
                <a:latin typeface="Times New Roman" panose="02020603050405020304" pitchFamily="18" charset="0"/>
                <a:cs typeface="Times New Roman" panose="02020603050405020304" pitchFamily="18" charset="0"/>
              </a:rPr>
              <a:t>73/74፥16-17</a:t>
            </a:r>
            <a:r>
              <a:rPr lang="en-US" sz="7200" b="1" dirty="0">
                <a:solidFill>
                  <a:srgbClr val="C00000"/>
                </a:solidFill>
              </a:rPr>
              <a:t>)</a:t>
            </a:r>
          </a:p>
        </p:txBody>
      </p:sp>
      <p:sp>
        <p:nvSpPr>
          <p:cNvPr id="3" name="Content Placeholder 2">
            <a:extLst>
              <a:ext uri="{FF2B5EF4-FFF2-40B4-BE49-F238E27FC236}">
                <a16:creationId xmlns:a16="http://schemas.microsoft.com/office/drawing/2014/main" id="{15DC8158-13B1-49CD-9DB4-69D77DA4E83D}"/>
              </a:ext>
            </a:extLst>
          </p:cNvPr>
          <p:cNvSpPr>
            <a:spLocks noGrp="1"/>
          </p:cNvSpPr>
          <p:nvPr>
            <p:ph idx="1"/>
          </p:nvPr>
        </p:nvSpPr>
        <p:spPr>
          <a:xfrm>
            <a:off x="2" y="1066800"/>
            <a:ext cx="12191999" cy="5791200"/>
          </a:xfrm>
        </p:spPr>
        <p:txBody>
          <a:bodyPr>
            <a:normAutofit fontScale="25000" lnSpcReduction="20000"/>
          </a:bodyPr>
          <a:lstStyle/>
          <a:p>
            <a:pPr marL="0" indent="0">
              <a:buNone/>
            </a:pPr>
            <a:r>
              <a:rPr lang="am-ET" sz="31999" dirty="0"/>
              <a:t>አንተ ፈጠርከ ፀሐየ ወወርኀ፤</a:t>
            </a:r>
          </a:p>
          <a:p>
            <a:pPr marL="0" indent="0">
              <a:buNone/>
            </a:pPr>
            <a:r>
              <a:rPr lang="am-ET" sz="31999" dirty="0"/>
              <a:t>ወአንተ ገበርከ አድባረ ወምድረ ኩሎ </a:t>
            </a:r>
          </a:p>
          <a:p>
            <a:pPr marL="0" indent="0" algn="ctr">
              <a:buNone/>
            </a:pPr>
            <a:r>
              <a:rPr lang="am-ET" sz="31999" dirty="0"/>
              <a:t>ክረምተ ወሐጋየ ዘአንተ ፈጠርከ።</a:t>
            </a:r>
            <a:endParaRPr lang="en-US" sz="31999" dirty="0"/>
          </a:p>
          <a:p>
            <a:pPr marL="0" indent="0" algn="ctr">
              <a:buNone/>
            </a:pPr>
            <a:r>
              <a:rPr lang="am-ET" sz="21600" dirty="0"/>
              <a:t>ፀሐይንና ጨረቃን በየቦታቸው </a:t>
            </a:r>
            <a:endParaRPr lang="en-US" sz="21600" dirty="0"/>
          </a:p>
          <a:p>
            <a:pPr marL="0" indent="0" algn="ctr">
              <a:buNone/>
            </a:pPr>
            <a:r>
              <a:rPr lang="am-ET" sz="21600" dirty="0"/>
              <a:t>ያጸናህ አንተ ነህ፤ </a:t>
            </a:r>
            <a:endParaRPr lang="en-US" sz="21600" dirty="0"/>
          </a:p>
          <a:p>
            <a:pPr marL="0" indent="0" algn="ctr">
              <a:buNone/>
            </a:pPr>
            <a:r>
              <a:rPr lang="am-ET" sz="21600" dirty="0"/>
              <a:t>አንተ ለምድር ዳርቻን ወሰንህ፤ </a:t>
            </a:r>
            <a:endParaRPr lang="en-US" sz="21600" dirty="0"/>
          </a:p>
          <a:p>
            <a:pPr marL="0" indent="0" algn="ctr">
              <a:buNone/>
            </a:pPr>
            <a:r>
              <a:rPr lang="am-ET" sz="21600" dirty="0"/>
              <a:t>ክረምትና በጋ እንዲፈራረቁ አደረግህ።</a:t>
            </a:r>
            <a:endParaRPr lang="am-ET" sz="19200" dirty="0"/>
          </a:p>
        </p:txBody>
      </p:sp>
    </p:spTree>
    <p:extLst>
      <p:ext uri="{BB962C8B-B14F-4D97-AF65-F5344CB8AC3E}">
        <p14:creationId xmlns:p14="http://schemas.microsoft.com/office/powerpoint/2010/main" val="3699169636"/>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F5BC56-F92F-4945-BF36-2FD05C4D34F2}"/>
              </a:ext>
            </a:extLst>
          </p:cNvPr>
          <p:cNvSpPr>
            <a:spLocks noGrp="1"/>
          </p:cNvSpPr>
          <p:nvPr>
            <p:ph type="title"/>
          </p:nvPr>
        </p:nvSpPr>
        <p:spPr>
          <a:xfrm>
            <a:off x="122829" y="1"/>
            <a:ext cx="12069171" cy="1200204"/>
          </a:xfrm>
        </p:spPr>
        <p:txBody>
          <a:bodyPr>
            <a:normAutofit/>
          </a:bodyPr>
          <a:lstStyle/>
          <a:p>
            <a:pPr algn="ctr"/>
            <a:r>
              <a:rPr lang="en-US" sz="7200" b="1" dirty="0">
                <a:solidFill>
                  <a:srgbClr val="C00000"/>
                </a:solidFill>
              </a:rPr>
              <a:t>ም</a:t>
            </a:r>
            <a:r>
              <a:rPr lang="am-ET" sz="7200" b="1" dirty="0">
                <a:solidFill>
                  <a:srgbClr val="C00000"/>
                </a:solidFill>
              </a:rPr>
              <a:t>ስ</a:t>
            </a:r>
            <a:r>
              <a:rPr lang="en-US" sz="7200" b="1" dirty="0" err="1">
                <a:solidFill>
                  <a:srgbClr val="C00000"/>
                </a:solidFill>
              </a:rPr>
              <a:t>ባክ</a:t>
            </a:r>
            <a:r>
              <a:rPr lang="en-US" sz="7200" b="1" dirty="0">
                <a:solidFill>
                  <a:srgbClr val="C00000"/>
                </a:solidFill>
              </a:rPr>
              <a:t> (</a:t>
            </a:r>
            <a:r>
              <a:rPr lang="en-US" sz="7200" b="1" dirty="0" err="1">
                <a:solidFill>
                  <a:srgbClr val="C00000"/>
                </a:solidFill>
              </a:rPr>
              <a:t>መዝ</a:t>
            </a:r>
            <a:r>
              <a:rPr lang="en-US" sz="7200" b="1" dirty="0">
                <a:solidFill>
                  <a:srgbClr val="C00000"/>
                </a:solidFill>
              </a:rPr>
              <a:t> </a:t>
            </a:r>
            <a:r>
              <a:rPr lang="en-US" sz="7200" b="1" dirty="0">
                <a:solidFill>
                  <a:srgbClr val="C00000"/>
                </a:solidFill>
                <a:latin typeface="Times New Roman" panose="02020603050405020304" pitchFamily="18" charset="0"/>
                <a:cs typeface="Times New Roman" panose="02020603050405020304" pitchFamily="18" charset="0"/>
              </a:rPr>
              <a:t>91፥12-13</a:t>
            </a:r>
            <a:r>
              <a:rPr lang="en-US" sz="7200" b="1" dirty="0">
                <a:solidFill>
                  <a:srgbClr val="C00000"/>
                </a:solidFill>
              </a:rPr>
              <a:t>)</a:t>
            </a:r>
          </a:p>
        </p:txBody>
      </p:sp>
      <p:sp>
        <p:nvSpPr>
          <p:cNvPr id="3" name="Content Placeholder 2">
            <a:extLst>
              <a:ext uri="{FF2B5EF4-FFF2-40B4-BE49-F238E27FC236}">
                <a16:creationId xmlns:a16="http://schemas.microsoft.com/office/drawing/2014/main" id="{15DC8158-13B1-49CD-9DB4-69D77DA4E83D}"/>
              </a:ext>
            </a:extLst>
          </p:cNvPr>
          <p:cNvSpPr>
            <a:spLocks noGrp="1"/>
          </p:cNvSpPr>
          <p:nvPr>
            <p:ph idx="1"/>
          </p:nvPr>
        </p:nvSpPr>
        <p:spPr>
          <a:xfrm>
            <a:off x="122829" y="1066800"/>
            <a:ext cx="11941792" cy="5791200"/>
          </a:xfrm>
        </p:spPr>
        <p:txBody>
          <a:bodyPr>
            <a:normAutofit fontScale="25000" lnSpcReduction="20000"/>
          </a:bodyPr>
          <a:lstStyle/>
          <a:p>
            <a:pPr marL="0" indent="0">
              <a:buNone/>
            </a:pPr>
            <a:r>
              <a:rPr lang="am-ET" sz="31999" dirty="0"/>
              <a:t>ጻድቅሰ ከመ በቀልት ይፈሪ፤</a:t>
            </a:r>
          </a:p>
          <a:p>
            <a:pPr marL="0" indent="0">
              <a:buNone/>
            </a:pPr>
            <a:r>
              <a:rPr lang="am-ET" sz="31999" dirty="0"/>
              <a:t>ወይበዝሕ ከመ ዘግባ ዘሊባኖስ፤</a:t>
            </a:r>
          </a:p>
          <a:p>
            <a:pPr marL="0" indent="0">
              <a:buNone/>
            </a:pPr>
            <a:r>
              <a:rPr lang="am-ET" sz="31999" dirty="0"/>
              <a:t>ትኩላን እሙንቱ ውስተ ቤተ እግዚኣብሔር</a:t>
            </a:r>
            <a:r>
              <a:rPr lang="en-US" sz="31999" dirty="0"/>
              <a:t>።</a:t>
            </a:r>
          </a:p>
          <a:p>
            <a:pPr marL="0" indent="0" algn="ctr">
              <a:buNone/>
            </a:pPr>
            <a:r>
              <a:rPr lang="am-ET" sz="21600" dirty="0"/>
              <a:t>ጻድቅ እንደ ዘንባባ ያፈራል </a:t>
            </a:r>
          </a:p>
          <a:p>
            <a:pPr marL="0" indent="0" algn="ctr">
              <a:buNone/>
            </a:pPr>
            <a:r>
              <a:rPr lang="am-ET" sz="21600" dirty="0"/>
              <a:t>	እንደ ሊባኖስ ዝግባም ያድጋል </a:t>
            </a:r>
          </a:p>
          <a:p>
            <a:pPr marL="0" indent="0" algn="ctr">
              <a:buNone/>
            </a:pPr>
            <a:r>
              <a:rPr lang="am-ET" sz="21600" dirty="0"/>
              <a:t>በእግዚኣብሔር ቤት ውስጥ ተተክለዋል።</a:t>
            </a:r>
            <a:endParaRPr lang="am-ET" sz="19200" dirty="0"/>
          </a:p>
        </p:txBody>
      </p:sp>
    </p:spTree>
    <p:extLst>
      <p:ext uri="{BB962C8B-B14F-4D97-AF65-F5344CB8AC3E}">
        <p14:creationId xmlns:p14="http://schemas.microsoft.com/office/powerpoint/2010/main" val="1526797811"/>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F5BC56-F92F-4945-BF36-2FD05C4D34F2}"/>
              </a:ext>
            </a:extLst>
          </p:cNvPr>
          <p:cNvSpPr>
            <a:spLocks noGrp="1"/>
          </p:cNvSpPr>
          <p:nvPr>
            <p:ph type="title"/>
          </p:nvPr>
        </p:nvSpPr>
        <p:spPr>
          <a:xfrm>
            <a:off x="122829" y="1"/>
            <a:ext cx="12069171" cy="1200204"/>
          </a:xfrm>
        </p:spPr>
        <p:txBody>
          <a:bodyPr>
            <a:normAutofit/>
          </a:bodyPr>
          <a:lstStyle/>
          <a:p>
            <a:pPr algn="ctr"/>
            <a:r>
              <a:rPr lang="en-US" sz="7200" b="1" dirty="0">
                <a:solidFill>
                  <a:srgbClr val="C00000"/>
                </a:solidFill>
              </a:rPr>
              <a:t>ም</a:t>
            </a:r>
            <a:r>
              <a:rPr lang="am-ET" sz="7200" b="1" dirty="0">
                <a:solidFill>
                  <a:srgbClr val="C00000"/>
                </a:solidFill>
              </a:rPr>
              <a:t>ስ</a:t>
            </a:r>
            <a:r>
              <a:rPr lang="en-US" sz="7200" b="1" dirty="0" err="1">
                <a:solidFill>
                  <a:srgbClr val="C00000"/>
                </a:solidFill>
              </a:rPr>
              <a:t>ባክ</a:t>
            </a:r>
            <a:r>
              <a:rPr lang="en-US" sz="7200" b="1" dirty="0">
                <a:solidFill>
                  <a:srgbClr val="C00000"/>
                </a:solidFill>
              </a:rPr>
              <a:t> (</a:t>
            </a:r>
            <a:r>
              <a:rPr lang="en-US" sz="7200" b="1" dirty="0" err="1">
                <a:solidFill>
                  <a:srgbClr val="C00000"/>
                </a:solidFill>
              </a:rPr>
              <a:t>መዝ</a:t>
            </a:r>
            <a:r>
              <a:rPr lang="en-US" sz="7200" b="1">
                <a:solidFill>
                  <a:srgbClr val="C00000"/>
                </a:solidFill>
              </a:rPr>
              <a:t> </a:t>
            </a:r>
            <a:r>
              <a:rPr lang="en-US" sz="7200" b="1">
                <a:solidFill>
                  <a:srgbClr val="C00000"/>
                </a:solidFill>
                <a:latin typeface="Times New Roman" panose="02020603050405020304" pitchFamily="18" charset="0"/>
                <a:cs typeface="Times New Roman" panose="02020603050405020304" pitchFamily="18" charset="0"/>
              </a:rPr>
              <a:t>128፥2-3</a:t>
            </a:r>
            <a:r>
              <a:rPr lang="en-US" sz="7200" b="1">
                <a:solidFill>
                  <a:srgbClr val="C00000"/>
                </a:solidFill>
              </a:rPr>
              <a:t>)</a:t>
            </a:r>
            <a:endParaRPr lang="en-US" sz="7200" b="1" dirty="0">
              <a:solidFill>
                <a:srgbClr val="C00000"/>
              </a:solidFill>
            </a:endParaRPr>
          </a:p>
        </p:txBody>
      </p:sp>
      <p:sp>
        <p:nvSpPr>
          <p:cNvPr id="3" name="Content Placeholder 2">
            <a:extLst>
              <a:ext uri="{FF2B5EF4-FFF2-40B4-BE49-F238E27FC236}">
                <a16:creationId xmlns:a16="http://schemas.microsoft.com/office/drawing/2014/main" id="{15DC8158-13B1-49CD-9DB4-69D77DA4E83D}"/>
              </a:ext>
            </a:extLst>
          </p:cNvPr>
          <p:cNvSpPr>
            <a:spLocks noGrp="1"/>
          </p:cNvSpPr>
          <p:nvPr>
            <p:ph idx="1"/>
          </p:nvPr>
        </p:nvSpPr>
        <p:spPr>
          <a:xfrm>
            <a:off x="122829" y="1066802"/>
            <a:ext cx="11941792" cy="5720375"/>
          </a:xfrm>
        </p:spPr>
        <p:txBody>
          <a:bodyPr>
            <a:normAutofit fontScale="25000" lnSpcReduction="20000"/>
          </a:bodyPr>
          <a:lstStyle/>
          <a:p>
            <a:pPr marL="0" indent="0">
              <a:buNone/>
            </a:pPr>
            <a:r>
              <a:rPr lang="am-ET" sz="31999" dirty="0"/>
              <a:t>ተዘከር እግዚኦ ከመ መሬት ንሕነ፤</a:t>
            </a:r>
          </a:p>
          <a:p>
            <a:pPr marL="0" indent="0">
              <a:buNone/>
            </a:pPr>
            <a:r>
              <a:rPr lang="am-ET" sz="31999" dirty="0"/>
              <a:t>ሰብእሰ ከመ ሣዕር መዋዕሊሁ፤</a:t>
            </a:r>
          </a:p>
          <a:p>
            <a:pPr marL="0" indent="0">
              <a:buNone/>
            </a:pPr>
            <a:r>
              <a:rPr lang="am-ET" sz="31999" dirty="0"/>
              <a:t>ወከመ ጽጌ ገዳም ከማሁ ይፈሪ።</a:t>
            </a:r>
            <a:endParaRPr lang="en-US" sz="31999" dirty="0"/>
          </a:p>
          <a:p>
            <a:pPr marL="0" indent="0" algn="ctr">
              <a:buNone/>
            </a:pPr>
            <a:r>
              <a:rPr lang="am-ET" sz="26400" i="1" dirty="0"/>
              <a:t>አቤቱ እኛ አፈር መሆናችንን አስብ፤ </a:t>
            </a:r>
          </a:p>
          <a:p>
            <a:pPr marL="0" indent="0" algn="ctr">
              <a:buNone/>
            </a:pPr>
            <a:r>
              <a:rPr lang="am-ET" sz="26400" i="1" dirty="0"/>
              <a:t>ሰው ዘመኑ እንደ ሣር ነው፤</a:t>
            </a:r>
          </a:p>
          <a:p>
            <a:pPr marL="0" indent="0" algn="ctr">
              <a:buNone/>
            </a:pPr>
            <a:r>
              <a:rPr lang="am-ET" sz="26400" i="1" dirty="0"/>
              <a:t>እንደ ዱር አበባ እንዲሁ ያብባል።</a:t>
            </a:r>
          </a:p>
        </p:txBody>
      </p:sp>
    </p:spTree>
    <p:extLst>
      <p:ext uri="{BB962C8B-B14F-4D97-AF65-F5344CB8AC3E}">
        <p14:creationId xmlns:p14="http://schemas.microsoft.com/office/powerpoint/2010/main" val="3852445290"/>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F5BC56-F92F-4945-BF36-2FD05C4D34F2}"/>
              </a:ext>
            </a:extLst>
          </p:cNvPr>
          <p:cNvSpPr>
            <a:spLocks noGrp="1"/>
          </p:cNvSpPr>
          <p:nvPr>
            <p:ph type="title"/>
          </p:nvPr>
        </p:nvSpPr>
        <p:spPr>
          <a:xfrm>
            <a:off x="122829" y="1"/>
            <a:ext cx="12069171" cy="1200204"/>
          </a:xfrm>
        </p:spPr>
        <p:txBody>
          <a:bodyPr>
            <a:normAutofit/>
          </a:bodyPr>
          <a:lstStyle/>
          <a:p>
            <a:pPr algn="ctr"/>
            <a:r>
              <a:rPr lang="en-US" sz="7200" b="1" dirty="0">
                <a:solidFill>
                  <a:srgbClr val="C00000"/>
                </a:solidFill>
              </a:rPr>
              <a:t>ም</a:t>
            </a:r>
            <a:r>
              <a:rPr lang="am-ET" sz="7200" b="1" dirty="0">
                <a:solidFill>
                  <a:srgbClr val="C00000"/>
                </a:solidFill>
              </a:rPr>
              <a:t>ስ</a:t>
            </a:r>
            <a:r>
              <a:rPr lang="en-US" sz="7200" b="1" dirty="0" err="1">
                <a:solidFill>
                  <a:srgbClr val="C00000"/>
                </a:solidFill>
              </a:rPr>
              <a:t>ባክ</a:t>
            </a:r>
            <a:r>
              <a:rPr lang="en-US" sz="7200" b="1" dirty="0">
                <a:solidFill>
                  <a:srgbClr val="C00000"/>
                </a:solidFill>
              </a:rPr>
              <a:t> (</a:t>
            </a:r>
            <a:r>
              <a:rPr lang="en-US" sz="7200" b="1" dirty="0" err="1">
                <a:solidFill>
                  <a:srgbClr val="C00000"/>
                </a:solidFill>
              </a:rPr>
              <a:t>መዝ</a:t>
            </a:r>
            <a:r>
              <a:rPr lang="en-US" sz="7200" b="1">
                <a:solidFill>
                  <a:srgbClr val="C00000"/>
                </a:solidFill>
              </a:rPr>
              <a:t> </a:t>
            </a:r>
            <a:r>
              <a:rPr lang="en-US" sz="7200" b="1">
                <a:solidFill>
                  <a:srgbClr val="C00000"/>
                </a:solidFill>
                <a:latin typeface="Times New Roman" panose="02020603050405020304" pitchFamily="18" charset="0"/>
                <a:cs typeface="Times New Roman" panose="02020603050405020304" pitchFamily="18" charset="0"/>
              </a:rPr>
              <a:t>128፥2-3</a:t>
            </a:r>
            <a:r>
              <a:rPr lang="en-US" sz="7200" b="1">
                <a:solidFill>
                  <a:srgbClr val="C00000"/>
                </a:solidFill>
              </a:rPr>
              <a:t>)</a:t>
            </a:r>
            <a:endParaRPr lang="en-US" sz="7200" b="1" dirty="0">
              <a:solidFill>
                <a:srgbClr val="C00000"/>
              </a:solidFill>
            </a:endParaRPr>
          </a:p>
        </p:txBody>
      </p:sp>
      <p:sp>
        <p:nvSpPr>
          <p:cNvPr id="3" name="Content Placeholder 2">
            <a:extLst>
              <a:ext uri="{FF2B5EF4-FFF2-40B4-BE49-F238E27FC236}">
                <a16:creationId xmlns:a16="http://schemas.microsoft.com/office/drawing/2014/main" id="{15DC8158-13B1-49CD-9DB4-69D77DA4E83D}"/>
              </a:ext>
            </a:extLst>
          </p:cNvPr>
          <p:cNvSpPr>
            <a:spLocks noGrp="1"/>
          </p:cNvSpPr>
          <p:nvPr>
            <p:ph idx="1"/>
          </p:nvPr>
        </p:nvSpPr>
        <p:spPr>
          <a:xfrm>
            <a:off x="122829" y="1066802"/>
            <a:ext cx="11941792" cy="5720375"/>
          </a:xfrm>
        </p:spPr>
        <p:txBody>
          <a:bodyPr>
            <a:normAutofit fontScale="25000" lnSpcReduction="20000"/>
          </a:bodyPr>
          <a:lstStyle/>
          <a:p>
            <a:pPr marL="0" indent="0">
              <a:buNone/>
            </a:pPr>
            <a:r>
              <a:rPr lang="am-ET" sz="35199" dirty="0"/>
              <a:t>ፍሬ ፃማከ ተሴሰይ፤</a:t>
            </a:r>
          </a:p>
          <a:p>
            <a:pPr marL="0" indent="0">
              <a:buNone/>
            </a:pPr>
            <a:r>
              <a:rPr lang="am-ET" sz="35199" dirty="0"/>
              <a:t>ብጹዕ አንተ ወሠናይ ለከ፤</a:t>
            </a:r>
          </a:p>
          <a:p>
            <a:pPr marL="0" indent="0">
              <a:buNone/>
            </a:pPr>
            <a:r>
              <a:rPr lang="am-ET" sz="35199" dirty="0"/>
              <a:t>ብእሲትከ ከመ ወይን ሥሙር ውስተ ጽርሐ ቤትከ። </a:t>
            </a:r>
            <a:endParaRPr lang="en-US" sz="35199" dirty="0"/>
          </a:p>
          <a:p>
            <a:pPr marL="0" indent="0">
              <a:buNone/>
            </a:pPr>
            <a:r>
              <a:rPr lang="am-ET" sz="17600" dirty="0"/>
              <a:t>ሠርተህ የምታፈራውን ትመገባለህ፤ </a:t>
            </a:r>
          </a:p>
          <a:p>
            <a:pPr marL="0" indent="0">
              <a:buNone/>
            </a:pPr>
            <a:r>
              <a:rPr lang="am-ET" sz="17600" dirty="0"/>
              <a:t>ደስታና ሀብትም ታገኛለህ፤</a:t>
            </a:r>
          </a:p>
          <a:p>
            <a:pPr marL="0" indent="0">
              <a:buNone/>
            </a:pPr>
            <a:r>
              <a:rPr lang="am-ET" sz="17600" dirty="0"/>
              <a:t>ሚስትህ በቤትህ እንደ ፍሬያማ የወይን ተክል ትሆናለች።</a:t>
            </a:r>
          </a:p>
        </p:txBody>
      </p:sp>
    </p:spTree>
    <p:extLst>
      <p:ext uri="{BB962C8B-B14F-4D97-AF65-F5344CB8AC3E}">
        <p14:creationId xmlns:p14="http://schemas.microsoft.com/office/powerpoint/2010/main" val="3827759645"/>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F5BC56-F92F-4945-BF36-2FD05C4D34F2}"/>
              </a:ext>
            </a:extLst>
          </p:cNvPr>
          <p:cNvSpPr>
            <a:spLocks noGrp="1"/>
          </p:cNvSpPr>
          <p:nvPr>
            <p:ph type="title"/>
          </p:nvPr>
        </p:nvSpPr>
        <p:spPr>
          <a:xfrm>
            <a:off x="122829" y="1"/>
            <a:ext cx="12069171" cy="1200204"/>
          </a:xfrm>
        </p:spPr>
        <p:txBody>
          <a:bodyPr>
            <a:normAutofit/>
          </a:bodyPr>
          <a:lstStyle/>
          <a:p>
            <a:pPr algn="ctr"/>
            <a:r>
              <a:rPr lang="en-US" sz="7200" b="1" dirty="0">
                <a:solidFill>
                  <a:srgbClr val="C00000"/>
                </a:solidFill>
              </a:rPr>
              <a:t>ም</a:t>
            </a:r>
            <a:r>
              <a:rPr lang="am-ET" sz="7200" b="1" dirty="0">
                <a:solidFill>
                  <a:srgbClr val="C00000"/>
                </a:solidFill>
              </a:rPr>
              <a:t>ስ</a:t>
            </a:r>
            <a:r>
              <a:rPr lang="en-US" sz="7200" b="1" dirty="0" err="1">
                <a:solidFill>
                  <a:srgbClr val="C00000"/>
                </a:solidFill>
              </a:rPr>
              <a:t>ባክ</a:t>
            </a:r>
            <a:r>
              <a:rPr lang="en-US" sz="7200" b="1" dirty="0">
                <a:solidFill>
                  <a:srgbClr val="C00000"/>
                </a:solidFill>
              </a:rPr>
              <a:t> (</a:t>
            </a:r>
            <a:r>
              <a:rPr lang="en-US" sz="7200" b="1" dirty="0" err="1">
                <a:solidFill>
                  <a:srgbClr val="C00000"/>
                </a:solidFill>
              </a:rPr>
              <a:t>መዝ</a:t>
            </a:r>
            <a:r>
              <a:rPr lang="en-US" sz="7200" b="1" dirty="0">
                <a:solidFill>
                  <a:srgbClr val="C00000"/>
                </a:solidFill>
              </a:rPr>
              <a:t> </a:t>
            </a:r>
            <a:r>
              <a:rPr lang="en-US" sz="7200" b="1" dirty="0">
                <a:solidFill>
                  <a:srgbClr val="C00000"/>
                </a:solidFill>
                <a:latin typeface="Times New Roman" panose="02020603050405020304" pitchFamily="18" charset="0"/>
                <a:cs typeface="Times New Roman" panose="02020603050405020304" pitchFamily="18" charset="0"/>
              </a:rPr>
              <a:t>59፥4-5</a:t>
            </a:r>
            <a:r>
              <a:rPr lang="en-US" sz="7200" b="1" dirty="0">
                <a:solidFill>
                  <a:srgbClr val="C00000"/>
                </a:solidFill>
              </a:rPr>
              <a:t>)</a:t>
            </a:r>
          </a:p>
        </p:txBody>
      </p:sp>
      <p:sp>
        <p:nvSpPr>
          <p:cNvPr id="3" name="Content Placeholder 2">
            <a:extLst>
              <a:ext uri="{FF2B5EF4-FFF2-40B4-BE49-F238E27FC236}">
                <a16:creationId xmlns:a16="http://schemas.microsoft.com/office/drawing/2014/main" id="{15DC8158-13B1-49CD-9DB4-69D77DA4E83D}"/>
              </a:ext>
            </a:extLst>
          </p:cNvPr>
          <p:cNvSpPr>
            <a:spLocks noGrp="1"/>
          </p:cNvSpPr>
          <p:nvPr>
            <p:ph idx="1"/>
          </p:nvPr>
        </p:nvSpPr>
        <p:spPr>
          <a:xfrm>
            <a:off x="122829" y="1082411"/>
            <a:ext cx="11941792" cy="5704764"/>
          </a:xfrm>
        </p:spPr>
        <p:txBody>
          <a:bodyPr>
            <a:normAutofit fontScale="32500" lnSpcReduction="20000"/>
          </a:bodyPr>
          <a:lstStyle/>
          <a:p>
            <a:pPr marL="0" indent="0">
              <a:buNone/>
            </a:pPr>
            <a:r>
              <a:rPr lang="am-ET" sz="24599" dirty="0"/>
              <a:t>ወወሃብኮሙ ትእምርተ ለእለ ይፈርሁከ፤ከመ ያምስጡ እምገጸ ቅስት፤ ወይድኃኑ ፍቁራኒከ።  </a:t>
            </a:r>
            <a:endParaRPr lang="en-US" sz="24599" dirty="0"/>
          </a:p>
          <a:p>
            <a:pPr marL="0" indent="0">
              <a:buNone/>
            </a:pPr>
            <a:r>
              <a:rPr lang="am-ET" sz="17600" dirty="0">
                <a:solidFill>
                  <a:srgbClr val="7030A0"/>
                </a:solidFill>
              </a:rPr>
              <a:t>ከጠላት መሣሪያ ማምለጥ እንዲችሉ፤ የሚፈሩህ አይተው የሚጠነቀቁበትን ምልክት ሰጠሃቸው፡፡ የምትወደው ሕዝብህ ከጉዳት እንዲደን በኃይልህ ታደገን፤ጸሎታችንን ስማ። </a:t>
            </a:r>
          </a:p>
        </p:txBody>
      </p:sp>
    </p:spTree>
    <p:extLst>
      <p:ext uri="{BB962C8B-B14F-4D97-AF65-F5344CB8AC3E}">
        <p14:creationId xmlns:p14="http://schemas.microsoft.com/office/powerpoint/2010/main" val="2740700862"/>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F5BC56-F92F-4945-BF36-2FD05C4D34F2}"/>
              </a:ext>
            </a:extLst>
          </p:cNvPr>
          <p:cNvSpPr>
            <a:spLocks noGrp="1"/>
          </p:cNvSpPr>
          <p:nvPr>
            <p:ph type="title"/>
          </p:nvPr>
        </p:nvSpPr>
        <p:spPr>
          <a:xfrm>
            <a:off x="122829" y="1"/>
            <a:ext cx="12069171" cy="1200204"/>
          </a:xfrm>
        </p:spPr>
        <p:txBody>
          <a:bodyPr>
            <a:normAutofit/>
          </a:bodyPr>
          <a:lstStyle/>
          <a:p>
            <a:pPr algn="ctr"/>
            <a:r>
              <a:rPr lang="en-US" sz="7200" b="1" dirty="0">
                <a:solidFill>
                  <a:srgbClr val="C00000"/>
                </a:solidFill>
              </a:rPr>
              <a:t>ም</a:t>
            </a:r>
            <a:r>
              <a:rPr lang="am-ET" sz="7200" b="1" dirty="0">
                <a:solidFill>
                  <a:srgbClr val="C00000"/>
                </a:solidFill>
              </a:rPr>
              <a:t>ስ</a:t>
            </a:r>
            <a:r>
              <a:rPr lang="en-US" sz="7200" b="1" dirty="0" err="1">
                <a:solidFill>
                  <a:srgbClr val="C00000"/>
                </a:solidFill>
              </a:rPr>
              <a:t>ባክ</a:t>
            </a:r>
            <a:r>
              <a:rPr lang="en-US" sz="7200" b="1" dirty="0">
                <a:solidFill>
                  <a:srgbClr val="C00000"/>
                </a:solidFill>
              </a:rPr>
              <a:t> (</a:t>
            </a:r>
            <a:r>
              <a:rPr lang="en-US" sz="7200" b="1" dirty="0" err="1">
                <a:solidFill>
                  <a:srgbClr val="C00000"/>
                </a:solidFill>
              </a:rPr>
              <a:t>መዝ</a:t>
            </a:r>
            <a:r>
              <a:rPr lang="en-US" sz="7200" b="1" dirty="0">
                <a:solidFill>
                  <a:srgbClr val="C00000"/>
                </a:solidFill>
              </a:rPr>
              <a:t> </a:t>
            </a:r>
            <a:r>
              <a:rPr lang="en-US" sz="7200" b="1" dirty="0">
                <a:solidFill>
                  <a:srgbClr val="C00000"/>
                </a:solidFill>
                <a:latin typeface="Times New Roman" panose="02020603050405020304" pitchFamily="18" charset="0"/>
                <a:cs typeface="Times New Roman" panose="02020603050405020304" pitchFamily="18" charset="0"/>
              </a:rPr>
              <a:t>67፥6-7</a:t>
            </a:r>
            <a:r>
              <a:rPr lang="en-US" sz="7200" b="1" dirty="0">
                <a:solidFill>
                  <a:srgbClr val="C00000"/>
                </a:solidFill>
              </a:rPr>
              <a:t>)</a:t>
            </a:r>
          </a:p>
        </p:txBody>
      </p:sp>
      <p:sp>
        <p:nvSpPr>
          <p:cNvPr id="3" name="Content Placeholder 2">
            <a:extLst>
              <a:ext uri="{FF2B5EF4-FFF2-40B4-BE49-F238E27FC236}">
                <a16:creationId xmlns:a16="http://schemas.microsoft.com/office/drawing/2014/main" id="{15DC8158-13B1-49CD-9DB4-69D77DA4E83D}"/>
              </a:ext>
            </a:extLst>
          </p:cNvPr>
          <p:cNvSpPr>
            <a:spLocks noGrp="1"/>
          </p:cNvSpPr>
          <p:nvPr>
            <p:ph idx="1"/>
          </p:nvPr>
        </p:nvSpPr>
        <p:spPr>
          <a:xfrm>
            <a:off x="122829" y="1082411"/>
            <a:ext cx="11941792" cy="5704764"/>
          </a:xfrm>
        </p:spPr>
        <p:txBody>
          <a:bodyPr>
            <a:normAutofit fontScale="32500" lnSpcReduction="20000"/>
          </a:bodyPr>
          <a:lstStyle/>
          <a:p>
            <a:pPr marL="0" indent="0">
              <a:buNone/>
            </a:pPr>
            <a:r>
              <a:rPr lang="am-ET" sz="24599" dirty="0"/>
              <a:t>ምድርኒ ትሁብ ፍሬሃ፤</a:t>
            </a:r>
          </a:p>
          <a:p>
            <a:pPr marL="0" indent="0">
              <a:buNone/>
            </a:pPr>
            <a:r>
              <a:rPr lang="am-ET" sz="24599" dirty="0"/>
              <a:t>ወይባርከነ እግዚኣብሔር አምላክነ፤</a:t>
            </a:r>
          </a:p>
          <a:p>
            <a:pPr marL="0" indent="0">
              <a:buNone/>
            </a:pPr>
            <a:r>
              <a:rPr lang="am-ET" sz="24599" dirty="0"/>
              <a:t>ወይባርከነ እግዚኣብሔር። </a:t>
            </a:r>
            <a:endParaRPr lang="en-US" sz="24599" dirty="0"/>
          </a:p>
          <a:p>
            <a:pPr marL="0" indent="0">
              <a:buNone/>
            </a:pPr>
            <a:r>
              <a:rPr lang="am-ET" sz="17600" dirty="0"/>
              <a:t>ምድር ፍሬ ትሰጣለች፤ እግዚአብሔር አምላካችን ይባርከናል። እግዚአብሔር ስለሚባርከንም በምድር ዳርቻ ያሉ ሁሉ ይፈሩታል።</a:t>
            </a:r>
            <a:endParaRPr lang="en-US" sz="14400" dirty="0"/>
          </a:p>
        </p:txBody>
      </p:sp>
    </p:spTree>
    <p:extLst>
      <p:ext uri="{BB962C8B-B14F-4D97-AF65-F5344CB8AC3E}">
        <p14:creationId xmlns:p14="http://schemas.microsoft.com/office/powerpoint/2010/main" val="2018314039"/>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F5BC56-F92F-4945-BF36-2FD05C4D34F2}"/>
              </a:ext>
            </a:extLst>
          </p:cNvPr>
          <p:cNvSpPr>
            <a:spLocks noGrp="1"/>
          </p:cNvSpPr>
          <p:nvPr>
            <p:ph type="title"/>
          </p:nvPr>
        </p:nvSpPr>
        <p:spPr>
          <a:xfrm>
            <a:off x="122829" y="1"/>
            <a:ext cx="12069171" cy="1200204"/>
          </a:xfrm>
        </p:spPr>
        <p:txBody>
          <a:bodyPr>
            <a:normAutofit/>
          </a:bodyPr>
          <a:lstStyle/>
          <a:p>
            <a:pPr algn="ctr"/>
            <a:r>
              <a:rPr lang="en-US" sz="7200" b="1" dirty="0">
                <a:solidFill>
                  <a:srgbClr val="C00000"/>
                </a:solidFill>
              </a:rPr>
              <a:t>ም</a:t>
            </a:r>
            <a:r>
              <a:rPr lang="am-ET" sz="7200" b="1" dirty="0">
                <a:solidFill>
                  <a:srgbClr val="C00000"/>
                </a:solidFill>
              </a:rPr>
              <a:t>ስ</a:t>
            </a:r>
            <a:r>
              <a:rPr lang="en-US" sz="7200" b="1" dirty="0" err="1">
                <a:solidFill>
                  <a:srgbClr val="C00000"/>
                </a:solidFill>
              </a:rPr>
              <a:t>ባክ</a:t>
            </a:r>
            <a:r>
              <a:rPr lang="en-US" sz="7200" b="1" dirty="0">
                <a:solidFill>
                  <a:srgbClr val="C00000"/>
                </a:solidFill>
              </a:rPr>
              <a:t> (</a:t>
            </a:r>
            <a:r>
              <a:rPr lang="en-US" sz="7200" b="1" dirty="0" err="1">
                <a:solidFill>
                  <a:srgbClr val="C00000"/>
                </a:solidFill>
              </a:rPr>
              <a:t>መዝ</a:t>
            </a:r>
            <a:r>
              <a:rPr lang="en-US" sz="7200" b="1" dirty="0">
                <a:solidFill>
                  <a:srgbClr val="C00000"/>
                </a:solidFill>
              </a:rPr>
              <a:t> </a:t>
            </a:r>
            <a:r>
              <a:rPr lang="en-US" sz="7200" b="1" dirty="0">
                <a:solidFill>
                  <a:srgbClr val="C00000"/>
                </a:solidFill>
                <a:latin typeface="Times New Roman" panose="02020603050405020304" pitchFamily="18" charset="0"/>
                <a:cs typeface="Times New Roman" panose="02020603050405020304" pitchFamily="18" charset="0"/>
              </a:rPr>
              <a:t>64/65፥11-12</a:t>
            </a:r>
            <a:r>
              <a:rPr lang="en-US" sz="7200" b="1" dirty="0">
                <a:solidFill>
                  <a:srgbClr val="C00000"/>
                </a:solidFill>
              </a:rPr>
              <a:t>)</a:t>
            </a:r>
          </a:p>
        </p:txBody>
      </p:sp>
      <p:sp>
        <p:nvSpPr>
          <p:cNvPr id="3" name="Content Placeholder 2">
            <a:extLst>
              <a:ext uri="{FF2B5EF4-FFF2-40B4-BE49-F238E27FC236}">
                <a16:creationId xmlns:a16="http://schemas.microsoft.com/office/drawing/2014/main" id="{15DC8158-13B1-49CD-9DB4-69D77DA4E83D}"/>
              </a:ext>
            </a:extLst>
          </p:cNvPr>
          <p:cNvSpPr>
            <a:spLocks noGrp="1"/>
          </p:cNvSpPr>
          <p:nvPr>
            <p:ph idx="1"/>
          </p:nvPr>
        </p:nvSpPr>
        <p:spPr>
          <a:xfrm>
            <a:off x="122829" y="1082411"/>
            <a:ext cx="11941792" cy="5704764"/>
          </a:xfrm>
        </p:spPr>
        <p:txBody>
          <a:bodyPr>
            <a:normAutofit/>
          </a:bodyPr>
          <a:lstStyle/>
          <a:p>
            <a:pPr marL="0" indent="0">
              <a:buNone/>
            </a:pPr>
            <a:endParaRPr lang="am-ET" sz="8000" dirty="0"/>
          </a:p>
          <a:p>
            <a:pPr marL="0" indent="0">
              <a:buNone/>
            </a:pPr>
            <a:r>
              <a:rPr lang="am-ET" sz="8000" dirty="0"/>
              <a:t>ወትባርክ አክሊለ ዓመተ ምሕረትከ፤</a:t>
            </a:r>
          </a:p>
          <a:p>
            <a:pPr marL="0" indent="0">
              <a:buNone/>
            </a:pPr>
            <a:r>
              <a:rPr lang="am-ET" sz="8000" dirty="0"/>
              <a:t>ወይጸግቡ ጠላተ ገዳም፤</a:t>
            </a:r>
          </a:p>
          <a:p>
            <a:pPr marL="0" indent="0">
              <a:buNone/>
            </a:pPr>
            <a:r>
              <a:rPr lang="am-ET" sz="8000" dirty="0"/>
              <a:t>ወይረውዩ አድባረ በድው። </a:t>
            </a:r>
            <a:endParaRPr lang="en-US" sz="8000" dirty="0"/>
          </a:p>
          <a:p>
            <a:pPr marL="0" indent="0">
              <a:buNone/>
            </a:pPr>
            <a:endParaRPr lang="en-US" sz="8800" dirty="0"/>
          </a:p>
        </p:txBody>
      </p:sp>
    </p:spTree>
    <p:extLst>
      <p:ext uri="{BB962C8B-B14F-4D97-AF65-F5344CB8AC3E}">
        <p14:creationId xmlns:p14="http://schemas.microsoft.com/office/powerpoint/2010/main" val="3897169192"/>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F5BC56-F92F-4945-BF36-2FD05C4D34F2}"/>
              </a:ext>
            </a:extLst>
          </p:cNvPr>
          <p:cNvSpPr>
            <a:spLocks noGrp="1"/>
          </p:cNvSpPr>
          <p:nvPr>
            <p:ph type="title"/>
          </p:nvPr>
        </p:nvSpPr>
        <p:spPr>
          <a:xfrm>
            <a:off x="122829" y="1"/>
            <a:ext cx="12069171" cy="1200204"/>
          </a:xfrm>
        </p:spPr>
        <p:txBody>
          <a:bodyPr>
            <a:normAutofit/>
          </a:bodyPr>
          <a:lstStyle/>
          <a:p>
            <a:pPr algn="ctr"/>
            <a:r>
              <a:rPr lang="en-US" sz="7200" b="1" dirty="0">
                <a:solidFill>
                  <a:srgbClr val="C00000"/>
                </a:solidFill>
              </a:rPr>
              <a:t>ም</a:t>
            </a:r>
            <a:r>
              <a:rPr lang="am-ET" sz="7200" b="1" dirty="0">
                <a:solidFill>
                  <a:srgbClr val="C00000"/>
                </a:solidFill>
              </a:rPr>
              <a:t>ስ</a:t>
            </a:r>
            <a:r>
              <a:rPr lang="en-US" sz="7200" b="1" dirty="0" err="1">
                <a:solidFill>
                  <a:srgbClr val="C00000"/>
                </a:solidFill>
              </a:rPr>
              <a:t>ባክ</a:t>
            </a:r>
            <a:r>
              <a:rPr lang="en-US" sz="7200" b="1" dirty="0">
                <a:solidFill>
                  <a:srgbClr val="C00000"/>
                </a:solidFill>
              </a:rPr>
              <a:t> (</a:t>
            </a:r>
            <a:r>
              <a:rPr lang="en-US" sz="7200" b="1" dirty="0" err="1">
                <a:solidFill>
                  <a:srgbClr val="C00000"/>
                </a:solidFill>
              </a:rPr>
              <a:t>መዝ</a:t>
            </a:r>
            <a:r>
              <a:rPr lang="en-US" sz="7200" b="1" dirty="0">
                <a:solidFill>
                  <a:srgbClr val="C00000"/>
                </a:solidFill>
              </a:rPr>
              <a:t> </a:t>
            </a:r>
            <a:r>
              <a:rPr lang="en-US" sz="7200" b="1" dirty="0">
                <a:solidFill>
                  <a:srgbClr val="C00000"/>
                </a:solidFill>
                <a:latin typeface="Times New Roman" panose="02020603050405020304" pitchFamily="18" charset="0"/>
                <a:cs typeface="Times New Roman" panose="02020603050405020304" pitchFamily="18" charset="0"/>
              </a:rPr>
              <a:t>50፥11-12</a:t>
            </a:r>
            <a:r>
              <a:rPr lang="en-US" sz="7200" b="1" dirty="0">
                <a:solidFill>
                  <a:srgbClr val="C00000"/>
                </a:solidFill>
              </a:rPr>
              <a:t>)</a:t>
            </a:r>
          </a:p>
        </p:txBody>
      </p:sp>
      <p:sp>
        <p:nvSpPr>
          <p:cNvPr id="3" name="Content Placeholder 2">
            <a:extLst>
              <a:ext uri="{FF2B5EF4-FFF2-40B4-BE49-F238E27FC236}">
                <a16:creationId xmlns:a16="http://schemas.microsoft.com/office/drawing/2014/main" id="{15DC8158-13B1-49CD-9DB4-69D77DA4E83D}"/>
              </a:ext>
            </a:extLst>
          </p:cNvPr>
          <p:cNvSpPr>
            <a:spLocks noGrp="1"/>
          </p:cNvSpPr>
          <p:nvPr>
            <p:ph idx="1"/>
          </p:nvPr>
        </p:nvSpPr>
        <p:spPr>
          <a:xfrm>
            <a:off x="122829" y="1082411"/>
            <a:ext cx="11941792" cy="5704764"/>
          </a:xfrm>
        </p:spPr>
        <p:txBody>
          <a:bodyPr>
            <a:normAutofit fontScale="55000" lnSpcReduction="20000"/>
          </a:bodyPr>
          <a:lstStyle/>
          <a:p>
            <a:pPr marL="0" indent="0">
              <a:buNone/>
            </a:pPr>
            <a:r>
              <a:rPr lang="en-US" sz="12600" dirty="0" err="1"/>
              <a:t>ወመንፈሰከ</a:t>
            </a:r>
            <a:r>
              <a:rPr lang="en-US" sz="12600" dirty="0"/>
              <a:t> </a:t>
            </a:r>
            <a:r>
              <a:rPr lang="en-US" sz="12600" dirty="0" err="1"/>
              <a:t>ቅዱስ</a:t>
            </a:r>
            <a:r>
              <a:rPr lang="en-US" sz="12600" dirty="0"/>
              <a:t> </a:t>
            </a:r>
            <a:r>
              <a:rPr lang="en-US" sz="12600" dirty="0" err="1"/>
              <a:t>ኢታውጽእ</a:t>
            </a:r>
            <a:r>
              <a:rPr lang="en-US" sz="12600" dirty="0"/>
              <a:t> </a:t>
            </a:r>
            <a:r>
              <a:rPr lang="en-US" sz="12600" dirty="0" err="1"/>
              <a:t>እምላዕሌየ</a:t>
            </a:r>
            <a:r>
              <a:rPr lang="en-US" sz="12600" dirty="0"/>
              <a:t>፣</a:t>
            </a:r>
          </a:p>
          <a:p>
            <a:pPr marL="0" indent="0">
              <a:buNone/>
            </a:pPr>
            <a:r>
              <a:rPr lang="en-US" sz="12600" dirty="0" err="1"/>
              <a:t>ዕስየኒ</a:t>
            </a:r>
            <a:r>
              <a:rPr lang="en-US" sz="12600" dirty="0"/>
              <a:t> </a:t>
            </a:r>
            <a:r>
              <a:rPr lang="en-US" sz="12600" dirty="0" err="1"/>
              <a:t>ፍሥሓ</a:t>
            </a:r>
            <a:r>
              <a:rPr lang="en-US" sz="12600" dirty="0"/>
              <a:t> </a:t>
            </a:r>
            <a:r>
              <a:rPr lang="en-US" sz="12600" dirty="0" err="1"/>
              <a:t>ወአድኅኖተከ</a:t>
            </a:r>
            <a:r>
              <a:rPr lang="en-US" sz="12600" dirty="0"/>
              <a:t> ፣</a:t>
            </a:r>
          </a:p>
          <a:p>
            <a:pPr marL="0" indent="0">
              <a:buNone/>
            </a:pPr>
            <a:r>
              <a:rPr lang="en-US" sz="12600" dirty="0" err="1"/>
              <a:t>ወበመንፈስ</a:t>
            </a:r>
            <a:r>
              <a:rPr lang="en-US" sz="12600" dirty="0"/>
              <a:t>  </a:t>
            </a:r>
            <a:r>
              <a:rPr lang="en-US" sz="12600" dirty="0" err="1"/>
              <a:t>ዐዚዝ</a:t>
            </a:r>
            <a:r>
              <a:rPr lang="en-US" sz="12600" dirty="0"/>
              <a:t> </a:t>
            </a:r>
            <a:r>
              <a:rPr lang="en-US" sz="12600" dirty="0" err="1"/>
              <a:t>አጽንዐኒ</a:t>
            </a:r>
            <a:r>
              <a:rPr lang="en-US" sz="12600" dirty="0"/>
              <a:t>።</a:t>
            </a:r>
          </a:p>
          <a:p>
            <a:pPr marL="0" indent="0">
              <a:buNone/>
            </a:pPr>
            <a:endParaRPr lang="en-US" sz="12600" dirty="0"/>
          </a:p>
          <a:p>
            <a:pPr marL="0" indent="0">
              <a:buNone/>
            </a:pPr>
            <a:r>
              <a:rPr lang="en-US" sz="11400" dirty="0" err="1">
                <a:solidFill>
                  <a:srgbClr val="7030A0"/>
                </a:solidFill>
              </a:rPr>
              <a:t>ቅዱስ</a:t>
            </a:r>
            <a:r>
              <a:rPr lang="en-US" sz="11400" dirty="0">
                <a:solidFill>
                  <a:srgbClr val="7030A0"/>
                </a:solidFill>
              </a:rPr>
              <a:t> </a:t>
            </a:r>
            <a:r>
              <a:rPr lang="en-US" sz="11400" dirty="0" err="1">
                <a:solidFill>
                  <a:srgbClr val="7030A0"/>
                </a:solidFill>
              </a:rPr>
              <a:t>መንፈስህንም</a:t>
            </a:r>
            <a:r>
              <a:rPr lang="en-US" sz="11400" dirty="0">
                <a:solidFill>
                  <a:srgbClr val="7030A0"/>
                </a:solidFill>
              </a:rPr>
              <a:t> </a:t>
            </a:r>
            <a:r>
              <a:rPr lang="en-US" sz="11400" dirty="0" err="1">
                <a:solidFill>
                  <a:srgbClr val="7030A0"/>
                </a:solidFill>
              </a:rPr>
              <a:t>ከእኔ</a:t>
            </a:r>
            <a:r>
              <a:rPr lang="en-US" sz="11400" dirty="0">
                <a:solidFill>
                  <a:srgbClr val="7030A0"/>
                </a:solidFill>
              </a:rPr>
              <a:t> </a:t>
            </a:r>
            <a:r>
              <a:rPr lang="en-US" sz="11400" dirty="0" err="1">
                <a:solidFill>
                  <a:srgbClr val="7030A0"/>
                </a:solidFill>
              </a:rPr>
              <a:t>አትውሰድብኝ</a:t>
            </a:r>
            <a:r>
              <a:rPr lang="en-US" sz="11400" dirty="0">
                <a:solidFill>
                  <a:srgbClr val="7030A0"/>
                </a:solidFill>
              </a:rPr>
              <a:t> </a:t>
            </a:r>
            <a:r>
              <a:rPr lang="en-US" sz="11400" dirty="0" err="1">
                <a:solidFill>
                  <a:srgbClr val="7030A0"/>
                </a:solidFill>
              </a:rPr>
              <a:t>ከአዳኝነትህም</a:t>
            </a:r>
            <a:r>
              <a:rPr lang="en-US" sz="11400" dirty="0">
                <a:solidFill>
                  <a:srgbClr val="7030A0"/>
                </a:solidFill>
              </a:rPr>
              <a:t> </a:t>
            </a:r>
            <a:r>
              <a:rPr lang="en-US" sz="11400" dirty="0" err="1">
                <a:solidFill>
                  <a:srgbClr val="7030A0"/>
                </a:solidFill>
              </a:rPr>
              <a:t>የሚመነጨውን</a:t>
            </a:r>
            <a:r>
              <a:rPr lang="en-US" sz="11400" dirty="0">
                <a:solidFill>
                  <a:srgbClr val="7030A0"/>
                </a:solidFill>
              </a:rPr>
              <a:t> </a:t>
            </a:r>
            <a:r>
              <a:rPr lang="en-US" sz="11400" dirty="0" err="1">
                <a:solidFill>
                  <a:srgbClr val="7030A0"/>
                </a:solidFill>
              </a:rPr>
              <a:t>ደስታ</a:t>
            </a:r>
            <a:r>
              <a:rPr lang="en-US" sz="11400" dirty="0">
                <a:solidFill>
                  <a:srgbClr val="7030A0"/>
                </a:solidFill>
              </a:rPr>
              <a:t> </a:t>
            </a:r>
            <a:r>
              <a:rPr lang="en-US" sz="11400" dirty="0" err="1">
                <a:solidFill>
                  <a:srgbClr val="7030A0"/>
                </a:solidFill>
              </a:rPr>
              <a:t>መልሰህ</a:t>
            </a:r>
            <a:r>
              <a:rPr lang="en-US" sz="11400" dirty="0">
                <a:solidFill>
                  <a:srgbClr val="7030A0"/>
                </a:solidFill>
              </a:rPr>
              <a:t> </a:t>
            </a:r>
            <a:r>
              <a:rPr lang="en-US" sz="11400" dirty="0" err="1">
                <a:solidFill>
                  <a:srgbClr val="7030A0"/>
                </a:solidFill>
              </a:rPr>
              <a:t>ስጠኝ</a:t>
            </a:r>
            <a:r>
              <a:rPr lang="en-US" sz="11400" dirty="0">
                <a:solidFill>
                  <a:srgbClr val="7030A0"/>
                </a:solidFill>
              </a:rPr>
              <a:t> </a:t>
            </a:r>
            <a:r>
              <a:rPr lang="en-US" sz="11400" dirty="0" err="1">
                <a:solidFill>
                  <a:srgbClr val="7030A0"/>
                </a:solidFill>
              </a:rPr>
              <a:t>እንድታዘዝህም</a:t>
            </a:r>
            <a:r>
              <a:rPr lang="en-US" sz="11400" dirty="0">
                <a:solidFill>
                  <a:srgbClr val="7030A0"/>
                </a:solidFill>
              </a:rPr>
              <a:t> </a:t>
            </a:r>
            <a:r>
              <a:rPr lang="en-US" sz="11400" dirty="0" err="1">
                <a:solidFill>
                  <a:srgbClr val="7030A0"/>
                </a:solidFill>
              </a:rPr>
              <a:t>ፈቃደኛ</a:t>
            </a:r>
            <a:r>
              <a:rPr lang="en-US" sz="11400" dirty="0">
                <a:solidFill>
                  <a:srgbClr val="7030A0"/>
                </a:solidFill>
              </a:rPr>
              <a:t> </a:t>
            </a:r>
            <a:r>
              <a:rPr lang="en-US" sz="11400" dirty="0" err="1">
                <a:solidFill>
                  <a:srgbClr val="7030A0"/>
                </a:solidFill>
              </a:rPr>
              <a:t>አድርገኝ</a:t>
            </a:r>
            <a:r>
              <a:rPr lang="en-US" sz="11400" dirty="0">
                <a:solidFill>
                  <a:srgbClr val="7030A0"/>
                </a:solidFill>
              </a:rPr>
              <a:t>።</a:t>
            </a:r>
            <a:endParaRPr lang="am-ET" sz="11400" dirty="0">
              <a:solidFill>
                <a:srgbClr val="7030A0"/>
              </a:solidFill>
            </a:endParaRPr>
          </a:p>
          <a:p>
            <a:pPr marL="0" indent="0">
              <a:buNone/>
            </a:pPr>
            <a:endParaRPr lang="en-US" sz="9600" dirty="0"/>
          </a:p>
          <a:p>
            <a:pPr marL="0" indent="0">
              <a:buNone/>
            </a:pPr>
            <a:endParaRPr lang="en-US" sz="8800" dirty="0"/>
          </a:p>
        </p:txBody>
      </p:sp>
    </p:spTree>
    <p:extLst>
      <p:ext uri="{BB962C8B-B14F-4D97-AF65-F5344CB8AC3E}">
        <p14:creationId xmlns:p14="http://schemas.microsoft.com/office/powerpoint/2010/main" val="722634049"/>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F5BC56-F92F-4945-BF36-2FD05C4D34F2}"/>
              </a:ext>
            </a:extLst>
          </p:cNvPr>
          <p:cNvSpPr>
            <a:spLocks noGrp="1"/>
          </p:cNvSpPr>
          <p:nvPr>
            <p:ph type="title"/>
          </p:nvPr>
        </p:nvSpPr>
        <p:spPr>
          <a:xfrm>
            <a:off x="122829" y="1"/>
            <a:ext cx="12069171" cy="1200204"/>
          </a:xfrm>
        </p:spPr>
        <p:txBody>
          <a:bodyPr>
            <a:normAutofit/>
          </a:bodyPr>
          <a:lstStyle/>
          <a:p>
            <a:pPr algn="ctr"/>
            <a:r>
              <a:rPr lang="en-US" sz="7200" b="1" dirty="0">
                <a:solidFill>
                  <a:srgbClr val="C00000"/>
                </a:solidFill>
              </a:rPr>
              <a:t>ም</a:t>
            </a:r>
            <a:r>
              <a:rPr lang="am-ET" sz="7200" b="1" dirty="0">
                <a:solidFill>
                  <a:srgbClr val="C00000"/>
                </a:solidFill>
              </a:rPr>
              <a:t>ስ</a:t>
            </a:r>
            <a:r>
              <a:rPr lang="en-US" sz="7200" b="1" dirty="0" err="1">
                <a:solidFill>
                  <a:srgbClr val="C00000"/>
                </a:solidFill>
              </a:rPr>
              <a:t>ባክ</a:t>
            </a:r>
            <a:r>
              <a:rPr lang="en-US" sz="7200" b="1" dirty="0">
                <a:solidFill>
                  <a:srgbClr val="C00000"/>
                </a:solidFill>
              </a:rPr>
              <a:t> (</a:t>
            </a:r>
            <a:r>
              <a:rPr lang="en-US" sz="7200" b="1" dirty="0" err="1">
                <a:solidFill>
                  <a:srgbClr val="C00000"/>
                </a:solidFill>
              </a:rPr>
              <a:t>መዝ</a:t>
            </a:r>
            <a:r>
              <a:rPr lang="en-US" sz="7200" b="1" dirty="0">
                <a:solidFill>
                  <a:srgbClr val="C00000"/>
                </a:solidFill>
              </a:rPr>
              <a:t> </a:t>
            </a:r>
            <a:r>
              <a:rPr lang="en-US" sz="7200" b="1" dirty="0">
                <a:solidFill>
                  <a:srgbClr val="C00000"/>
                </a:solidFill>
                <a:latin typeface="Times New Roman" panose="02020603050405020304" pitchFamily="18" charset="0"/>
                <a:cs typeface="Times New Roman" panose="02020603050405020304" pitchFamily="18" charset="0"/>
              </a:rPr>
              <a:t>145፥15-16</a:t>
            </a:r>
            <a:r>
              <a:rPr lang="en-US" sz="7200" b="1" dirty="0">
                <a:solidFill>
                  <a:srgbClr val="C00000"/>
                </a:solidFill>
              </a:rPr>
              <a:t>)</a:t>
            </a:r>
          </a:p>
        </p:txBody>
      </p:sp>
      <p:sp>
        <p:nvSpPr>
          <p:cNvPr id="3" name="Content Placeholder 2">
            <a:extLst>
              <a:ext uri="{FF2B5EF4-FFF2-40B4-BE49-F238E27FC236}">
                <a16:creationId xmlns:a16="http://schemas.microsoft.com/office/drawing/2014/main" id="{15DC8158-13B1-49CD-9DB4-69D77DA4E83D}"/>
              </a:ext>
            </a:extLst>
          </p:cNvPr>
          <p:cNvSpPr>
            <a:spLocks noGrp="1"/>
          </p:cNvSpPr>
          <p:nvPr>
            <p:ph idx="1"/>
          </p:nvPr>
        </p:nvSpPr>
        <p:spPr>
          <a:xfrm>
            <a:off x="122829" y="1082411"/>
            <a:ext cx="11941792" cy="5704764"/>
          </a:xfrm>
        </p:spPr>
        <p:txBody>
          <a:bodyPr>
            <a:normAutofit fontScale="55000" lnSpcReduction="20000"/>
          </a:bodyPr>
          <a:lstStyle/>
          <a:p>
            <a:pPr marL="0" indent="0">
              <a:buNone/>
            </a:pPr>
            <a:r>
              <a:rPr lang="en-US" sz="12600" dirty="0" err="1"/>
              <a:t>ዓይነ</a:t>
            </a:r>
            <a:r>
              <a:rPr lang="en-US" sz="12600" dirty="0"/>
              <a:t> </a:t>
            </a:r>
            <a:r>
              <a:rPr lang="en-US" sz="12600" dirty="0" err="1"/>
              <a:t>ኩሉ</a:t>
            </a:r>
            <a:r>
              <a:rPr lang="en-US" sz="12600" dirty="0"/>
              <a:t> </a:t>
            </a:r>
            <a:r>
              <a:rPr lang="en-US" sz="12600" dirty="0" err="1"/>
              <a:t>ነፍስ</a:t>
            </a:r>
            <a:r>
              <a:rPr lang="en-US" sz="12600" dirty="0"/>
              <a:t> </a:t>
            </a:r>
            <a:r>
              <a:rPr lang="en-US" sz="12600" dirty="0" err="1"/>
              <a:t>ይሴፎ</a:t>
            </a:r>
            <a:r>
              <a:rPr lang="en-US" sz="12600" dirty="0"/>
              <a:t> </a:t>
            </a:r>
            <a:r>
              <a:rPr lang="en-US" sz="12600" dirty="0" err="1"/>
              <a:t>ኪያከ</a:t>
            </a:r>
            <a:r>
              <a:rPr lang="en-US" sz="12600" dirty="0"/>
              <a:t>፣</a:t>
            </a:r>
          </a:p>
          <a:p>
            <a:pPr marL="0" indent="0">
              <a:buNone/>
            </a:pPr>
            <a:r>
              <a:rPr lang="en-US" sz="12600" dirty="0" err="1"/>
              <a:t>አንተ</a:t>
            </a:r>
            <a:r>
              <a:rPr lang="en-US" sz="12600" dirty="0"/>
              <a:t> </a:t>
            </a:r>
            <a:r>
              <a:rPr lang="en-US" sz="12600" dirty="0" err="1"/>
              <a:t>ትሁቦሙ</a:t>
            </a:r>
            <a:r>
              <a:rPr lang="en-US" sz="12600" dirty="0"/>
              <a:t> </a:t>
            </a:r>
            <a:r>
              <a:rPr lang="en-US" sz="12600" dirty="0" err="1"/>
              <a:t>ሲሳዮሙ</a:t>
            </a:r>
            <a:r>
              <a:rPr lang="en-US" sz="12600" dirty="0"/>
              <a:t> </a:t>
            </a:r>
            <a:r>
              <a:rPr lang="en-US" sz="12600" dirty="0" err="1"/>
              <a:t>በጊዜሁ</a:t>
            </a:r>
            <a:r>
              <a:rPr lang="en-US" sz="12600" dirty="0"/>
              <a:t>፣</a:t>
            </a:r>
          </a:p>
          <a:p>
            <a:pPr marL="0" indent="0">
              <a:buNone/>
            </a:pPr>
            <a:r>
              <a:rPr lang="en-US" sz="12600" dirty="0" err="1"/>
              <a:t>ትሰፍሕ</a:t>
            </a:r>
            <a:r>
              <a:rPr lang="en-US" sz="12600" dirty="0"/>
              <a:t> </a:t>
            </a:r>
            <a:r>
              <a:rPr lang="en-US" sz="12600" dirty="0" err="1"/>
              <a:t>የማነከ</a:t>
            </a:r>
            <a:r>
              <a:rPr lang="en-US" sz="12600" dirty="0"/>
              <a:t> </a:t>
            </a:r>
            <a:r>
              <a:rPr lang="en-US" sz="12600" dirty="0" err="1"/>
              <a:t>ወታጸግብ</a:t>
            </a:r>
            <a:r>
              <a:rPr lang="en-US" sz="12600" dirty="0"/>
              <a:t> </a:t>
            </a:r>
            <a:r>
              <a:rPr lang="en-US" sz="12600" dirty="0" err="1"/>
              <a:t>ለኩሉ</a:t>
            </a:r>
            <a:r>
              <a:rPr lang="en-US" sz="12600" dirty="0"/>
              <a:t> </a:t>
            </a:r>
            <a:r>
              <a:rPr lang="en-US" sz="12600" dirty="0" err="1"/>
              <a:t>እንስሳ</a:t>
            </a:r>
            <a:r>
              <a:rPr lang="en-US" sz="12600" dirty="0"/>
              <a:t> </a:t>
            </a:r>
            <a:r>
              <a:rPr lang="en-US" sz="12600" dirty="0" err="1"/>
              <a:t>ዘበሥርዓትከ</a:t>
            </a:r>
            <a:r>
              <a:rPr lang="en-US" sz="12600" dirty="0"/>
              <a:t>።</a:t>
            </a:r>
          </a:p>
          <a:p>
            <a:pPr marL="0" indent="0">
              <a:buNone/>
            </a:pPr>
            <a:r>
              <a:rPr lang="en-US" sz="9600" dirty="0" err="1">
                <a:solidFill>
                  <a:srgbClr val="7030A0"/>
                </a:solidFill>
              </a:rPr>
              <a:t>ሁሉም</a:t>
            </a:r>
            <a:r>
              <a:rPr lang="en-US" sz="9600" dirty="0">
                <a:solidFill>
                  <a:srgbClr val="7030A0"/>
                </a:solidFill>
              </a:rPr>
              <a:t> </a:t>
            </a:r>
            <a:r>
              <a:rPr lang="en-US" sz="9600" dirty="0" err="1">
                <a:solidFill>
                  <a:srgbClr val="7030A0"/>
                </a:solidFill>
              </a:rPr>
              <a:t>በተስፋ</a:t>
            </a:r>
            <a:r>
              <a:rPr lang="en-US" sz="9600" dirty="0">
                <a:solidFill>
                  <a:srgbClr val="7030A0"/>
                </a:solidFill>
              </a:rPr>
              <a:t> </a:t>
            </a:r>
            <a:r>
              <a:rPr lang="en-US" sz="9600" dirty="0" err="1">
                <a:solidFill>
                  <a:srgbClr val="7030A0"/>
                </a:solidFill>
              </a:rPr>
              <a:t>ወደ</a:t>
            </a:r>
            <a:r>
              <a:rPr lang="en-US" sz="9600" dirty="0">
                <a:solidFill>
                  <a:srgbClr val="7030A0"/>
                </a:solidFill>
              </a:rPr>
              <a:t> </a:t>
            </a:r>
            <a:r>
              <a:rPr lang="en-US" sz="9600" dirty="0" err="1">
                <a:solidFill>
                  <a:srgbClr val="7030A0"/>
                </a:solidFill>
              </a:rPr>
              <a:t>አንተ</a:t>
            </a:r>
            <a:r>
              <a:rPr lang="en-US" sz="9600" dirty="0">
                <a:solidFill>
                  <a:srgbClr val="7030A0"/>
                </a:solidFill>
              </a:rPr>
              <a:t> </a:t>
            </a:r>
            <a:r>
              <a:rPr lang="en-US" sz="9600" dirty="0" err="1">
                <a:solidFill>
                  <a:srgbClr val="7030A0"/>
                </a:solidFill>
              </a:rPr>
              <a:t>ይመለከታሉ</a:t>
            </a:r>
            <a:r>
              <a:rPr lang="en-US" sz="9600" dirty="0">
                <a:solidFill>
                  <a:srgbClr val="7030A0"/>
                </a:solidFill>
              </a:rPr>
              <a:t> </a:t>
            </a:r>
            <a:r>
              <a:rPr lang="en-US" sz="9600" dirty="0" err="1">
                <a:solidFill>
                  <a:srgbClr val="7030A0"/>
                </a:solidFill>
              </a:rPr>
              <a:t>አንተም</a:t>
            </a:r>
            <a:r>
              <a:rPr lang="en-US" sz="9600" dirty="0">
                <a:solidFill>
                  <a:srgbClr val="7030A0"/>
                </a:solidFill>
              </a:rPr>
              <a:t> </a:t>
            </a:r>
            <a:r>
              <a:rPr lang="en-US" sz="9600" dirty="0" err="1">
                <a:solidFill>
                  <a:srgbClr val="7030A0"/>
                </a:solidFill>
              </a:rPr>
              <a:t>በሚያስፈልጋቸው</a:t>
            </a:r>
            <a:r>
              <a:rPr lang="en-US" sz="9600" dirty="0">
                <a:solidFill>
                  <a:srgbClr val="7030A0"/>
                </a:solidFill>
              </a:rPr>
              <a:t> </a:t>
            </a:r>
            <a:r>
              <a:rPr lang="en-US" sz="9600" dirty="0" err="1">
                <a:solidFill>
                  <a:srgbClr val="7030A0"/>
                </a:solidFill>
              </a:rPr>
              <a:t>ጊዜ</a:t>
            </a:r>
            <a:r>
              <a:rPr lang="en-US" sz="9600" dirty="0">
                <a:solidFill>
                  <a:srgbClr val="7030A0"/>
                </a:solidFill>
              </a:rPr>
              <a:t> </a:t>
            </a:r>
            <a:r>
              <a:rPr lang="en-US" sz="9600" dirty="0" err="1">
                <a:solidFill>
                  <a:srgbClr val="7030A0"/>
                </a:solidFill>
              </a:rPr>
              <a:t>ምግባቸውን</a:t>
            </a:r>
            <a:r>
              <a:rPr lang="en-US" sz="9600" dirty="0">
                <a:solidFill>
                  <a:srgbClr val="7030A0"/>
                </a:solidFill>
              </a:rPr>
              <a:t> </a:t>
            </a:r>
            <a:r>
              <a:rPr lang="en-US" sz="9600" dirty="0" err="1">
                <a:solidFill>
                  <a:srgbClr val="7030A0"/>
                </a:solidFill>
              </a:rPr>
              <a:t>ትሰጣቸዋለህ</a:t>
            </a:r>
            <a:r>
              <a:rPr lang="en-US" sz="9600" dirty="0">
                <a:solidFill>
                  <a:srgbClr val="7030A0"/>
                </a:solidFill>
              </a:rPr>
              <a:t> </a:t>
            </a:r>
            <a:r>
              <a:rPr lang="en-US" sz="9600" dirty="0" err="1">
                <a:solidFill>
                  <a:srgbClr val="7030A0"/>
                </a:solidFill>
              </a:rPr>
              <a:t>እጅህን</a:t>
            </a:r>
            <a:r>
              <a:rPr lang="en-US" sz="9600" dirty="0">
                <a:solidFill>
                  <a:srgbClr val="7030A0"/>
                </a:solidFill>
              </a:rPr>
              <a:t> </a:t>
            </a:r>
            <a:r>
              <a:rPr lang="en-US" sz="9600" dirty="0" err="1">
                <a:solidFill>
                  <a:srgbClr val="7030A0"/>
                </a:solidFill>
              </a:rPr>
              <a:t>ከፍተህ</a:t>
            </a:r>
            <a:r>
              <a:rPr lang="en-US" sz="9600" dirty="0">
                <a:solidFill>
                  <a:srgbClr val="7030A0"/>
                </a:solidFill>
              </a:rPr>
              <a:t> </a:t>
            </a:r>
            <a:r>
              <a:rPr lang="en-US" sz="9600" dirty="0" err="1">
                <a:solidFill>
                  <a:srgbClr val="7030A0"/>
                </a:solidFill>
              </a:rPr>
              <a:t>የእያንዳንዱን</a:t>
            </a:r>
            <a:r>
              <a:rPr lang="en-US" sz="9600" dirty="0">
                <a:solidFill>
                  <a:srgbClr val="7030A0"/>
                </a:solidFill>
              </a:rPr>
              <a:t> </a:t>
            </a:r>
            <a:r>
              <a:rPr lang="en-US" sz="9600" dirty="0" err="1">
                <a:solidFill>
                  <a:srgbClr val="7030A0"/>
                </a:solidFill>
              </a:rPr>
              <a:t>ሕያው</a:t>
            </a:r>
            <a:r>
              <a:rPr lang="en-US" sz="9600" dirty="0">
                <a:solidFill>
                  <a:srgbClr val="7030A0"/>
                </a:solidFill>
              </a:rPr>
              <a:t> </a:t>
            </a:r>
            <a:r>
              <a:rPr lang="en-US" sz="9600" dirty="0" err="1">
                <a:solidFill>
                  <a:srgbClr val="7030A0"/>
                </a:solidFill>
              </a:rPr>
              <a:t>ፍጥረት</a:t>
            </a:r>
            <a:r>
              <a:rPr lang="en-US" sz="9600" dirty="0">
                <a:solidFill>
                  <a:srgbClr val="7030A0"/>
                </a:solidFill>
              </a:rPr>
              <a:t> </a:t>
            </a:r>
            <a:r>
              <a:rPr lang="en-US" sz="9600" dirty="0" err="1">
                <a:solidFill>
                  <a:srgbClr val="7030A0"/>
                </a:solidFill>
              </a:rPr>
              <a:t>ፍላጎት</a:t>
            </a:r>
            <a:r>
              <a:rPr lang="en-US" sz="9600" dirty="0">
                <a:solidFill>
                  <a:srgbClr val="7030A0"/>
                </a:solidFill>
              </a:rPr>
              <a:t> </a:t>
            </a:r>
            <a:r>
              <a:rPr lang="en-US" sz="9600" dirty="0" err="1">
                <a:solidFill>
                  <a:srgbClr val="7030A0"/>
                </a:solidFill>
              </a:rPr>
              <a:t>ታረካለህ</a:t>
            </a:r>
            <a:r>
              <a:rPr lang="en-US" sz="9600" dirty="0">
                <a:solidFill>
                  <a:srgbClr val="7030A0"/>
                </a:solidFill>
              </a:rPr>
              <a:t>።</a:t>
            </a:r>
            <a:endParaRPr lang="am-ET" sz="9600" dirty="0">
              <a:solidFill>
                <a:srgbClr val="7030A0"/>
              </a:solidFill>
            </a:endParaRPr>
          </a:p>
          <a:p>
            <a:pPr marL="0" indent="0">
              <a:buNone/>
            </a:pPr>
            <a:endParaRPr lang="en-US" sz="9600" dirty="0"/>
          </a:p>
          <a:p>
            <a:pPr marL="0" indent="0">
              <a:buNone/>
            </a:pPr>
            <a:endParaRPr lang="en-US" sz="8800" dirty="0"/>
          </a:p>
        </p:txBody>
      </p:sp>
    </p:spTree>
    <p:extLst>
      <p:ext uri="{BB962C8B-B14F-4D97-AF65-F5344CB8AC3E}">
        <p14:creationId xmlns:p14="http://schemas.microsoft.com/office/powerpoint/2010/main" val="1550288109"/>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F5BC56-F92F-4945-BF36-2FD05C4D34F2}"/>
              </a:ext>
            </a:extLst>
          </p:cNvPr>
          <p:cNvSpPr>
            <a:spLocks noGrp="1"/>
          </p:cNvSpPr>
          <p:nvPr>
            <p:ph type="title"/>
          </p:nvPr>
        </p:nvSpPr>
        <p:spPr>
          <a:xfrm>
            <a:off x="122829" y="45720"/>
            <a:ext cx="12069171" cy="651165"/>
          </a:xfrm>
        </p:spPr>
        <p:txBody>
          <a:bodyPr>
            <a:noAutofit/>
          </a:bodyPr>
          <a:lstStyle/>
          <a:p>
            <a:pPr algn="ctr"/>
            <a:r>
              <a:rPr lang="en-US" sz="4800" b="1" dirty="0">
                <a:solidFill>
                  <a:srgbClr val="C00000"/>
                </a:solidFill>
                <a:latin typeface="Ebrima" pitchFamily="2" charset="0"/>
                <a:ea typeface="Ebrima" pitchFamily="2" charset="0"/>
                <a:cs typeface="Ebrima" pitchFamily="2" charset="0"/>
              </a:rPr>
              <a:t>ም</a:t>
            </a:r>
            <a:r>
              <a:rPr lang="am-ET" sz="4800" b="1" dirty="0">
                <a:solidFill>
                  <a:srgbClr val="C00000"/>
                </a:solidFill>
                <a:latin typeface="Ebrima" pitchFamily="2" charset="0"/>
                <a:ea typeface="Ebrima" pitchFamily="2" charset="0"/>
                <a:cs typeface="Ebrima" pitchFamily="2" charset="0"/>
              </a:rPr>
              <a:t>ስ</a:t>
            </a:r>
            <a:r>
              <a:rPr lang="en-US" sz="4800" b="1" dirty="0" err="1">
                <a:solidFill>
                  <a:srgbClr val="C00000"/>
                </a:solidFill>
                <a:latin typeface="Ebrima" pitchFamily="2" charset="0"/>
                <a:ea typeface="Ebrima" pitchFamily="2" charset="0"/>
                <a:cs typeface="Ebrima" pitchFamily="2" charset="0"/>
              </a:rPr>
              <a:t>ባክ</a:t>
            </a:r>
            <a:r>
              <a:rPr lang="en-US" sz="4800" b="1" dirty="0">
                <a:solidFill>
                  <a:srgbClr val="C00000"/>
                </a:solidFill>
                <a:latin typeface="Ebrima" pitchFamily="2" charset="0"/>
                <a:ea typeface="Ebrima" pitchFamily="2" charset="0"/>
                <a:cs typeface="Ebrima" pitchFamily="2" charset="0"/>
              </a:rPr>
              <a:t> (</a:t>
            </a:r>
            <a:r>
              <a:rPr lang="am-ET" sz="4800" b="1" dirty="0">
                <a:solidFill>
                  <a:srgbClr val="C00000"/>
                </a:solidFill>
              </a:rPr>
              <a:t>መዝ </a:t>
            </a:r>
            <a:r>
              <a:rPr lang="en-US" sz="4800" b="1" dirty="0">
                <a:solidFill>
                  <a:srgbClr val="C00000"/>
                </a:solidFill>
              </a:rPr>
              <a:t>135</a:t>
            </a:r>
            <a:r>
              <a:rPr lang="am-ET" sz="4800" b="1" dirty="0">
                <a:solidFill>
                  <a:srgbClr val="C00000"/>
                </a:solidFill>
              </a:rPr>
              <a:t>፥</a:t>
            </a:r>
            <a:r>
              <a:rPr lang="en-US" sz="4800" b="1" dirty="0">
                <a:solidFill>
                  <a:srgbClr val="C00000"/>
                </a:solidFill>
              </a:rPr>
              <a:t>7)</a:t>
            </a:r>
            <a:endParaRPr lang="en-US" sz="4800" b="1" dirty="0">
              <a:solidFill>
                <a:srgbClr val="C00000"/>
              </a:solidFill>
              <a:latin typeface="Ebrima" pitchFamily="2" charset="0"/>
              <a:ea typeface="Ebrima" pitchFamily="2" charset="0"/>
              <a:cs typeface="Ebrima" pitchFamily="2" charset="0"/>
            </a:endParaRPr>
          </a:p>
        </p:txBody>
      </p:sp>
      <p:sp>
        <p:nvSpPr>
          <p:cNvPr id="3" name="Content Placeholder 2">
            <a:extLst>
              <a:ext uri="{FF2B5EF4-FFF2-40B4-BE49-F238E27FC236}">
                <a16:creationId xmlns:a16="http://schemas.microsoft.com/office/drawing/2014/main" id="{15DC8158-13B1-49CD-9DB4-69D77DA4E83D}"/>
              </a:ext>
            </a:extLst>
          </p:cNvPr>
          <p:cNvSpPr>
            <a:spLocks noGrp="1"/>
          </p:cNvSpPr>
          <p:nvPr>
            <p:ph idx="1"/>
          </p:nvPr>
        </p:nvSpPr>
        <p:spPr>
          <a:xfrm>
            <a:off x="2" y="548642"/>
            <a:ext cx="12191999" cy="6263639"/>
          </a:xfrm>
        </p:spPr>
        <p:txBody>
          <a:bodyPr>
            <a:noAutofit/>
          </a:bodyPr>
          <a:lstStyle/>
          <a:p>
            <a:pPr marL="0" indent="0">
              <a:lnSpc>
                <a:spcPct val="100000"/>
              </a:lnSpc>
              <a:buNone/>
            </a:pPr>
            <a:r>
              <a:rPr lang="en-US" sz="7200" dirty="0" err="1"/>
              <a:t>ያዓርግ</a:t>
            </a:r>
            <a:r>
              <a:rPr lang="en-US" sz="7200" dirty="0"/>
              <a:t> </a:t>
            </a:r>
            <a:r>
              <a:rPr lang="en-US" sz="7200" dirty="0" err="1"/>
              <a:t>ደመናተ</a:t>
            </a:r>
            <a:r>
              <a:rPr lang="en-US" sz="7200" dirty="0"/>
              <a:t> </a:t>
            </a:r>
            <a:r>
              <a:rPr lang="en-US" sz="7200" dirty="0" err="1"/>
              <a:t>እምኣጽናፈ</a:t>
            </a:r>
            <a:r>
              <a:rPr lang="en-US" sz="7200" dirty="0"/>
              <a:t> </a:t>
            </a:r>
            <a:r>
              <a:rPr lang="en-US" sz="7200" dirty="0" err="1"/>
              <a:t>ምድር</a:t>
            </a:r>
            <a:r>
              <a:rPr lang="am-ET" sz="7200" dirty="0"/>
              <a:t>፤</a:t>
            </a:r>
            <a:r>
              <a:rPr lang="en-US" sz="7200" dirty="0"/>
              <a:t> </a:t>
            </a:r>
            <a:r>
              <a:rPr lang="en-US" sz="7200" dirty="0" err="1"/>
              <a:t>ወገብረ</a:t>
            </a:r>
            <a:r>
              <a:rPr lang="en-US" sz="7200" dirty="0"/>
              <a:t> </a:t>
            </a:r>
            <a:r>
              <a:rPr lang="en-US" sz="7200" dirty="0" err="1"/>
              <a:t>መብረቀ</a:t>
            </a:r>
            <a:r>
              <a:rPr lang="en-US" sz="7200" dirty="0"/>
              <a:t> </a:t>
            </a:r>
            <a:r>
              <a:rPr lang="en-US" sz="7200" dirty="0" err="1"/>
              <a:t>ለጊዜ</a:t>
            </a:r>
            <a:r>
              <a:rPr lang="en-US" sz="7200" dirty="0"/>
              <a:t> </a:t>
            </a:r>
            <a:r>
              <a:rPr lang="en-US" sz="7200" dirty="0" err="1"/>
              <a:t>ዝናም</a:t>
            </a:r>
            <a:r>
              <a:rPr lang="am-ET" sz="7200" dirty="0"/>
              <a:t>፤</a:t>
            </a:r>
            <a:r>
              <a:rPr lang="en-US" sz="7200" dirty="0"/>
              <a:t> </a:t>
            </a:r>
          </a:p>
          <a:p>
            <a:pPr marL="0" indent="0">
              <a:lnSpc>
                <a:spcPct val="100000"/>
              </a:lnSpc>
              <a:buNone/>
            </a:pPr>
            <a:r>
              <a:rPr lang="en-US" sz="7200" dirty="0" err="1"/>
              <a:t>ዘያወፅኦሙ</a:t>
            </a:r>
            <a:r>
              <a:rPr lang="en-US" sz="7200" dirty="0"/>
              <a:t> </a:t>
            </a:r>
            <a:r>
              <a:rPr lang="en-US" sz="7200" dirty="0" err="1"/>
              <a:t>ለነፋሳት</a:t>
            </a:r>
            <a:r>
              <a:rPr lang="en-US" sz="7200" dirty="0"/>
              <a:t> </a:t>
            </a:r>
            <a:r>
              <a:rPr lang="en-US" sz="7200" dirty="0" err="1"/>
              <a:t>እመዛግብቲሆሙ</a:t>
            </a:r>
            <a:r>
              <a:rPr lang="am-ET" sz="7200" dirty="0"/>
              <a:t>። </a:t>
            </a:r>
            <a:endParaRPr lang="en-US" sz="7200" dirty="0"/>
          </a:p>
          <a:p>
            <a:pPr marL="0" indent="0">
              <a:lnSpc>
                <a:spcPct val="100000"/>
              </a:lnSpc>
              <a:buNone/>
            </a:pPr>
            <a:r>
              <a:rPr lang="en-US" sz="6000" dirty="0" err="1">
                <a:solidFill>
                  <a:srgbClr val="FF0000"/>
                </a:solidFill>
              </a:rPr>
              <a:t>ከምድር</a:t>
            </a:r>
            <a:r>
              <a:rPr lang="en-US" sz="6000" dirty="0">
                <a:solidFill>
                  <a:srgbClr val="FF0000"/>
                </a:solidFill>
              </a:rPr>
              <a:t> </a:t>
            </a:r>
            <a:r>
              <a:rPr lang="en-US" sz="6000" dirty="0" err="1">
                <a:solidFill>
                  <a:srgbClr val="FF0000"/>
                </a:solidFill>
              </a:rPr>
              <a:t>ዳርቻ</a:t>
            </a:r>
            <a:r>
              <a:rPr lang="en-US" sz="6000" dirty="0">
                <a:solidFill>
                  <a:srgbClr val="FF0000"/>
                </a:solidFill>
              </a:rPr>
              <a:t> </a:t>
            </a:r>
            <a:r>
              <a:rPr lang="en-US" sz="6000" dirty="0" err="1">
                <a:solidFill>
                  <a:srgbClr val="FF0000"/>
                </a:solidFill>
              </a:rPr>
              <a:t>ደመናትን</a:t>
            </a:r>
            <a:r>
              <a:rPr lang="en-US" sz="6000" dirty="0">
                <a:solidFill>
                  <a:srgbClr val="FF0000"/>
                </a:solidFill>
              </a:rPr>
              <a:t> </a:t>
            </a:r>
            <a:r>
              <a:rPr lang="en-US" sz="6000" dirty="0" err="1">
                <a:solidFill>
                  <a:srgbClr val="FF0000"/>
                </a:solidFill>
              </a:rPr>
              <a:t>ያወጣል</a:t>
            </a:r>
            <a:r>
              <a:rPr lang="en-US" sz="6000" dirty="0">
                <a:solidFill>
                  <a:srgbClr val="FF0000"/>
                </a:solidFill>
              </a:rPr>
              <a:t>፣ </a:t>
            </a:r>
            <a:r>
              <a:rPr lang="en-US" sz="6000" dirty="0" err="1">
                <a:solidFill>
                  <a:srgbClr val="FF0000"/>
                </a:solidFill>
              </a:rPr>
              <a:t>በዝናብ</a:t>
            </a:r>
            <a:r>
              <a:rPr lang="en-US" sz="6000" dirty="0">
                <a:solidFill>
                  <a:srgbClr val="FF0000"/>
                </a:solidFill>
              </a:rPr>
              <a:t> </a:t>
            </a:r>
            <a:r>
              <a:rPr lang="en-US" sz="6000" dirty="0" err="1">
                <a:solidFill>
                  <a:srgbClr val="FF0000"/>
                </a:solidFill>
              </a:rPr>
              <a:t>ጊዜ</a:t>
            </a:r>
            <a:r>
              <a:rPr lang="en-US" sz="6000" dirty="0">
                <a:solidFill>
                  <a:srgbClr val="FF0000"/>
                </a:solidFill>
              </a:rPr>
              <a:t> </a:t>
            </a:r>
            <a:r>
              <a:rPr lang="en-US" sz="6000" dirty="0" err="1">
                <a:solidFill>
                  <a:srgbClr val="FF0000"/>
                </a:solidFill>
              </a:rPr>
              <a:t>መብረቅን</a:t>
            </a:r>
            <a:r>
              <a:rPr lang="en-US" sz="6000" dirty="0">
                <a:solidFill>
                  <a:srgbClr val="FF0000"/>
                </a:solidFill>
              </a:rPr>
              <a:t> </a:t>
            </a:r>
            <a:r>
              <a:rPr lang="en-US" sz="6000" dirty="0" err="1">
                <a:solidFill>
                  <a:srgbClr val="FF0000"/>
                </a:solidFill>
              </a:rPr>
              <a:t>ያደርጋል</a:t>
            </a:r>
            <a:r>
              <a:rPr lang="en-US" sz="6000" dirty="0">
                <a:solidFill>
                  <a:srgbClr val="FF0000"/>
                </a:solidFill>
              </a:rPr>
              <a:t>፣ </a:t>
            </a:r>
            <a:r>
              <a:rPr lang="en-US" sz="6000" dirty="0" err="1">
                <a:solidFill>
                  <a:srgbClr val="FF0000"/>
                </a:solidFill>
              </a:rPr>
              <a:t>ነፋሳትንም</a:t>
            </a:r>
            <a:r>
              <a:rPr lang="en-US" sz="6000" dirty="0">
                <a:solidFill>
                  <a:srgbClr val="FF0000"/>
                </a:solidFill>
              </a:rPr>
              <a:t> </a:t>
            </a:r>
            <a:r>
              <a:rPr lang="en-US" sz="6000" dirty="0" err="1">
                <a:solidFill>
                  <a:srgbClr val="FF0000"/>
                </a:solidFill>
              </a:rPr>
              <a:t>ከመዛግብቱ</a:t>
            </a:r>
            <a:r>
              <a:rPr lang="en-US" sz="6000" dirty="0">
                <a:solidFill>
                  <a:srgbClr val="FF0000"/>
                </a:solidFill>
              </a:rPr>
              <a:t> </a:t>
            </a:r>
            <a:r>
              <a:rPr lang="en-US" sz="6000" dirty="0" err="1">
                <a:solidFill>
                  <a:srgbClr val="FF0000"/>
                </a:solidFill>
              </a:rPr>
              <a:t>ያወጣል</a:t>
            </a:r>
            <a:r>
              <a:rPr lang="am-ET" sz="6000" dirty="0">
                <a:solidFill>
                  <a:srgbClr val="FF0000"/>
                </a:solidFill>
              </a:rPr>
              <a:t>።</a:t>
            </a:r>
            <a:endParaRPr lang="en-US" sz="6600" dirty="0">
              <a:solidFill>
                <a:schemeClr val="accent1">
                  <a:lumMod val="75000"/>
                </a:schemeClr>
              </a:solidFill>
            </a:endParaRPr>
          </a:p>
        </p:txBody>
      </p:sp>
    </p:spTree>
    <p:extLst>
      <p:ext uri="{BB962C8B-B14F-4D97-AF65-F5344CB8AC3E}">
        <p14:creationId xmlns:p14="http://schemas.microsoft.com/office/powerpoint/2010/main" val="2514552339"/>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F5BC56-F92F-4945-BF36-2FD05C4D34F2}"/>
              </a:ext>
            </a:extLst>
          </p:cNvPr>
          <p:cNvSpPr>
            <a:spLocks noGrp="1"/>
          </p:cNvSpPr>
          <p:nvPr>
            <p:ph type="title"/>
          </p:nvPr>
        </p:nvSpPr>
        <p:spPr>
          <a:xfrm>
            <a:off x="122829" y="45720"/>
            <a:ext cx="12069171" cy="651165"/>
          </a:xfrm>
        </p:spPr>
        <p:txBody>
          <a:bodyPr>
            <a:noAutofit/>
          </a:bodyPr>
          <a:lstStyle/>
          <a:p>
            <a:pPr algn="ctr"/>
            <a:r>
              <a:rPr lang="en-US" sz="4800" b="1" dirty="0">
                <a:solidFill>
                  <a:srgbClr val="C00000"/>
                </a:solidFill>
                <a:latin typeface="Ebrima" pitchFamily="2" charset="0"/>
                <a:ea typeface="Ebrima" pitchFamily="2" charset="0"/>
                <a:cs typeface="Ebrima" pitchFamily="2" charset="0"/>
              </a:rPr>
              <a:t>ም</a:t>
            </a:r>
            <a:r>
              <a:rPr lang="am-ET" sz="4800" b="1" dirty="0">
                <a:solidFill>
                  <a:srgbClr val="C00000"/>
                </a:solidFill>
                <a:latin typeface="Ebrima" pitchFamily="2" charset="0"/>
                <a:ea typeface="Ebrima" pitchFamily="2" charset="0"/>
                <a:cs typeface="Ebrima" pitchFamily="2" charset="0"/>
              </a:rPr>
              <a:t>ስ</a:t>
            </a:r>
            <a:r>
              <a:rPr lang="en-US" sz="4800" b="1" dirty="0" err="1">
                <a:solidFill>
                  <a:srgbClr val="C00000"/>
                </a:solidFill>
                <a:latin typeface="Ebrima" pitchFamily="2" charset="0"/>
                <a:ea typeface="Ebrima" pitchFamily="2" charset="0"/>
                <a:cs typeface="Ebrima" pitchFamily="2" charset="0"/>
              </a:rPr>
              <a:t>ባክ</a:t>
            </a:r>
            <a:r>
              <a:rPr lang="en-US" sz="4800" b="1" dirty="0">
                <a:solidFill>
                  <a:srgbClr val="C00000"/>
                </a:solidFill>
                <a:latin typeface="Ebrima" pitchFamily="2" charset="0"/>
                <a:ea typeface="Ebrima" pitchFamily="2" charset="0"/>
                <a:cs typeface="Ebrima" pitchFamily="2" charset="0"/>
              </a:rPr>
              <a:t> (</a:t>
            </a:r>
            <a:r>
              <a:rPr lang="am-ET" sz="4800" b="1" dirty="0">
                <a:solidFill>
                  <a:srgbClr val="C00000"/>
                </a:solidFill>
              </a:rPr>
              <a:t>መዝ 65፥</a:t>
            </a:r>
            <a:r>
              <a:rPr lang="en-US" sz="4800" b="1" dirty="0">
                <a:solidFill>
                  <a:srgbClr val="C00000"/>
                </a:solidFill>
              </a:rPr>
              <a:t>9)</a:t>
            </a:r>
            <a:endParaRPr lang="en-US" sz="4800" b="1" dirty="0">
              <a:solidFill>
                <a:srgbClr val="C00000"/>
              </a:solidFill>
              <a:latin typeface="Ebrima" pitchFamily="2" charset="0"/>
              <a:ea typeface="Ebrima" pitchFamily="2" charset="0"/>
              <a:cs typeface="Ebrima" pitchFamily="2" charset="0"/>
            </a:endParaRPr>
          </a:p>
        </p:txBody>
      </p:sp>
      <p:sp>
        <p:nvSpPr>
          <p:cNvPr id="3" name="Content Placeholder 2">
            <a:extLst>
              <a:ext uri="{FF2B5EF4-FFF2-40B4-BE49-F238E27FC236}">
                <a16:creationId xmlns:a16="http://schemas.microsoft.com/office/drawing/2014/main" id="{15DC8158-13B1-49CD-9DB4-69D77DA4E83D}"/>
              </a:ext>
            </a:extLst>
          </p:cNvPr>
          <p:cNvSpPr>
            <a:spLocks noGrp="1"/>
          </p:cNvSpPr>
          <p:nvPr>
            <p:ph idx="1"/>
          </p:nvPr>
        </p:nvSpPr>
        <p:spPr>
          <a:xfrm>
            <a:off x="2" y="696885"/>
            <a:ext cx="12191999" cy="6115395"/>
          </a:xfrm>
        </p:spPr>
        <p:txBody>
          <a:bodyPr>
            <a:noAutofit/>
          </a:bodyPr>
          <a:lstStyle/>
          <a:p>
            <a:pPr marL="0" indent="0">
              <a:lnSpc>
                <a:spcPct val="100000"/>
              </a:lnSpc>
              <a:buNone/>
            </a:pPr>
            <a:r>
              <a:rPr lang="am-ET" sz="7200" dirty="0"/>
              <a:t>ሓወጽካ ለምድር ወኣርወይካ፤    </a:t>
            </a:r>
          </a:p>
          <a:p>
            <a:pPr marL="0" indent="0">
              <a:lnSpc>
                <a:spcPct val="100000"/>
              </a:lnSpc>
              <a:buNone/>
            </a:pPr>
            <a:r>
              <a:rPr lang="am-ET" sz="7200" dirty="0"/>
              <a:t>ወኣብዛኅኮ ለብዕላ ፤   </a:t>
            </a:r>
          </a:p>
          <a:p>
            <a:pPr marL="0" indent="0">
              <a:lnSpc>
                <a:spcPct val="100000"/>
              </a:lnSpc>
              <a:buNone/>
            </a:pPr>
            <a:r>
              <a:rPr lang="am-ET" sz="7200" dirty="0"/>
              <a:t>ፈለገ እግዚኣብሔር ምሉእ ማያተ። </a:t>
            </a:r>
            <a:endParaRPr lang="en-US" sz="7200" dirty="0"/>
          </a:p>
          <a:p>
            <a:pPr marL="0" indent="0">
              <a:lnSpc>
                <a:spcPct val="100000"/>
              </a:lnSpc>
              <a:buNone/>
            </a:pPr>
            <a:r>
              <a:rPr lang="am-ET" sz="5400" dirty="0">
                <a:solidFill>
                  <a:srgbClr val="FF0000"/>
                </a:solidFill>
              </a:rPr>
              <a:t>ዝናብን በማዝነብ ምድርን ትጎበኛለህ ፍሬያማ በማድረግ ታበለጽጋታለህ፣ ምን</a:t>
            </a:r>
            <a:r>
              <a:rPr lang="en-US" sz="5400" dirty="0">
                <a:solidFill>
                  <a:srgbClr val="FF0000"/>
                </a:solidFill>
              </a:rPr>
              <a:t>ጮ</a:t>
            </a:r>
            <a:r>
              <a:rPr lang="am-ET" sz="5400" dirty="0">
                <a:solidFill>
                  <a:srgbClr val="FF0000"/>
                </a:solidFill>
              </a:rPr>
              <a:t>ችህን በውሃ ትሞላለህ ለምድርም ሰብልን ትሰጣለህ ።</a:t>
            </a:r>
            <a:endParaRPr lang="en-US" sz="6000" dirty="0">
              <a:solidFill>
                <a:schemeClr val="accent1">
                  <a:lumMod val="75000"/>
                </a:schemeClr>
              </a:solidFill>
            </a:endParaRPr>
          </a:p>
        </p:txBody>
      </p:sp>
    </p:spTree>
    <p:extLst>
      <p:ext uri="{BB962C8B-B14F-4D97-AF65-F5344CB8AC3E}">
        <p14:creationId xmlns:p14="http://schemas.microsoft.com/office/powerpoint/2010/main" val="1000935122"/>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F5BC56-F92F-4945-BF36-2FD05C4D34F2}"/>
              </a:ext>
            </a:extLst>
          </p:cNvPr>
          <p:cNvSpPr>
            <a:spLocks noGrp="1"/>
          </p:cNvSpPr>
          <p:nvPr>
            <p:ph type="title"/>
          </p:nvPr>
        </p:nvSpPr>
        <p:spPr>
          <a:xfrm>
            <a:off x="122829" y="45720"/>
            <a:ext cx="12069171" cy="651165"/>
          </a:xfrm>
        </p:spPr>
        <p:txBody>
          <a:bodyPr>
            <a:noAutofit/>
          </a:bodyPr>
          <a:lstStyle/>
          <a:p>
            <a:pPr algn="ctr"/>
            <a:r>
              <a:rPr lang="en-US" sz="4800" b="1" dirty="0">
                <a:solidFill>
                  <a:srgbClr val="C00000"/>
                </a:solidFill>
                <a:latin typeface="Ebrima" pitchFamily="2" charset="0"/>
                <a:ea typeface="Ebrima" pitchFamily="2" charset="0"/>
                <a:cs typeface="Ebrima" pitchFamily="2" charset="0"/>
              </a:rPr>
              <a:t>ም</a:t>
            </a:r>
            <a:r>
              <a:rPr lang="am-ET" sz="4800" b="1" dirty="0">
                <a:solidFill>
                  <a:srgbClr val="C00000"/>
                </a:solidFill>
                <a:latin typeface="Ebrima" pitchFamily="2" charset="0"/>
                <a:ea typeface="Ebrima" pitchFamily="2" charset="0"/>
                <a:cs typeface="Ebrima" pitchFamily="2" charset="0"/>
              </a:rPr>
              <a:t>ስ</a:t>
            </a:r>
            <a:r>
              <a:rPr lang="en-US" sz="4800" b="1" dirty="0" err="1">
                <a:solidFill>
                  <a:srgbClr val="C00000"/>
                </a:solidFill>
                <a:latin typeface="Ebrima" pitchFamily="2" charset="0"/>
                <a:ea typeface="Ebrima" pitchFamily="2" charset="0"/>
                <a:cs typeface="Ebrima" pitchFamily="2" charset="0"/>
              </a:rPr>
              <a:t>ባክ</a:t>
            </a:r>
            <a:r>
              <a:rPr lang="en-US" sz="4800" b="1" dirty="0">
                <a:solidFill>
                  <a:srgbClr val="C00000"/>
                </a:solidFill>
                <a:latin typeface="Ebrima" pitchFamily="2" charset="0"/>
                <a:ea typeface="Ebrima" pitchFamily="2" charset="0"/>
                <a:cs typeface="Ebrima" pitchFamily="2" charset="0"/>
              </a:rPr>
              <a:t> (</a:t>
            </a:r>
            <a:r>
              <a:rPr lang="am-ET" sz="4800" b="1" dirty="0">
                <a:solidFill>
                  <a:srgbClr val="C00000"/>
                </a:solidFill>
              </a:rPr>
              <a:t>መዝ 65፥10</a:t>
            </a:r>
            <a:r>
              <a:rPr lang="en-US" sz="4800" b="1" dirty="0">
                <a:solidFill>
                  <a:srgbClr val="C00000"/>
                </a:solidFill>
              </a:rPr>
              <a:t>)</a:t>
            </a:r>
            <a:endParaRPr lang="en-US" sz="4800" b="1" dirty="0">
              <a:solidFill>
                <a:srgbClr val="C00000"/>
              </a:solidFill>
              <a:latin typeface="Ebrima" pitchFamily="2" charset="0"/>
              <a:ea typeface="Ebrima" pitchFamily="2" charset="0"/>
              <a:cs typeface="Ebrima" pitchFamily="2" charset="0"/>
            </a:endParaRPr>
          </a:p>
        </p:txBody>
      </p:sp>
      <p:sp>
        <p:nvSpPr>
          <p:cNvPr id="3" name="Content Placeholder 2">
            <a:extLst>
              <a:ext uri="{FF2B5EF4-FFF2-40B4-BE49-F238E27FC236}">
                <a16:creationId xmlns:a16="http://schemas.microsoft.com/office/drawing/2014/main" id="{15DC8158-13B1-49CD-9DB4-69D77DA4E83D}"/>
              </a:ext>
            </a:extLst>
          </p:cNvPr>
          <p:cNvSpPr>
            <a:spLocks noGrp="1"/>
          </p:cNvSpPr>
          <p:nvPr>
            <p:ph idx="1"/>
          </p:nvPr>
        </p:nvSpPr>
        <p:spPr>
          <a:xfrm>
            <a:off x="23161" y="888441"/>
            <a:ext cx="12069171" cy="5793715"/>
          </a:xfrm>
        </p:spPr>
        <p:txBody>
          <a:bodyPr>
            <a:noAutofit/>
          </a:bodyPr>
          <a:lstStyle/>
          <a:p>
            <a:pPr marL="0" indent="0">
              <a:lnSpc>
                <a:spcPct val="100000"/>
              </a:lnSpc>
              <a:buNone/>
            </a:pPr>
            <a:r>
              <a:rPr lang="am-ET" sz="7200" dirty="0"/>
              <a:t>አርውዮ ለትለሚሃ፤    </a:t>
            </a:r>
          </a:p>
          <a:p>
            <a:pPr marL="0" indent="0">
              <a:lnSpc>
                <a:spcPct val="100000"/>
              </a:lnSpc>
              <a:buNone/>
            </a:pPr>
            <a:r>
              <a:rPr lang="am-ET" sz="7200" dirty="0"/>
              <a:t>ወኣሥምሮ ለማእረራ ፤   </a:t>
            </a:r>
          </a:p>
          <a:p>
            <a:pPr marL="0" indent="0">
              <a:lnSpc>
                <a:spcPct val="100000"/>
              </a:lnSpc>
              <a:buNone/>
            </a:pPr>
            <a:r>
              <a:rPr lang="am-ET" sz="7200" dirty="0"/>
              <a:t>ወበነጠብጣብከ ትበቁል ተፈሢሓ።     </a:t>
            </a:r>
          </a:p>
          <a:p>
            <a:pPr marL="0" indent="0">
              <a:buNone/>
            </a:pPr>
            <a:r>
              <a:rPr lang="am-ET" sz="5400" dirty="0">
                <a:solidFill>
                  <a:srgbClr val="FF0000"/>
                </a:solidFill>
              </a:rPr>
              <a:t>ለታረሱ ማሳዎች በቂ ዝናብ ትሰጣለህ ወጣ ገባውን ታስተካክላለህ ዐፈሩንም በካፍያ ታለሰልሳለህ ቡቃያዎችም በቅለው እንዲያድጉ ታደርጋለህ።</a:t>
            </a:r>
            <a:endParaRPr lang="en-US" sz="6000" dirty="0">
              <a:solidFill>
                <a:schemeClr val="accent1">
                  <a:lumMod val="75000"/>
                </a:schemeClr>
              </a:solidFill>
            </a:endParaRPr>
          </a:p>
        </p:txBody>
      </p:sp>
    </p:spTree>
    <p:extLst>
      <p:ext uri="{BB962C8B-B14F-4D97-AF65-F5344CB8AC3E}">
        <p14:creationId xmlns:p14="http://schemas.microsoft.com/office/powerpoint/2010/main" val="1559112604"/>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F5BC56-F92F-4945-BF36-2FD05C4D34F2}"/>
              </a:ext>
            </a:extLst>
          </p:cNvPr>
          <p:cNvSpPr>
            <a:spLocks noGrp="1"/>
          </p:cNvSpPr>
          <p:nvPr>
            <p:ph type="title"/>
          </p:nvPr>
        </p:nvSpPr>
        <p:spPr>
          <a:xfrm>
            <a:off x="122829" y="45720"/>
            <a:ext cx="12069171" cy="651165"/>
          </a:xfrm>
        </p:spPr>
        <p:txBody>
          <a:bodyPr>
            <a:noAutofit/>
          </a:bodyPr>
          <a:lstStyle/>
          <a:p>
            <a:pPr algn="ctr"/>
            <a:r>
              <a:rPr lang="en-US" sz="4800" b="1" dirty="0">
                <a:solidFill>
                  <a:srgbClr val="C00000"/>
                </a:solidFill>
                <a:latin typeface="Ebrima" pitchFamily="2" charset="0"/>
                <a:ea typeface="Ebrima" pitchFamily="2" charset="0"/>
                <a:cs typeface="Ebrima" pitchFamily="2" charset="0"/>
              </a:rPr>
              <a:t>ም</a:t>
            </a:r>
            <a:r>
              <a:rPr lang="am-ET" sz="4800" b="1" dirty="0">
                <a:solidFill>
                  <a:srgbClr val="C00000"/>
                </a:solidFill>
                <a:latin typeface="Ebrima" pitchFamily="2" charset="0"/>
                <a:ea typeface="Ebrima" pitchFamily="2" charset="0"/>
                <a:cs typeface="Ebrima" pitchFamily="2" charset="0"/>
              </a:rPr>
              <a:t>ስ</a:t>
            </a:r>
            <a:r>
              <a:rPr lang="en-US" sz="4800" b="1" dirty="0" err="1">
                <a:solidFill>
                  <a:srgbClr val="C00000"/>
                </a:solidFill>
                <a:latin typeface="Ebrima" pitchFamily="2" charset="0"/>
                <a:ea typeface="Ebrima" pitchFamily="2" charset="0"/>
                <a:cs typeface="Ebrima" pitchFamily="2" charset="0"/>
              </a:rPr>
              <a:t>ባክ</a:t>
            </a:r>
            <a:endParaRPr lang="en-US" sz="4800" b="1" dirty="0">
              <a:solidFill>
                <a:srgbClr val="C00000"/>
              </a:solidFill>
              <a:latin typeface="Ebrima" pitchFamily="2" charset="0"/>
              <a:ea typeface="Ebrima" pitchFamily="2" charset="0"/>
              <a:cs typeface="Ebrima" pitchFamily="2" charset="0"/>
            </a:endParaRPr>
          </a:p>
        </p:txBody>
      </p:sp>
      <p:sp>
        <p:nvSpPr>
          <p:cNvPr id="3" name="Content Placeholder 2">
            <a:extLst>
              <a:ext uri="{FF2B5EF4-FFF2-40B4-BE49-F238E27FC236}">
                <a16:creationId xmlns:a16="http://schemas.microsoft.com/office/drawing/2014/main" id="{15DC8158-13B1-49CD-9DB4-69D77DA4E83D}"/>
              </a:ext>
            </a:extLst>
          </p:cNvPr>
          <p:cNvSpPr>
            <a:spLocks noGrp="1"/>
          </p:cNvSpPr>
          <p:nvPr>
            <p:ph idx="1"/>
          </p:nvPr>
        </p:nvSpPr>
        <p:spPr>
          <a:xfrm>
            <a:off x="23161" y="888441"/>
            <a:ext cx="12069171" cy="5793715"/>
          </a:xfrm>
        </p:spPr>
        <p:txBody>
          <a:bodyPr>
            <a:noAutofit/>
          </a:bodyPr>
          <a:lstStyle/>
          <a:p>
            <a:pPr marL="0" indent="0">
              <a:buNone/>
            </a:pPr>
            <a:r>
              <a:rPr lang="am-ET" sz="7200" dirty="0"/>
              <a:t>ዘይገለብቦ ለሰማይ በደመና፤</a:t>
            </a:r>
            <a:endParaRPr lang="en-US" sz="7200" dirty="0"/>
          </a:p>
          <a:p>
            <a:pPr marL="0" indent="0">
              <a:buNone/>
            </a:pPr>
            <a:r>
              <a:rPr lang="am-ET" sz="7200" dirty="0"/>
              <a:t>ወያስተዴሉ ክረምተ ለምድር ፤  </a:t>
            </a:r>
          </a:p>
          <a:p>
            <a:pPr marL="0" indent="0">
              <a:buNone/>
            </a:pPr>
            <a:r>
              <a:rPr lang="am-ET" sz="7200" dirty="0"/>
              <a:t>ዘያበቁል ሣዕረ ውስተ ኣድባር።</a:t>
            </a:r>
            <a:r>
              <a:rPr lang="am-ET" sz="4800" dirty="0">
                <a:solidFill>
                  <a:schemeClr val="accent1">
                    <a:lumMod val="75000"/>
                  </a:schemeClr>
                </a:solidFill>
              </a:rPr>
              <a:t>መዝ</a:t>
            </a:r>
            <a:r>
              <a:rPr lang="en-US" sz="4800" dirty="0">
                <a:solidFill>
                  <a:schemeClr val="accent1">
                    <a:lumMod val="75000"/>
                  </a:schemeClr>
                </a:solidFill>
              </a:rPr>
              <a:t>147</a:t>
            </a:r>
            <a:r>
              <a:rPr lang="am-ET" sz="4800" dirty="0">
                <a:solidFill>
                  <a:schemeClr val="accent1">
                    <a:lumMod val="75000"/>
                  </a:schemeClr>
                </a:solidFill>
              </a:rPr>
              <a:t>፥</a:t>
            </a:r>
            <a:r>
              <a:rPr lang="en-US" sz="4800" dirty="0">
                <a:solidFill>
                  <a:schemeClr val="accent1">
                    <a:lumMod val="75000"/>
                  </a:schemeClr>
                </a:solidFill>
              </a:rPr>
              <a:t>8</a:t>
            </a:r>
            <a:endParaRPr lang="en-US" sz="7200" dirty="0">
              <a:solidFill>
                <a:schemeClr val="accent1">
                  <a:lumMod val="75000"/>
                </a:schemeClr>
              </a:solidFill>
            </a:endParaRPr>
          </a:p>
          <a:p>
            <a:pPr marL="0" indent="0">
              <a:buNone/>
            </a:pPr>
            <a:r>
              <a:rPr lang="am-ET" sz="6600" dirty="0">
                <a:solidFill>
                  <a:srgbClr val="FF0000"/>
                </a:solidFill>
              </a:rPr>
              <a:t>እሱ ደመናን በሰማይ ላይ ይዘረጋል ለምድር ዝናብን ይሰጣል ተራራዎችንም በለምለም ሳር ይሸፍናል።</a:t>
            </a:r>
            <a:endParaRPr lang="en-US" sz="7200" dirty="0">
              <a:solidFill>
                <a:schemeClr val="accent1">
                  <a:lumMod val="75000"/>
                </a:schemeClr>
              </a:solidFill>
            </a:endParaRPr>
          </a:p>
        </p:txBody>
      </p:sp>
    </p:spTree>
    <p:extLst>
      <p:ext uri="{BB962C8B-B14F-4D97-AF65-F5344CB8AC3E}">
        <p14:creationId xmlns:p14="http://schemas.microsoft.com/office/powerpoint/2010/main" val="3612751828"/>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F5BC56-F92F-4945-BF36-2FD05C4D34F2}"/>
              </a:ext>
            </a:extLst>
          </p:cNvPr>
          <p:cNvSpPr>
            <a:spLocks noGrp="1"/>
          </p:cNvSpPr>
          <p:nvPr>
            <p:ph type="title"/>
          </p:nvPr>
        </p:nvSpPr>
        <p:spPr>
          <a:xfrm>
            <a:off x="122829" y="45720"/>
            <a:ext cx="12069171" cy="651165"/>
          </a:xfrm>
        </p:spPr>
        <p:txBody>
          <a:bodyPr>
            <a:noAutofit/>
          </a:bodyPr>
          <a:lstStyle/>
          <a:p>
            <a:pPr algn="ctr"/>
            <a:r>
              <a:rPr lang="en-US" sz="4800" b="1" dirty="0">
                <a:solidFill>
                  <a:srgbClr val="C00000"/>
                </a:solidFill>
                <a:latin typeface="Ebrima" pitchFamily="2" charset="0"/>
                <a:ea typeface="Ebrima" pitchFamily="2" charset="0"/>
                <a:cs typeface="Ebrima" pitchFamily="2" charset="0"/>
              </a:rPr>
              <a:t>ም</a:t>
            </a:r>
            <a:r>
              <a:rPr lang="am-ET" sz="4800" b="1" dirty="0">
                <a:solidFill>
                  <a:srgbClr val="C00000"/>
                </a:solidFill>
                <a:latin typeface="Ebrima" pitchFamily="2" charset="0"/>
                <a:ea typeface="Ebrima" pitchFamily="2" charset="0"/>
                <a:cs typeface="Ebrima" pitchFamily="2" charset="0"/>
              </a:rPr>
              <a:t>ስ</a:t>
            </a:r>
            <a:r>
              <a:rPr lang="en-US" sz="4800" b="1" dirty="0" err="1">
                <a:solidFill>
                  <a:srgbClr val="C00000"/>
                </a:solidFill>
                <a:latin typeface="Ebrima" pitchFamily="2" charset="0"/>
                <a:ea typeface="Ebrima" pitchFamily="2" charset="0"/>
                <a:cs typeface="Ebrima" pitchFamily="2" charset="0"/>
              </a:rPr>
              <a:t>ባክ</a:t>
            </a:r>
            <a:endParaRPr lang="en-US" sz="4800" b="1" dirty="0">
              <a:solidFill>
                <a:srgbClr val="C00000"/>
              </a:solidFill>
              <a:latin typeface="Ebrima" pitchFamily="2" charset="0"/>
              <a:ea typeface="Ebrima" pitchFamily="2" charset="0"/>
              <a:cs typeface="Ebrima" pitchFamily="2" charset="0"/>
            </a:endParaRPr>
          </a:p>
        </p:txBody>
      </p:sp>
      <p:sp>
        <p:nvSpPr>
          <p:cNvPr id="3" name="Content Placeholder 2">
            <a:extLst>
              <a:ext uri="{FF2B5EF4-FFF2-40B4-BE49-F238E27FC236}">
                <a16:creationId xmlns:a16="http://schemas.microsoft.com/office/drawing/2014/main" id="{15DC8158-13B1-49CD-9DB4-69D77DA4E83D}"/>
              </a:ext>
            </a:extLst>
          </p:cNvPr>
          <p:cNvSpPr>
            <a:spLocks noGrp="1"/>
          </p:cNvSpPr>
          <p:nvPr>
            <p:ph idx="1"/>
          </p:nvPr>
        </p:nvSpPr>
        <p:spPr>
          <a:xfrm>
            <a:off x="23161" y="888441"/>
            <a:ext cx="12069171" cy="5793715"/>
          </a:xfrm>
        </p:spPr>
        <p:txBody>
          <a:bodyPr>
            <a:noAutofit/>
          </a:bodyPr>
          <a:lstStyle/>
          <a:p>
            <a:pPr marL="0" indent="0">
              <a:buNone/>
            </a:pPr>
            <a:r>
              <a:rPr lang="am-ET" sz="7200" dirty="0"/>
              <a:t>አንተሰ እግዚኦ መሐሪ</a:t>
            </a:r>
            <a:r>
              <a:rPr lang="en-US" sz="7200" dirty="0"/>
              <a:t> </a:t>
            </a:r>
            <a:r>
              <a:rPr lang="am-ET" sz="7200" dirty="0"/>
              <a:t>ወመስተሣህል፤</a:t>
            </a:r>
            <a:endParaRPr lang="en-US" sz="7200" dirty="0"/>
          </a:p>
          <a:p>
            <a:pPr marL="0" indent="0">
              <a:buNone/>
            </a:pPr>
            <a:r>
              <a:rPr lang="am-ET" sz="7200" dirty="0"/>
              <a:t>ርሑቀ መዓት ወብዙኃ ምሕረት ወጻድቅ፤  </a:t>
            </a:r>
          </a:p>
          <a:p>
            <a:pPr marL="0" indent="0">
              <a:buNone/>
            </a:pPr>
            <a:r>
              <a:rPr lang="am-ET" sz="7200" dirty="0"/>
              <a:t>ነጽር ላዕሌየ ወተሣሃለኒ።</a:t>
            </a:r>
            <a:r>
              <a:rPr lang="am-ET" sz="4800" dirty="0">
                <a:solidFill>
                  <a:schemeClr val="accent1">
                    <a:lumMod val="75000"/>
                  </a:schemeClr>
                </a:solidFill>
              </a:rPr>
              <a:t>መዝ 86፥15-16    </a:t>
            </a:r>
            <a:endParaRPr lang="en-US" sz="7200" dirty="0">
              <a:solidFill>
                <a:schemeClr val="accent1">
                  <a:lumMod val="75000"/>
                </a:schemeClr>
              </a:solidFill>
            </a:endParaRPr>
          </a:p>
          <a:p>
            <a:pPr marL="0" indent="0">
              <a:buNone/>
            </a:pPr>
            <a:r>
              <a:rPr lang="am-ET" sz="6600" dirty="0">
                <a:solidFill>
                  <a:srgbClr val="FF0000"/>
                </a:solidFill>
              </a:rPr>
              <a:t>እግዚአብሔር ሆይ</a:t>
            </a:r>
            <a:r>
              <a:rPr lang="en-US" sz="6600" dirty="0">
                <a:solidFill>
                  <a:srgbClr val="FF0000"/>
                </a:solidFill>
              </a:rPr>
              <a:t> </a:t>
            </a:r>
            <a:r>
              <a:rPr lang="am-ET" sz="6600" dirty="0">
                <a:solidFill>
                  <a:srgbClr val="FF0000"/>
                </a:solidFill>
              </a:rPr>
              <a:t>አንተ ግን መሐሪና ርኅሩኅ</a:t>
            </a:r>
            <a:r>
              <a:rPr lang="en-US" sz="6600" dirty="0">
                <a:solidFill>
                  <a:srgbClr val="FF0000"/>
                </a:solidFill>
              </a:rPr>
              <a:t> </a:t>
            </a:r>
            <a:r>
              <a:rPr lang="am-ET" sz="6600" dirty="0">
                <a:solidFill>
                  <a:srgbClr val="FF0000"/>
                </a:solidFill>
              </a:rPr>
              <a:t>ለቊጣ የዘገየህ፥የተትረፈረፈ ፍቅርና ታማኝነት ያለህ አምላክ ነህ።</a:t>
            </a:r>
            <a:endParaRPr lang="en-US" sz="6600" dirty="0">
              <a:solidFill>
                <a:srgbClr val="FF0000"/>
              </a:solidFill>
            </a:endParaRPr>
          </a:p>
          <a:p>
            <a:pPr marL="0" indent="0">
              <a:buNone/>
            </a:pPr>
            <a:endParaRPr lang="en-US" sz="7200" dirty="0">
              <a:solidFill>
                <a:schemeClr val="accent1">
                  <a:lumMod val="75000"/>
                </a:schemeClr>
              </a:solidFill>
            </a:endParaRPr>
          </a:p>
        </p:txBody>
      </p:sp>
    </p:spTree>
    <p:extLst>
      <p:ext uri="{BB962C8B-B14F-4D97-AF65-F5344CB8AC3E}">
        <p14:creationId xmlns:p14="http://schemas.microsoft.com/office/powerpoint/2010/main" val="1517787364"/>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F5BC56-F92F-4945-BF36-2FD05C4D34F2}"/>
              </a:ext>
            </a:extLst>
          </p:cNvPr>
          <p:cNvSpPr>
            <a:spLocks noGrp="1"/>
          </p:cNvSpPr>
          <p:nvPr>
            <p:ph type="title"/>
          </p:nvPr>
        </p:nvSpPr>
        <p:spPr>
          <a:xfrm>
            <a:off x="122829" y="-41565"/>
            <a:ext cx="12069171" cy="1200204"/>
          </a:xfrm>
        </p:spPr>
        <p:txBody>
          <a:bodyPr>
            <a:noAutofit/>
          </a:bodyPr>
          <a:lstStyle/>
          <a:p>
            <a:pPr algn="ctr"/>
            <a:r>
              <a:rPr lang="en-US" sz="8800" b="1" dirty="0">
                <a:solidFill>
                  <a:srgbClr val="C00000"/>
                </a:solidFill>
                <a:latin typeface="Ebrima" pitchFamily="2" charset="0"/>
                <a:ea typeface="Ebrima" pitchFamily="2" charset="0"/>
                <a:cs typeface="Ebrima" pitchFamily="2" charset="0"/>
              </a:rPr>
              <a:t>ም</a:t>
            </a:r>
            <a:r>
              <a:rPr lang="am-ET" sz="8800" b="1" dirty="0">
                <a:solidFill>
                  <a:srgbClr val="C00000"/>
                </a:solidFill>
                <a:latin typeface="Ebrima" pitchFamily="2" charset="0"/>
                <a:ea typeface="Ebrima" pitchFamily="2" charset="0"/>
                <a:cs typeface="Ebrima" pitchFamily="2" charset="0"/>
              </a:rPr>
              <a:t>ስ</a:t>
            </a:r>
            <a:r>
              <a:rPr lang="en-US" sz="8800" b="1" dirty="0" err="1">
                <a:solidFill>
                  <a:srgbClr val="C00000"/>
                </a:solidFill>
                <a:latin typeface="Ebrima" pitchFamily="2" charset="0"/>
                <a:ea typeface="Ebrima" pitchFamily="2" charset="0"/>
                <a:cs typeface="Ebrima" pitchFamily="2" charset="0"/>
              </a:rPr>
              <a:t>ባክ</a:t>
            </a:r>
            <a:endParaRPr lang="en-US" sz="8800" b="1" dirty="0">
              <a:solidFill>
                <a:srgbClr val="C00000"/>
              </a:solidFill>
              <a:latin typeface="Ebrima" pitchFamily="2" charset="0"/>
              <a:ea typeface="Ebrima" pitchFamily="2" charset="0"/>
              <a:cs typeface="Ebrima" pitchFamily="2" charset="0"/>
            </a:endParaRPr>
          </a:p>
        </p:txBody>
      </p:sp>
      <p:sp>
        <p:nvSpPr>
          <p:cNvPr id="3" name="Content Placeholder 2">
            <a:extLst>
              <a:ext uri="{FF2B5EF4-FFF2-40B4-BE49-F238E27FC236}">
                <a16:creationId xmlns:a16="http://schemas.microsoft.com/office/drawing/2014/main" id="{15DC8158-13B1-49CD-9DB4-69D77DA4E83D}"/>
              </a:ext>
            </a:extLst>
          </p:cNvPr>
          <p:cNvSpPr>
            <a:spLocks noGrp="1"/>
          </p:cNvSpPr>
          <p:nvPr>
            <p:ph idx="1"/>
          </p:nvPr>
        </p:nvSpPr>
        <p:spPr>
          <a:xfrm>
            <a:off x="150539" y="888441"/>
            <a:ext cx="11941792" cy="5793715"/>
          </a:xfrm>
        </p:spPr>
        <p:txBody>
          <a:bodyPr>
            <a:noAutofit/>
          </a:bodyPr>
          <a:lstStyle/>
          <a:p>
            <a:pPr marL="0" indent="0">
              <a:buNone/>
            </a:pPr>
            <a:r>
              <a:rPr lang="en-US" sz="8800" dirty="0" err="1"/>
              <a:t>ይትዐየን</a:t>
            </a:r>
            <a:r>
              <a:rPr lang="en-US" sz="8800" dirty="0"/>
              <a:t> </a:t>
            </a:r>
            <a:r>
              <a:rPr lang="en-US" sz="8800" dirty="0" err="1"/>
              <a:t>መልአከ</a:t>
            </a:r>
            <a:r>
              <a:rPr lang="en-US" sz="8800" dirty="0"/>
              <a:t> </a:t>
            </a:r>
            <a:r>
              <a:rPr lang="en-US" sz="8800" dirty="0" err="1"/>
              <a:t>እግዚኣብሔር</a:t>
            </a:r>
            <a:r>
              <a:rPr lang="en-US" sz="8800" dirty="0"/>
              <a:t> </a:t>
            </a:r>
            <a:r>
              <a:rPr lang="en-US" sz="8800" dirty="0" err="1"/>
              <a:t>ዐውዶሙ</a:t>
            </a:r>
            <a:r>
              <a:rPr lang="am-ET" sz="8800" dirty="0"/>
              <a:t>፤ </a:t>
            </a:r>
            <a:r>
              <a:rPr lang="en-US" sz="8800" dirty="0" err="1"/>
              <a:t>ለእለ</a:t>
            </a:r>
            <a:r>
              <a:rPr lang="en-US" sz="8800" dirty="0"/>
              <a:t> </a:t>
            </a:r>
            <a:r>
              <a:rPr lang="en-US" sz="8800" dirty="0" err="1"/>
              <a:t>ይፈርህዎ</a:t>
            </a:r>
            <a:r>
              <a:rPr lang="en-US" sz="8800" dirty="0"/>
              <a:t> </a:t>
            </a:r>
            <a:r>
              <a:rPr lang="en-US" sz="8800" dirty="0" err="1"/>
              <a:t>ወያድኅኖሙ</a:t>
            </a:r>
            <a:r>
              <a:rPr lang="am-ET" sz="8800" dirty="0"/>
              <a:t>፤</a:t>
            </a:r>
            <a:r>
              <a:rPr lang="en-US" sz="8800" dirty="0"/>
              <a:t> </a:t>
            </a:r>
            <a:r>
              <a:rPr lang="en-US" sz="8800" dirty="0" err="1"/>
              <a:t>ጠዐሙ</a:t>
            </a:r>
            <a:r>
              <a:rPr lang="en-US" sz="8800" dirty="0"/>
              <a:t> </a:t>
            </a:r>
            <a:r>
              <a:rPr lang="en-US" sz="8800" dirty="0" err="1"/>
              <a:t>ወታእምሩ</a:t>
            </a:r>
            <a:r>
              <a:rPr lang="en-US" sz="8800" dirty="0"/>
              <a:t> </a:t>
            </a:r>
            <a:r>
              <a:rPr lang="en-US" sz="8800" dirty="0" err="1"/>
              <a:t>ከመ</a:t>
            </a:r>
            <a:r>
              <a:rPr lang="en-US" sz="8800" dirty="0"/>
              <a:t> </a:t>
            </a:r>
            <a:r>
              <a:rPr lang="en-US" sz="8800" dirty="0" err="1"/>
              <a:t>ኄር</a:t>
            </a:r>
            <a:r>
              <a:rPr lang="en-US" sz="8800" dirty="0"/>
              <a:t> </a:t>
            </a:r>
            <a:r>
              <a:rPr lang="en-US" sz="8800" dirty="0" err="1"/>
              <a:t>እግዚኣብሔር</a:t>
            </a:r>
            <a:r>
              <a:rPr lang="en-US" sz="8800" dirty="0"/>
              <a:t> </a:t>
            </a:r>
            <a:r>
              <a:rPr lang="am-ET" sz="8800" dirty="0"/>
              <a:t>።</a:t>
            </a:r>
            <a:r>
              <a:rPr lang="en-US" sz="8800" dirty="0"/>
              <a:t>  </a:t>
            </a:r>
          </a:p>
          <a:p>
            <a:pPr marL="0" indent="0" algn="r">
              <a:buNone/>
            </a:pPr>
            <a:r>
              <a:rPr lang="en-US" sz="8800" dirty="0" err="1">
                <a:solidFill>
                  <a:schemeClr val="accent1"/>
                </a:solidFill>
              </a:rPr>
              <a:t>መዝ</a:t>
            </a:r>
            <a:r>
              <a:rPr lang="en-US" sz="8800" dirty="0">
                <a:solidFill>
                  <a:schemeClr val="accent1"/>
                </a:solidFill>
              </a:rPr>
              <a:t> 34         </a:t>
            </a:r>
            <a:endParaRPr lang="en-US" sz="9600" dirty="0">
              <a:solidFill>
                <a:schemeClr val="accent1"/>
              </a:solidFill>
            </a:endParaRPr>
          </a:p>
          <a:p>
            <a:pPr marL="0" indent="0">
              <a:buNone/>
            </a:pPr>
            <a:r>
              <a:rPr lang="am-ET" sz="8800" dirty="0"/>
              <a:t>   </a:t>
            </a:r>
            <a:endParaRPr lang="en-US" sz="8800" dirty="0"/>
          </a:p>
          <a:p>
            <a:pPr marL="0" indent="0">
              <a:buNone/>
            </a:pPr>
            <a:endParaRPr lang="en-US" sz="7200" dirty="0">
              <a:solidFill>
                <a:schemeClr val="accent1">
                  <a:lumMod val="75000"/>
                </a:schemeClr>
              </a:solidFill>
            </a:endParaRPr>
          </a:p>
          <a:p>
            <a:pPr marL="0" indent="0">
              <a:buNone/>
            </a:pPr>
            <a:endParaRPr lang="en-US" sz="7200" dirty="0">
              <a:solidFill>
                <a:schemeClr val="accent1">
                  <a:lumMod val="75000"/>
                </a:schemeClr>
              </a:solidFill>
            </a:endParaRPr>
          </a:p>
        </p:txBody>
      </p:sp>
    </p:spTree>
    <p:extLst>
      <p:ext uri="{BB962C8B-B14F-4D97-AF65-F5344CB8AC3E}">
        <p14:creationId xmlns:p14="http://schemas.microsoft.com/office/powerpoint/2010/main" val="291569097"/>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F5BC56-F92F-4945-BF36-2FD05C4D34F2}"/>
              </a:ext>
            </a:extLst>
          </p:cNvPr>
          <p:cNvSpPr>
            <a:spLocks noGrp="1"/>
          </p:cNvSpPr>
          <p:nvPr>
            <p:ph type="title"/>
          </p:nvPr>
        </p:nvSpPr>
        <p:spPr>
          <a:xfrm>
            <a:off x="122829" y="-41565"/>
            <a:ext cx="12069171" cy="1200204"/>
          </a:xfrm>
        </p:spPr>
        <p:txBody>
          <a:bodyPr>
            <a:noAutofit/>
          </a:bodyPr>
          <a:lstStyle/>
          <a:p>
            <a:pPr algn="ctr"/>
            <a:r>
              <a:rPr lang="en-US" sz="8800" b="1" dirty="0">
                <a:solidFill>
                  <a:srgbClr val="C00000"/>
                </a:solidFill>
                <a:latin typeface="Ebrima" pitchFamily="2" charset="0"/>
                <a:ea typeface="Ebrima" pitchFamily="2" charset="0"/>
                <a:cs typeface="Ebrima" pitchFamily="2" charset="0"/>
              </a:rPr>
              <a:t>ም</a:t>
            </a:r>
            <a:r>
              <a:rPr lang="am-ET" sz="8800" b="1" dirty="0">
                <a:solidFill>
                  <a:srgbClr val="C00000"/>
                </a:solidFill>
                <a:latin typeface="Ebrima" pitchFamily="2" charset="0"/>
                <a:ea typeface="Ebrima" pitchFamily="2" charset="0"/>
                <a:cs typeface="Ebrima" pitchFamily="2" charset="0"/>
              </a:rPr>
              <a:t>ስ</a:t>
            </a:r>
            <a:r>
              <a:rPr lang="en-US" sz="8800" b="1" dirty="0" err="1">
                <a:solidFill>
                  <a:srgbClr val="C00000"/>
                </a:solidFill>
                <a:latin typeface="Ebrima" pitchFamily="2" charset="0"/>
                <a:ea typeface="Ebrima" pitchFamily="2" charset="0"/>
                <a:cs typeface="Ebrima" pitchFamily="2" charset="0"/>
              </a:rPr>
              <a:t>ባክ</a:t>
            </a:r>
            <a:endParaRPr lang="en-US" sz="8800" b="1" dirty="0">
              <a:solidFill>
                <a:srgbClr val="C00000"/>
              </a:solidFill>
              <a:latin typeface="Ebrima" pitchFamily="2" charset="0"/>
              <a:ea typeface="Ebrima" pitchFamily="2" charset="0"/>
              <a:cs typeface="Ebrima" pitchFamily="2" charset="0"/>
            </a:endParaRPr>
          </a:p>
        </p:txBody>
      </p:sp>
      <p:sp>
        <p:nvSpPr>
          <p:cNvPr id="3" name="Content Placeholder 2">
            <a:extLst>
              <a:ext uri="{FF2B5EF4-FFF2-40B4-BE49-F238E27FC236}">
                <a16:creationId xmlns:a16="http://schemas.microsoft.com/office/drawing/2014/main" id="{15DC8158-13B1-49CD-9DB4-69D77DA4E83D}"/>
              </a:ext>
            </a:extLst>
          </p:cNvPr>
          <p:cNvSpPr>
            <a:spLocks noGrp="1"/>
          </p:cNvSpPr>
          <p:nvPr>
            <p:ph idx="1"/>
          </p:nvPr>
        </p:nvSpPr>
        <p:spPr>
          <a:xfrm>
            <a:off x="150539" y="888441"/>
            <a:ext cx="11941792" cy="5793715"/>
          </a:xfrm>
        </p:spPr>
        <p:txBody>
          <a:bodyPr>
            <a:noAutofit/>
          </a:bodyPr>
          <a:lstStyle/>
          <a:p>
            <a:pPr marL="0" indent="0">
              <a:buNone/>
            </a:pPr>
            <a:r>
              <a:rPr lang="en-US" sz="6600" dirty="0" err="1"/>
              <a:t>ወመንፈሰከ</a:t>
            </a:r>
            <a:r>
              <a:rPr lang="en-US" sz="6600" dirty="0"/>
              <a:t> </a:t>
            </a:r>
            <a:r>
              <a:rPr lang="en-US" sz="6600" dirty="0" err="1"/>
              <a:t>ቅዱስ</a:t>
            </a:r>
            <a:r>
              <a:rPr lang="en-US" sz="6600" dirty="0"/>
              <a:t> </a:t>
            </a:r>
            <a:r>
              <a:rPr lang="en-US" sz="6600" dirty="0" err="1"/>
              <a:t>ኢታው</a:t>
            </a:r>
            <a:r>
              <a:rPr lang="am-ET" sz="6600" dirty="0">
                <a:latin typeface="Nyala" panose="02000504070300020003" pitchFamily="2" charset="0"/>
              </a:rPr>
              <a:t>ጽ</a:t>
            </a:r>
            <a:r>
              <a:rPr lang="en-US" sz="6600" dirty="0">
                <a:latin typeface="Nyala" panose="02000504070300020003" pitchFamily="2" charset="0"/>
              </a:rPr>
              <a:t>እ </a:t>
            </a:r>
            <a:r>
              <a:rPr lang="en-US" sz="6600" dirty="0" err="1">
                <a:latin typeface="Nyala" panose="02000504070300020003" pitchFamily="2" charset="0"/>
              </a:rPr>
              <a:t>እምላ</a:t>
            </a:r>
            <a:r>
              <a:rPr lang="am-ET" sz="6600" dirty="0">
                <a:latin typeface="Nyala" panose="02000504070300020003" pitchFamily="2" charset="0"/>
              </a:rPr>
              <a:t>ዕ</a:t>
            </a:r>
            <a:r>
              <a:rPr lang="en-US" sz="6600" dirty="0" err="1">
                <a:latin typeface="Nyala" panose="02000504070300020003" pitchFamily="2" charset="0"/>
              </a:rPr>
              <a:t>ሌየ</a:t>
            </a:r>
            <a:r>
              <a:rPr lang="en-US" sz="6600" dirty="0">
                <a:latin typeface="Nyala" panose="02000504070300020003" pitchFamily="2" charset="0"/>
              </a:rPr>
              <a:t>፣</a:t>
            </a:r>
          </a:p>
          <a:p>
            <a:pPr marL="0" indent="0">
              <a:buNone/>
            </a:pPr>
            <a:r>
              <a:rPr lang="am-ET" sz="6600" dirty="0">
                <a:latin typeface="Nyala" panose="02000504070300020003" pitchFamily="2" charset="0"/>
              </a:rPr>
              <a:t>ዕ</a:t>
            </a:r>
            <a:r>
              <a:rPr lang="en-US" sz="6600" dirty="0" err="1">
                <a:latin typeface="Nyala" panose="02000504070300020003" pitchFamily="2" charset="0"/>
              </a:rPr>
              <a:t>ስየኒ</a:t>
            </a:r>
            <a:r>
              <a:rPr lang="en-US" sz="6600" dirty="0">
                <a:latin typeface="Nyala" panose="02000504070300020003" pitchFamily="2" charset="0"/>
              </a:rPr>
              <a:t> ፍ</a:t>
            </a:r>
            <a:r>
              <a:rPr lang="am-ET" sz="6600" dirty="0">
                <a:latin typeface="Nyala" panose="02000504070300020003" pitchFamily="2" charset="0"/>
              </a:rPr>
              <a:t>ሥ</a:t>
            </a:r>
            <a:r>
              <a:rPr lang="en-US" sz="6600" dirty="0">
                <a:latin typeface="Nyala" panose="02000504070300020003" pitchFamily="2" charset="0"/>
              </a:rPr>
              <a:t>ሓ </a:t>
            </a:r>
            <a:r>
              <a:rPr lang="en-US" sz="6600" dirty="0" err="1">
                <a:latin typeface="Nyala" panose="02000504070300020003" pitchFamily="2" charset="0"/>
              </a:rPr>
              <a:t>ወአድ</a:t>
            </a:r>
            <a:r>
              <a:rPr lang="am-ET" sz="6600" dirty="0">
                <a:latin typeface="Nyala" panose="02000504070300020003" pitchFamily="2" charset="0"/>
              </a:rPr>
              <a:t>ኅ</a:t>
            </a:r>
            <a:r>
              <a:rPr lang="en-US" sz="6600" dirty="0" err="1">
                <a:latin typeface="Nyala" panose="02000504070300020003" pitchFamily="2" charset="0"/>
              </a:rPr>
              <a:t>ኖተከ</a:t>
            </a:r>
            <a:endParaRPr lang="en-US" sz="6600" dirty="0">
              <a:latin typeface="Nyala" panose="02000504070300020003" pitchFamily="2" charset="0"/>
            </a:endParaRPr>
          </a:p>
          <a:p>
            <a:pPr marL="0" indent="0">
              <a:buNone/>
            </a:pPr>
            <a:r>
              <a:rPr lang="en-US" sz="6600" dirty="0" err="1">
                <a:latin typeface="Nyala" panose="02000504070300020003" pitchFamily="2" charset="0"/>
              </a:rPr>
              <a:t>ወበመንፈስ</a:t>
            </a:r>
            <a:r>
              <a:rPr lang="en-US" sz="6600" dirty="0">
                <a:latin typeface="Nyala" panose="02000504070300020003" pitchFamily="2" charset="0"/>
              </a:rPr>
              <a:t> </a:t>
            </a:r>
            <a:r>
              <a:rPr lang="am-ET" sz="6600" dirty="0">
                <a:latin typeface="Nyala" panose="02000504070300020003" pitchFamily="2" charset="0"/>
              </a:rPr>
              <a:t>ዐ</a:t>
            </a:r>
            <a:r>
              <a:rPr lang="en-US" sz="6600" dirty="0" err="1">
                <a:latin typeface="Nyala" panose="02000504070300020003" pitchFamily="2" charset="0"/>
              </a:rPr>
              <a:t>ዚዝ</a:t>
            </a:r>
            <a:r>
              <a:rPr lang="en-US" sz="6600" dirty="0">
                <a:latin typeface="Nyala" panose="02000504070300020003" pitchFamily="2" charset="0"/>
              </a:rPr>
              <a:t> አ</a:t>
            </a:r>
            <a:r>
              <a:rPr lang="am-ET" sz="6600" dirty="0"/>
              <a:t>ጽ</a:t>
            </a:r>
            <a:r>
              <a:rPr lang="en-US" sz="6600" dirty="0"/>
              <a:t>ን</a:t>
            </a:r>
            <a:r>
              <a:rPr lang="am-ET" sz="6600" dirty="0"/>
              <a:t>ዐ</a:t>
            </a:r>
            <a:r>
              <a:rPr lang="en-US" sz="6600" dirty="0"/>
              <a:t>ኒ</a:t>
            </a:r>
            <a:r>
              <a:rPr lang="am-ET" sz="6600" dirty="0"/>
              <a:t>።  </a:t>
            </a:r>
          </a:p>
          <a:p>
            <a:pPr marL="0" indent="0">
              <a:buNone/>
            </a:pPr>
            <a:r>
              <a:rPr lang="en-US" sz="4800" dirty="0"/>
              <a:t>     </a:t>
            </a:r>
            <a:r>
              <a:rPr lang="en-US" sz="5400" dirty="0" err="1">
                <a:solidFill>
                  <a:schemeClr val="accent2">
                    <a:lumMod val="50000"/>
                  </a:schemeClr>
                </a:solidFill>
              </a:rPr>
              <a:t>ቅዱስ</a:t>
            </a:r>
            <a:r>
              <a:rPr lang="en-US" sz="5400" dirty="0">
                <a:solidFill>
                  <a:schemeClr val="accent2">
                    <a:lumMod val="50000"/>
                  </a:schemeClr>
                </a:solidFill>
              </a:rPr>
              <a:t> </a:t>
            </a:r>
            <a:r>
              <a:rPr lang="en-US" sz="5400" dirty="0" err="1">
                <a:solidFill>
                  <a:schemeClr val="accent2">
                    <a:lumMod val="50000"/>
                  </a:schemeClr>
                </a:solidFill>
              </a:rPr>
              <a:t>መንፈስህንም</a:t>
            </a:r>
            <a:r>
              <a:rPr lang="en-US" sz="5400" dirty="0">
                <a:solidFill>
                  <a:schemeClr val="accent2">
                    <a:lumMod val="50000"/>
                  </a:schemeClr>
                </a:solidFill>
              </a:rPr>
              <a:t> </a:t>
            </a:r>
            <a:r>
              <a:rPr lang="en-US" sz="5400" dirty="0" err="1">
                <a:solidFill>
                  <a:schemeClr val="accent2">
                    <a:lumMod val="50000"/>
                  </a:schemeClr>
                </a:solidFill>
              </a:rPr>
              <a:t>ከእኔ</a:t>
            </a:r>
            <a:r>
              <a:rPr lang="en-US" sz="5400" dirty="0">
                <a:solidFill>
                  <a:schemeClr val="accent2">
                    <a:lumMod val="50000"/>
                  </a:schemeClr>
                </a:solidFill>
              </a:rPr>
              <a:t> </a:t>
            </a:r>
            <a:r>
              <a:rPr lang="en-US" sz="5400" dirty="0" err="1">
                <a:solidFill>
                  <a:schemeClr val="accent2">
                    <a:lumMod val="50000"/>
                  </a:schemeClr>
                </a:solidFill>
              </a:rPr>
              <a:t>አትውሰድብኝ</a:t>
            </a:r>
            <a:r>
              <a:rPr lang="en-US" sz="5400" dirty="0">
                <a:solidFill>
                  <a:schemeClr val="accent2">
                    <a:lumMod val="50000"/>
                  </a:schemeClr>
                </a:solidFill>
              </a:rPr>
              <a:t> </a:t>
            </a:r>
          </a:p>
          <a:p>
            <a:pPr marL="0" indent="0">
              <a:buNone/>
            </a:pPr>
            <a:r>
              <a:rPr lang="en-US" sz="5400" dirty="0">
                <a:solidFill>
                  <a:schemeClr val="accent2">
                    <a:lumMod val="50000"/>
                  </a:schemeClr>
                </a:solidFill>
              </a:rPr>
              <a:t>     </a:t>
            </a:r>
            <a:r>
              <a:rPr lang="en-US" sz="5400" dirty="0" err="1">
                <a:solidFill>
                  <a:schemeClr val="accent2">
                    <a:lumMod val="50000"/>
                  </a:schemeClr>
                </a:solidFill>
              </a:rPr>
              <a:t>በአዳንከኝ</a:t>
            </a:r>
            <a:r>
              <a:rPr lang="en-US" sz="5400" dirty="0">
                <a:solidFill>
                  <a:schemeClr val="accent2">
                    <a:lumMod val="50000"/>
                  </a:schemeClr>
                </a:solidFill>
              </a:rPr>
              <a:t> </a:t>
            </a:r>
            <a:r>
              <a:rPr lang="en-US" sz="5400" dirty="0" err="1">
                <a:solidFill>
                  <a:schemeClr val="accent2">
                    <a:lumMod val="50000"/>
                  </a:schemeClr>
                </a:solidFill>
              </a:rPr>
              <a:t>ጊዜ</a:t>
            </a:r>
            <a:r>
              <a:rPr lang="en-US" sz="5400" dirty="0">
                <a:solidFill>
                  <a:schemeClr val="accent2">
                    <a:lumMod val="50000"/>
                  </a:schemeClr>
                </a:solidFill>
              </a:rPr>
              <a:t> </a:t>
            </a:r>
            <a:r>
              <a:rPr lang="en-US" sz="5400" dirty="0" err="1">
                <a:solidFill>
                  <a:schemeClr val="accent2">
                    <a:lumMod val="50000"/>
                  </a:schemeClr>
                </a:solidFill>
              </a:rPr>
              <a:t>እንደሰጠህኝ</a:t>
            </a:r>
            <a:r>
              <a:rPr lang="en-US" sz="5400" dirty="0">
                <a:solidFill>
                  <a:schemeClr val="accent2">
                    <a:lumMod val="50000"/>
                  </a:schemeClr>
                </a:solidFill>
              </a:rPr>
              <a:t> </a:t>
            </a:r>
            <a:r>
              <a:rPr lang="en-US" sz="5400" dirty="0" err="1">
                <a:solidFill>
                  <a:schemeClr val="accent2">
                    <a:lumMod val="50000"/>
                  </a:schemeClr>
                </a:solidFill>
              </a:rPr>
              <a:t>አይነቱን</a:t>
            </a:r>
            <a:r>
              <a:rPr lang="en-US" sz="5400" dirty="0">
                <a:solidFill>
                  <a:schemeClr val="accent2">
                    <a:lumMod val="50000"/>
                  </a:schemeClr>
                </a:solidFill>
              </a:rPr>
              <a:t> </a:t>
            </a:r>
            <a:r>
              <a:rPr lang="en-US" sz="5400" dirty="0" err="1">
                <a:solidFill>
                  <a:schemeClr val="accent2">
                    <a:lumMod val="50000"/>
                  </a:schemeClr>
                </a:solidFill>
              </a:rPr>
              <a:t>ደስታ</a:t>
            </a:r>
            <a:r>
              <a:rPr lang="en-US" sz="5400" dirty="0">
                <a:solidFill>
                  <a:schemeClr val="accent2">
                    <a:lumMod val="50000"/>
                  </a:schemeClr>
                </a:solidFill>
              </a:rPr>
              <a:t> </a:t>
            </a:r>
            <a:r>
              <a:rPr lang="en-US" sz="5400" dirty="0" err="1">
                <a:solidFill>
                  <a:schemeClr val="accent2">
                    <a:lumMod val="50000"/>
                  </a:schemeClr>
                </a:solidFill>
              </a:rPr>
              <a:t>ስጠኝ</a:t>
            </a:r>
            <a:r>
              <a:rPr lang="en-US" sz="5400" dirty="0">
                <a:solidFill>
                  <a:schemeClr val="accent2">
                    <a:lumMod val="50000"/>
                  </a:schemeClr>
                </a:solidFill>
              </a:rPr>
              <a:t>      	</a:t>
            </a:r>
            <a:r>
              <a:rPr lang="en-US" sz="5400" dirty="0" err="1">
                <a:solidFill>
                  <a:schemeClr val="accent2">
                    <a:lumMod val="50000"/>
                  </a:schemeClr>
                </a:solidFill>
              </a:rPr>
              <a:t>ታዛዥ</a:t>
            </a:r>
            <a:r>
              <a:rPr lang="en-US" sz="5400" dirty="0">
                <a:solidFill>
                  <a:schemeClr val="accent2">
                    <a:lumMod val="50000"/>
                  </a:schemeClr>
                </a:solidFill>
              </a:rPr>
              <a:t> </a:t>
            </a:r>
            <a:r>
              <a:rPr lang="en-US" sz="5400" dirty="0" err="1">
                <a:solidFill>
                  <a:schemeClr val="accent2">
                    <a:lumMod val="50000"/>
                  </a:schemeClr>
                </a:solidFill>
              </a:rPr>
              <a:t>እንድሆን</a:t>
            </a:r>
            <a:r>
              <a:rPr lang="en-US" sz="5400" dirty="0">
                <a:solidFill>
                  <a:schemeClr val="accent2">
                    <a:lumMod val="50000"/>
                  </a:schemeClr>
                </a:solidFill>
              </a:rPr>
              <a:t> </a:t>
            </a:r>
            <a:r>
              <a:rPr lang="en-US" sz="5400" dirty="0" err="1">
                <a:solidFill>
                  <a:schemeClr val="accent2">
                    <a:lumMod val="50000"/>
                  </a:schemeClr>
                </a:solidFill>
              </a:rPr>
              <a:t>አድርገኝ</a:t>
            </a:r>
            <a:r>
              <a:rPr lang="am-ET" sz="5400" dirty="0">
                <a:solidFill>
                  <a:schemeClr val="accent2">
                    <a:lumMod val="50000"/>
                  </a:schemeClr>
                </a:solidFill>
              </a:rPr>
              <a:t>፣</a:t>
            </a:r>
            <a:r>
              <a:rPr lang="en-US" sz="5400" dirty="0">
                <a:solidFill>
                  <a:schemeClr val="accent2">
                    <a:lumMod val="50000"/>
                  </a:schemeClr>
                </a:solidFill>
              </a:rPr>
              <a:t>	</a:t>
            </a:r>
            <a:r>
              <a:rPr lang="am-ET" sz="5400" dirty="0">
                <a:solidFill>
                  <a:schemeClr val="bg2">
                    <a:lumMod val="25000"/>
                  </a:schemeClr>
                </a:solidFill>
              </a:rPr>
              <a:t>መዝ </a:t>
            </a:r>
            <a:r>
              <a:rPr lang="en-US" sz="5400" dirty="0">
                <a:solidFill>
                  <a:schemeClr val="bg2">
                    <a:lumMod val="25000"/>
                  </a:schemeClr>
                </a:solidFill>
              </a:rPr>
              <a:t>51</a:t>
            </a:r>
            <a:r>
              <a:rPr lang="am-ET" sz="5400" dirty="0">
                <a:solidFill>
                  <a:schemeClr val="bg2">
                    <a:lumMod val="25000"/>
                  </a:schemeClr>
                </a:solidFill>
              </a:rPr>
              <a:t>፥</a:t>
            </a:r>
            <a:r>
              <a:rPr lang="en-US" sz="5400" dirty="0">
                <a:solidFill>
                  <a:schemeClr val="bg2">
                    <a:lumMod val="25000"/>
                  </a:schemeClr>
                </a:solidFill>
              </a:rPr>
              <a:t>11</a:t>
            </a:r>
            <a:r>
              <a:rPr lang="am-ET" sz="5400" dirty="0">
                <a:solidFill>
                  <a:schemeClr val="bg2">
                    <a:lumMod val="25000"/>
                  </a:schemeClr>
                </a:solidFill>
              </a:rPr>
              <a:t>-</a:t>
            </a:r>
            <a:r>
              <a:rPr lang="en-US" sz="5400" dirty="0">
                <a:solidFill>
                  <a:schemeClr val="bg2">
                    <a:lumMod val="25000"/>
                  </a:schemeClr>
                </a:solidFill>
              </a:rPr>
              <a:t>12</a:t>
            </a:r>
            <a:endParaRPr lang="am-ET" sz="5400" dirty="0">
              <a:solidFill>
                <a:schemeClr val="bg2">
                  <a:lumMod val="25000"/>
                </a:schemeClr>
              </a:solidFill>
            </a:endParaRPr>
          </a:p>
          <a:p>
            <a:pPr marL="0" indent="0">
              <a:buNone/>
            </a:pPr>
            <a:endParaRPr lang="am-ET" sz="5400" dirty="0">
              <a:solidFill>
                <a:schemeClr val="accent2">
                  <a:lumMod val="50000"/>
                </a:schemeClr>
              </a:solidFill>
            </a:endParaRPr>
          </a:p>
          <a:p>
            <a:pPr marL="0" indent="0">
              <a:buNone/>
            </a:pPr>
            <a:endParaRPr lang="am-ET" sz="5400" dirty="0"/>
          </a:p>
          <a:p>
            <a:pPr marL="0" indent="0">
              <a:buNone/>
            </a:pPr>
            <a:r>
              <a:rPr lang="am-ET" sz="8800" dirty="0"/>
              <a:t>   </a:t>
            </a:r>
            <a:endParaRPr lang="en-US" sz="8800" dirty="0"/>
          </a:p>
          <a:p>
            <a:pPr marL="0" indent="0">
              <a:buNone/>
            </a:pPr>
            <a:endParaRPr lang="en-US" sz="7200" dirty="0">
              <a:solidFill>
                <a:schemeClr val="accent1">
                  <a:lumMod val="75000"/>
                </a:schemeClr>
              </a:solidFill>
            </a:endParaRPr>
          </a:p>
          <a:p>
            <a:pPr marL="0" indent="0">
              <a:buNone/>
            </a:pPr>
            <a:endParaRPr lang="en-US" sz="7200" dirty="0">
              <a:solidFill>
                <a:schemeClr val="accent1">
                  <a:lumMod val="75000"/>
                </a:schemeClr>
              </a:solidFill>
            </a:endParaRPr>
          </a:p>
        </p:txBody>
      </p:sp>
    </p:spTree>
    <p:extLst>
      <p:ext uri="{BB962C8B-B14F-4D97-AF65-F5344CB8AC3E}">
        <p14:creationId xmlns:p14="http://schemas.microsoft.com/office/powerpoint/2010/main" val="4130900095"/>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39CE4A70-EF08-4C5C-B45A-9F1A61662266}"/>
              </a:ext>
            </a:extLst>
          </p:cNvPr>
          <p:cNvSpPr>
            <a:spLocks noGrp="1"/>
          </p:cNvSpPr>
          <p:nvPr>
            <p:ph idx="1"/>
          </p:nvPr>
        </p:nvSpPr>
        <p:spPr>
          <a:xfrm>
            <a:off x="0" y="0"/>
            <a:ext cx="12192000" cy="6858000"/>
          </a:xfrm>
        </p:spPr>
        <p:txBody>
          <a:bodyPr>
            <a:normAutofit fontScale="70000" lnSpcReduction="20000"/>
          </a:bodyPr>
          <a:lstStyle/>
          <a:p>
            <a:pPr marL="0" indent="0" algn="ctr">
              <a:lnSpc>
                <a:spcPct val="120000"/>
              </a:lnSpc>
              <a:buNone/>
            </a:pPr>
            <a:r>
              <a:rPr lang="en-US" sz="14500" dirty="0" err="1">
                <a:solidFill>
                  <a:srgbClr val="FF0000"/>
                </a:solidFill>
                <a:latin typeface="NotoSansEthiopic"/>
              </a:rPr>
              <a:t>ይ.ዲ</a:t>
            </a:r>
            <a:r>
              <a:rPr lang="am-ET" sz="14500" dirty="0">
                <a:solidFill>
                  <a:srgbClr val="FF0000"/>
                </a:solidFill>
                <a:latin typeface="NotoSansEthiopic"/>
              </a:rPr>
              <a:t>፦</a:t>
            </a:r>
            <a:r>
              <a:rPr lang="en-US" sz="14500" dirty="0">
                <a:solidFill>
                  <a:srgbClr val="FF0000"/>
                </a:solidFill>
                <a:latin typeface="NotoSansEthiopic"/>
              </a:rPr>
              <a:t> </a:t>
            </a:r>
            <a:r>
              <a:rPr lang="en-US" sz="14500" dirty="0" err="1">
                <a:latin typeface="NotoSansEthiopic"/>
              </a:rPr>
              <a:t>ሃሌሉያ</a:t>
            </a:r>
            <a:r>
              <a:rPr lang="en-US" sz="14500" dirty="0">
                <a:latin typeface="NotoSansEthiopic"/>
              </a:rPr>
              <a:t> </a:t>
            </a:r>
            <a:r>
              <a:rPr lang="en-US" sz="14500" dirty="0" err="1">
                <a:latin typeface="NotoSansEthiopic"/>
              </a:rPr>
              <a:t>ቁሙ</a:t>
            </a:r>
            <a:r>
              <a:rPr lang="en-US" sz="14500" dirty="0">
                <a:latin typeface="NotoSansEthiopic"/>
              </a:rPr>
              <a:t> </a:t>
            </a:r>
            <a:r>
              <a:rPr lang="en-US" sz="14500" dirty="0" err="1">
                <a:latin typeface="NotoSansEthiopic"/>
              </a:rPr>
              <a:t>ወአጽምኡ</a:t>
            </a:r>
            <a:r>
              <a:rPr lang="en-US" sz="14500" dirty="0">
                <a:latin typeface="NotoSansEthiopic"/>
              </a:rPr>
              <a:t> </a:t>
            </a:r>
            <a:r>
              <a:rPr lang="en-US" sz="14500" dirty="0" err="1">
                <a:latin typeface="NotoSansEthiopic"/>
              </a:rPr>
              <a:t>ወንጌለ</a:t>
            </a:r>
            <a:r>
              <a:rPr lang="en-US" sz="14500" dirty="0">
                <a:latin typeface="NotoSansEthiopic"/>
              </a:rPr>
              <a:t> </a:t>
            </a:r>
            <a:r>
              <a:rPr lang="en-US" sz="14500" dirty="0" err="1">
                <a:latin typeface="NotoSansEthiopic"/>
              </a:rPr>
              <a:t>ቅዱስ</a:t>
            </a:r>
            <a:r>
              <a:rPr lang="en-US" sz="14500" dirty="0">
                <a:latin typeface="NotoSansEthiopic"/>
              </a:rPr>
              <a:t> </a:t>
            </a:r>
            <a:r>
              <a:rPr lang="en-US" sz="14500" dirty="0" err="1">
                <a:latin typeface="NotoSansEthiopic"/>
              </a:rPr>
              <a:t>ዜናሁ</a:t>
            </a:r>
            <a:r>
              <a:rPr lang="en-US" sz="14500" dirty="0">
                <a:latin typeface="NotoSansEthiopic"/>
              </a:rPr>
              <a:t> </a:t>
            </a:r>
            <a:r>
              <a:rPr lang="en-US" sz="14500" dirty="0" err="1">
                <a:latin typeface="NotoSansEthiopic"/>
              </a:rPr>
              <a:t>ለእግዚነ</a:t>
            </a:r>
            <a:r>
              <a:rPr lang="en-US" sz="14500" dirty="0">
                <a:latin typeface="NotoSansEthiopic"/>
              </a:rPr>
              <a:t> </a:t>
            </a:r>
            <a:r>
              <a:rPr lang="en-US" sz="14500" dirty="0" err="1">
                <a:latin typeface="NotoSansEthiopic"/>
              </a:rPr>
              <a:t>ወመድኅኒነ</a:t>
            </a:r>
            <a:r>
              <a:rPr lang="en-US" sz="14500" dirty="0">
                <a:latin typeface="NotoSansEthiopic"/>
              </a:rPr>
              <a:t> </a:t>
            </a:r>
            <a:r>
              <a:rPr lang="en-US" sz="14500" dirty="0" err="1">
                <a:latin typeface="NotoSansEthiopic"/>
              </a:rPr>
              <a:t>ኢየሱስ</a:t>
            </a:r>
            <a:r>
              <a:rPr lang="en-US" sz="14500" dirty="0">
                <a:latin typeface="NotoSansEthiopic"/>
              </a:rPr>
              <a:t> </a:t>
            </a:r>
            <a:r>
              <a:rPr lang="en-US" sz="14500" dirty="0" err="1">
                <a:latin typeface="NotoSansEthiopic"/>
              </a:rPr>
              <a:t>ክርስቶስ</a:t>
            </a:r>
            <a:br>
              <a:rPr lang="am-ET" sz="1600" dirty="0"/>
            </a:br>
            <a:endParaRPr lang="en-US" sz="1600" dirty="0"/>
          </a:p>
        </p:txBody>
      </p:sp>
    </p:spTree>
    <p:extLst>
      <p:ext uri="{BB962C8B-B14F-4D97-AF65-F5344CB8AC3E}">
        <p14:creationId xmlns:p14="http://schemas.microsoft.com/office/powerpoint/2010/main" val="4108081595"/>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39CE4A70-EF08-4C5C-B45A-9F1A61662266}"/>
              </a:ext>
            </a:extLst>
          </p:cNvPr>
          <p:cNvSpPr>
            <a:spLocks noGrp="1"/>
          </p:cNvSpPr>
          <p:nvPr>
            <p:ph idx="1"/>
          </p:nvPr>
        </p:nvSpPr>
        <p:spPr>
          <a:xfrm>
            <a:off x="0" y="26894"/>
            <a:ext cx="12192000" cy="6831106"/>
          </a:xfrm>
        </p:spPr>
        <p:txBody>
          <a:bodyPr>
            <a:noAutofit/>
          </a:bodyPr>
          <a:lstStyle/>
          <a:p>
            <a:pPr marL="0" indent="0" algn="ctr">
              <a:lnSpc>
                <a:spcPct val="120000"/>
              </a:lnSpc>
              <a:buNone/>
            </a:pPr>
            <a:r>
              <a:rPr lang="en-US" sz="9600" dirty="0" err="1">
                <a:solidFill>
                  <a:srgbClr val="FF0000"/>
                </a:solidFill>
                <a:latin typeface="NotoSansEthiopic"/>
              </a:rPr>
              <a:t>ይ.ካ</a:t>
            </a:r>
            <a:r>
              <a:rPr lang="am-ET" sz="9600" dirty="0">
                <a:solidFill>
                  <a:srgbClr val="FF0000"/>
                </a:solidFill>
                <a:latin typeface="NotoSansEthiopic"/>
              </a:rPr>
              <a:t>፦</a:t>
            </a:r>
            <a:r>
              <a:rPr lang="en-US" sz="9600" dirty="0">
                <a:solidFill>
                  <a:srgbClr val="FF0000"/>
                </a:solidFill>
                <a:latin typeface="NotoSansEthiopic"/>
              </a:rPr>
              <a:t> </a:t>
            </a:r>
            <a:r>
              <a:rPr lang="en-US" sz="9600" dirty="0" err="1">
                <a:latin typeface="NotoSansEthiopic"/>
              </a:rPr>
              <a:t>ብሩክ</a:t>
            </a:r>
            <a:r>
              <a:rPr lang="en-US" sz="9600" dirty="0">
                <a:latin typeface="NotoSansEthiopic"/>
              </a:rPr>
              <a:t> </a:t>
            </a:r>
            <a:r>
              <a:rPr lang="en-US" sz="9600" dirty="0" err="1">
                <a:latin typeface="NotoSansEthiopic"/>
              </a:rPr>
              <a:t>እግዚአብሔር</a:t>
            </a:r>
            <a:r>
              <a:rPr lang="en-US" sz="9600" dirty="0">
                <a:latin typeface="NotoSansEthiopic"/>
              </a:rPr>
              <a:t> </a:t>
            </a:r>
            <a:r>
              <a:rPr lang="en-US" sz="9600" dirty="0" err="1">
                <a:latin typeface="NotoSansEthiopic"/>
              </a:rPr>
              <a:t>አብ</a:t>
            </a:r>
            <a:r>
              <a:rPr lang="en-US" sz="9600" dirty="0">
                <a:latin typeface="NotoSansEthiopic"/>
              </a:rPr>
              <a:t> </a:t>
            </a:r>
            <a:r>
              <a:rPr lang="en-US" sz="9600" dirty="0" err="1">
                <a:latin typeface="NotoSansEthiopic"/>
              </a:rPr>
              <a:t>አኃዜ</a:t>
            </a:r>
            <a:r>
              <a:rPr lang="en-US" sz="9600" dirty="0">
                <a:latin typeface="NotoSansEthiopic"/>
              </a:rPr>
              <a:t> </a:t>
            </a:r>
            <a:r>
              <a:rPr lang="en-US" sz="9600" dirty="0" err="1">
                <a:latin typeface="NotoSansEthiopic"/>
              </a:rPr>
              <a:t>ኩሉ</a:t>
            </a:r>
            <a:endParaRPr lang="en-US" sz="9600" dirty="0">
              <a:latin typeface="NotoSansEthiopic"/>
            </a:endParaRPr>
          </a:p>
          <a:p>
            <a:pPr marL="0" indent="0" algn="ctr">
              <a:lnSpc>
                <a:spcPct val="120000"/>
              </a:lnSpc>
              <a:buNone/>
            </a:pPr>
            <a:r>
              <a:rPr lang="en-US" sz="9600" dirty="0" err="1">
                <a:solidFill>
                  <a:srgbClr val="FF0000"/>
                </a:solidFill>
                <a:latin typeface="NotoSansEthiopic"/>
              </a:rPr>
              <a:t>ይ.ሕ</a:t>
            </a:r>
            <a:r>
              <a:rPr lang="am-ET" sz="9600" dirty="0">
                <a:solidFill>
                  <a:srgbClr val="FF0000"/>
                </a:solidFill>
                <a:latin typeface="NotoSansEthiopic"/>
              </a:rPr>
              <a:t>፦</a:t>
            </a:r>
            <a:r>
              <a:rPr lang="en-US" sz="9600" dirty="0">
                <a:solidFill>
                  <a:srgbClr val="FF0000"/>
                </a:solidFill>
                <a:latin typeface="NotoSansEthiopic"/>
              </a:rPr>
              <a:t> </a:t>
            </a:r>
            <a:r>
              <a:rPr lang="en-US" sz="9600" dirty="0" err="1">
                <a:latin typeface="NotoSansEthiopic"/>
              </a:rPr>
              <a:t>አእኲትዎ</a:t>
            </a:r>
            <a:r>
              <a:rPr lang="en-US" sz="9600" dirty="0">
                <a:latin typeface="NotoSansEthiopic"/>
              </a:rPr>
              <a:t> </a:t>
            </a:r>
            <a:r>
              <a:rPr lang="en-US" sz="9600" dirty="0" err="1">
                <a:latin typeface="NotoSansEthiopic"/>
              </a:rPr>
              <a:t>ለአብ</a:t>
            </a:r>
            <a:endParaRPr lang="en-US" sz="9600" dirty="0">
              <a:latin typeface="NotoSansEthiopic"/>
            </a:endParaRPr>
          </a:p>
          <a:p>
            <a:pPr marL="0" indent="0" algn="ctr">
              <a:lnSpc>
                <a:spcPct val="120000"/>
              </a:lnSpc>
              <a:buNone/>
            </a:pPr>
            <a:br>
              <a:rPr lang="am-ET" sz="5800" dirty="0"/>
            </a:br>
            <a:endParaRPr lang="en-US" sz="5800" dirty="0"/>
          </a:p>
        </p:txBody>
      </p:sp>
    </p:spTree>
    <p:extLst>
      <p:ext uri="{BB962C8B-B14F-4D97-AF65-F5344CB8AC3E}">
        <p14:creationId xmlns:p14="http://schemas.microsoft.com/office/powerpoint/2010/main" val="763674450"/>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39CE4A70-EF08-4C5C-B45A-9F1A61662266}"/>
              </a:ext>
            </a:extLst>
          </p:cNvPr>
          <p:cNvSpPr>
            <a:spLocks noGrp="1"/>
          </p:cNvSpPr>
          <p:nvPr>
            <p:ph idx="1"/>
          </p:nvPr>
        </p:nvSpPr>
        <p:spPr>
          <a:xfrm>
            <a:off x="0" y="26894"/>
            <a:ext cx="11832609" cy="6602506"/>
          </a:xfrm>
        </p:spPr>
        <p:txBody>
          <a:bodyPr>
            <a:noAutofit/>
          </a:bodyPr>
          <a:lstStyle/>
          <a:p>
            <a:pPr marL="0" indent="0" algn="ctr">
              <a:lnSpc>
                <a:spcPct val="120000"/>
              </a:lnSpc>
              <a:buNone/>
            </a:pPr>
            <a:r>
              <a:rPr lang="en-US" sz="8800" dirty="0" err="1">
                <a:solidFill>
                  <a:srgbClr val="FF0000"/>
                </a:solidFill>
                <a:latin typeface="NotoSansEthiopic"/>
              </a:rPr>
              <a:t>ይ.ካ</a:t>
            </a:r>
            <a:r>
              <a:rPr lang="am-ET" sz="8800" dirty="0">
                <a:solidFill>
                  <a:srgbClr val="FF0000"/>
                </a:solidFill>
                <a:latin typeface="NotoSansEthiopic"/>
              </a:rPr>
              <a:t>፦</a:t>
            </a:r>
            <a:r>
              <a:rPr lang="en-US" sz="8800" dirty="0">
                <a:solidFill>
                  <a:srgbClr val="FF0000"/>
                </a:solidFill>
                <a:latin typeface="NotoSansEthiopic"/>
              </a:rPr>
              <a:t> </a:t>
            </a:r>
            <a:r>
              <a:rPr lang="en-US" sz="8800" dirty="0" err="1">
                <a:latin typeface="NotoSansEthiopic"/>
              </a:rPr>
              <a:t>ወብሩክ</a:t>
            </a:r>
            <a:r>
              <a:rPr lang="en-US" sz="8800" dirty="0">
                <a:latin typeface="NotoSansEthiopic"/>
              </a:rPr>
              <a:t> </a:t>
            </a:r>
            <a:r>
              <a:rPr lang="en-US" sz="8800" dirty="0" err="1">
                <a:latin typeface="NotoSansEthiopic"/>
              </a:rPr>
              <a:t>ወልድ</a:t>
            </a:r>
            <a:r>
              <a:rPr lang="en-US" sz="8800" dirty="0">
                <a:latin typeface="NotoSansEthiopic"/>
              </a:rPr>
              <a:t> </a:t>
            </a:r>
            <a:r>
              <a:rPr lang="en-US" sz="8800" dirty="0" err="1">
                <a:latin typeface="NotoSansEthiopic"/>
              </a:rPr>
              <a:t>ዋሕድ</a:t>
            </a:r>
            <a:r>
              <a:rPr lang="en-US" sz="8800" dirty="0">
                <a:latin typeface="NotoSansEthiopic"/>
              </a:rPr>
              <a:t> </a:t>
            </a:r>
            <a:r>
              <a:rPr lang="en-US" sz="8800" dirty="0" err="1">
                <a:latin typeface="NotoSansEthiopic"/>
              </a:rPr>
              <a:t>እግዚነ</a:t>
            </a:r>
            <a:r>
              <a:rPr lang="en-US" sz="8800" dirty="0">
                <a:latin typeface="NotoSansEthiopic"/>
              </a:rPr>
              <a:t> </a:t>
            </a:r>
            <a:r>
              <a:rPr lang="en-US" sz="8800" dirty="0" err="1">
                <a:latin typeface="NotoSansEthiopic"/>
              </a:rPr>
              <a:t>ኢየሱስ</a:t>
            </a:r>
            <a:r>
              <a:rPr lang="en-US" sz="8800" dirty="0">
                <a:latin typeface="NotoSansEthiopic"/>
              </a:rPr>
              <a:t> </a:t>
            </a:r>
            <a:r>
              <a:rPr lang="en-US" sz="8800" dirty="0" err="1">
                <a:latin typeface="NotoSansEthiopic"/>
              </a:rPr>
              <a:t>ክርስቶስ</a:t>
            </a:r>
            <a:endParaRPr lang="en-US" sz="8800" dirty="0">
              <a:latin typeface="NotoSansEthiopic"/>
            </a:endParaRPr>
          </a:p>
          <a:p>
            <a:pPr marL="0" indent="0" algn="ctr">
              <a:lnSpc>
                <a:spcPct val="120000"/>
              </a:lnSpc>
              <a:buNone/>
            </a:pPr>
            <a:r>
              <a:rPr lang="en-US" sz="8800" dirty="0" err="1">
                <a:solidFill>
                  <a:srgbClr val="FF0000"/>
                </a:solidFill>
                <a:latin typeface="NotoSansEthiopic"/>
              </a:rPr>
              <a:t>ይ.ሕ</a:t>
            </a:r>
            <a:r>
              <a:rPr lang="am-ET" sz="8800" dirty="0">
                <a:solidFill>
                  <a:srgbClr val="FF0000"/>
                </a:solidFill>
                <a:latin typeface="NotoSansEthiopic"/>
              </a:rPr>
              <a:t>፦</a:t>
            </a:r>
            <a:r>
              <a:rPr lang="en-US" sz="8800" dirty="0">
                <a:solidFill>
                  <a:srgbClr val="FF0000"/>
                </a:solidFill>
                <a:latin typeface="NotoSansEthiopic"/>
              </a:rPr>
              <a:t> </a:t>
            </a:r>
            <a:r>
              <a:rPr lang="en-US" sz="8800" dirty="0" err="1">
                <a:latin typeface="NotoSansEthiopic"/>
              </a:rPr>
              <a:t>አእኲትዎ</a:t>
            </a:r>
            <a:r>
              <a:rPr lang="en-US" sz="8800" dirty="0">
                <a:latin typeface="NotoSansEthiopic"/>
              </a:rPr>
              <a:t> </a:t>
            </a:r>
            <a:r>
              <a:rPr lang="en-US" sz="8800" dirty="0" err="1">
                <a:latin typeface="NotoSansEthiopic"/>
              </a:rPr>
              <a:t>ለወልድ</a:t>
            </a:r>
            <a:endParaRPr lang="en-US" sz="8800" dirty="0">
              <a:latin typeface="NotoSansEthiopic"/>
            </a:endParaRPr>
          </a:p>
          <a:p>
            <a:pPr marL="0" indent="0" algn="ctr">
              <a:lnSpc>
                <a:spcPct val="120000"/>
              </a:lnSpc>
              <a:buNone/>
            </a:pPr>
            <a:br>
              <a:rPr lang="am-ET" sz="5800" dirty="0"/>
            </a:br>
            <a:endParaRPr lang="en-US" sz="5800" dirty="0"/>
          </a:p>
        </p:txBody>
      </p:sp>
    </p:spTree>
    <p:extLst>
      <p:ext uri="{BB962C8B-B14F-4D97-AF65-F5344CB8AC3E}">
        <p14:creationId xmlns:p14="http://schemas.microsoft.com/office/powerpoint/2010/main" val="968479617"/>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39CE4A70-EF08-4C5C-B45A-9F1A61662266}"/>
              </a:ext>
            </a:extLst>
          </p:cNvPr>
          <p:cNvSpPr>
            <a:spLocks noGrp="1"/>
          </p:cNvSpPr>
          <p:nvPr>
            <p:ph idx="1"/>
          </p:nvPr>
        </p:nvSpPr>
        <p:spPr>
          <a:xfrm>
            <a:off x="0" y="26894"/>
            <a:ext cx="11832609" cy="6602506"/>
          </a:xfrm>
        </p:spPr>
        <p:txBody>
          <a:bodyPr>
            <a:noAutofit/>
          </a:bodyPr>
          <a:lstStyle/>
          <a:p>
            <a:pPr marL="0" indent="0" algn="ctr">
              <a:lnSpc>
                <a:spcPct val="120000"/>
              </a:lnSpc>
              <a:buNone/>
            </a:pPr>
            <a:r>
              <a:rPr lang="en-US" sz="8800" dirty="0" err="1">
                <a:solidFill>
                  <a:srgbClr val="FF0000"/>
                </a:solidFill>
                <a:latin typeface="NotoSansEthiopic"/>
              </a:rPr>
              <a:t>ይ.ካ</a:t>
            </a:r>
            <a:r>
              <a:rPr lang="am-ET" sz="8800" dirty="0">
                <a:solidFill>
                  <a:srgbClr val="FF0000"/>
                </a:solidFill>
                <a:latin typeface="NotoSansEthiopic"/>
              </a:rPr>
              <a:t>፦</a:t>
            </a:r>
            <a:r>
              <a:rPr lang="en-US" sz="8800" dirty="0">
                <a:solidFill>
                  <a:srgbClr val="FF0000"/>
                </a:solidFill>
                <a:latin typeface="NotoSansEthiopic"/>
              </a:rPr>
              <a:t> </a:t>
            </a:r>
            <a:r>
              <a:rPr lang="en-US" sz="8800" dirty="0" err="1">
                <a:latin typeface="NotoSansEthiopic"/>
              </a:rPr>
              <a:t>ወብሩክ</a:t>
            </a:r>
            <a:r>
              <a:rPr lang="en-US" sz="8800" dirty="0">
                <a:latin typeface="NotoSansEthiopic"/>
              </a:rPr>
              <a:t> </a:t>
            </a:r>
            <a:r>
              <a:rPr lang="en-US" sz="8800" dirty="0" err="1">
                <a:latin typeface="NotoSansEthiopic"/>
              </a:rPr>
              <a:t>መንፈስ</a:t>
            </a:r>
            <a:r>
              <a:rPr lang="en-US" sz="8800" dirty="0">
                <a:latin typeface="NotoSansEthiopic"/>
              </a:rPr>
              <a:t> </a:t>
            </a:r>
            <a:r>
              <a:rPr lang="en-US" sz="8800" dirty="0" err="1">
                <a:latin typeface="NotoSansEthiopic"/>
              </a:rPr>
              <a:t>ቅዱስ</a:t>
            </a:r>
            <a:r>
              <a:rPr lang="en-US" sz="8800" dirty="0">
                <a:latin typeface="NotoSansEthiopic"/>
              </a:rPr>
              <a:t> </a:t>
            </a:r>
            <a:r>
              <a:rPr lang="en-US" sz="8800" dirty="0" err="1">
                <a:latin typeface="NotoSansEthiopic"/>
              </a:rPr>
              <a:t>ጳራቅሊጦስ</a:t>
            </a:r>
            <a:endParaRPr lang="en-US" sz="8800" dirty="0">
              <a:latin typeface="NotoSansEthiopic"/>
            </a:endParaRPr>
          </a:p>
          <a:p>
            <a:pPr marL="0" indent="0" algn="ctr">
              <a:lnSpc>
                <a:spcPct val="120000"/>
              </a:lnSpc>
              <a:buNone/>
            </a:pPr>
            <a:r>
              <a:rPr lang="en-US" sz="8800" dirty="0" err="1">
                <a:solidFill>
                  <a:srgbClr val="FF0000"/>
                </a:solidFill>
                <a:latin typeface="NotoSansEthiopic"/>
              </a:rPr>
              <a:t>ይ.ሕ</a:t>
            </a:r>
            <a:r>
              <a:rPr lang="am-ET" sz="8800" dirty="0">
                <a:solidFill>
                  <a:srgbClr val="FF0000"/>
                </a:solidFill>
                <a:latin typeface="NotoSansEthiopic"/>
              </a:rPr>
              <a:t>፦</a:t>
            </a:r>
            <a:r>
              <a:rPr lang="en-US" sz="8800" dirty="0">
                <a:solidFill>
                  <a:srgbClr val="FF0000"/>
                </a:solidFill>
                <a:latin typeface="NotoSansEthiopic"/>
              </a:rPr>
              <a:t> </a:t>
            </a:r>
            <a:r>
              <a:rPr lang="en-US" sz="8800" dirty="0" err="1">
                <a:latin typeface="NotoSansEthiopic"/>
              </a:rPr>
              <a:t>አእኲትዎ</a:t>
            </a:r>
            <a:r>
              <a:rPr lang="en-US" sz="8800" dirty="0">
                <a:latin typeface="NotoSansEthiopic"/>
              </a:rPr>
              <a:t> </a:t>
            </a:r>
            <a:r>
              <a:rPr lang="en-US" sz="8800" dirty="0" err="1">
                <a:latin typeface="NotoSansEthiopic"/>
              </a:rPr>
              <a:t>ለመንፈስ</a:t>
            </a:r>
            <a:r>
              <a:rPr lang="en-US" sz="8800" dirty="0">
                <a:latin typeface="NotoSansEthiopic"/>
              </a:rPr>
              <a:t> </a:t>
            </a:r>
            <a:r>
              <a:rPr lang="en-US" sz="8800" dirty="0" err="1">
                <a:latin typeface="NotoSansEthiopic"/>
              </a:rPr>
              <a:t>ቅዱስ</a:t>
            </a:r>
            <a:endParaRPr lang="en-US" sz="8800" dirty="0">
              <a:latin typeface="NotoSansEthiopic"/>
            </a:endParaRPr>
          </a:p>
          <a:p>
            <a:pPr marL="0" indent="0" algn="ctr">
              <a:lnSpc>
                <a:spcPct val="120000"/>
              </a:lnSpc>
              <a:buNone/>
            </a:pPr>
            <a:br>
              <a:rPr lang="am-ET" sz="6000" dirty="0"/>
            </a:br>
            <a:endParaRPr lang="en-US" sz="6000" dirty="0"/>
          </a:p>
        </p:txBody>
      </p:sp>
    </p:spTree>
    <p:extLst>
      <p:ext uri="{BB962C8B-B14F-4D97-AF65-F5344CB8AC3E}">
        <p14:creationId xmlns:p14="http://schemas.microsoft.com/office/powerpoint/2010/main" val="1650196868"/>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39CE4A70-EF08-4C5C-B45A-9F1A61662266}"/>
              </a:ext>
            </a:extLst>
          </p:cNvPr>
          <p:cNvSpPr>
            <a:spLocks noGrp="1"/>
          </p:cNvSpPr>
          <p:nvPr>
            <p:ph idx="1"/>
          </p:nvPr>
        </p:nvSpPr>
        <p:spPr>
          <a:xfrm>
            <a:off x="0" y="0"/>
            <a:ext cx="12192000" cy="6858000"/>
          </a:xfrm>
        </p:spPr>
        <p:txBody>
          <a:bodyPr>
            <a:noAutofit/>
          </a:bodyPr>
          <a:lstStyle/>
          <a:p>
            <a:pPr marL="0" indent="0" algn="ctr">
              <a:lnSpc>
                <a:spcPct val="120000"/>
              </a:lnSpc>
              <a:buNone/>
            </a:pPr>
            <a:r>
              <a:rPr lang="en-US" sz="7200" dirty="0" err="1">
                <a:solidFill>
                  <a:srgbClr val="FF0000"/>
                </a:solidFill>
                <a:latin typeface="NotoSansEthiopic"/>
              </a:rPr>
              <a:t>ይ.ካ</a:t>
            </a:r>
            <a:r>
              <a:rPr lang="am-ET" sz="7200" dirty="0">
                <a:solidFill>
                  <a:srgbClr val="FF0000"/>
                </a:solidFill>
                <a:latin typeface="NotoSansEthiopic"/>
              </a:rPr>
              <a:t>፦</a:t>
            </a:r>
            <a:r>
              <a:rPr lang="en-US" sz="7200" dirty="0">
                <a:solidFill>
                  <a:srgbClr val="FF0000"/>
                </a:solidFill>
                <a:latin typeface="NotoSansEthiopic"/>
              </a:rPr>
              <a:t> </a:t>
            </a:r>
            <a:r>
              <a:rPr lang="en-US" sz="7200" dirty="0" err="1">
                <a:latin typeface="NotoSansEthiopic"/>
              </a:rPr>
              <a:t>እግዚአብሔር</a:t>
            </a:r>
            <a:r>
              <a:rPr lang="en-US" sz="7200" dirty="0">
                <a:latin typeface="NotoSansEthiopic"/>
              </a:rPr>
              <a:t> </a:t>
            </a:r>
            <a:r>
              <a:rPr lang="en-US" sz="7200" dirty="0" err="1">
                <a:latin typeface="NotoSansEthiopic"/>
              </a:rPr>
              <a:t>ምስለ</a:t>
            </a:r>
            <a:r>
              <a:rPr lang="en-US" sz="7200" dirty="0">
                <a:latin typeface="NotoSansEthiopic"/>
              </a:rPr>
              <a:t> </a:t>
            </a:r>
            <a:r>
              <a:rPr lang="en-US" sz="7200" dirty="0" err="1">
                <a:latin typeface="NotoSansEthiopic"/>
              </a:rPr>
              <a:t>ኲልክሙ</a:t>
            </a:r>
            <a:endParaRPr lang="en-US" sz="7200" dirty="0">
              <a:latin typeface="NotoSansEthiopic"/>
            </a:endParaRPr>
          </a:p>
          <a:p>
            <a:pPr marL="0" indent="0" algn="ctr">
              <a:lnSpc>
                <a:spcPct val="120000"/>
              </a:lnSpc>
              <a:buNone/>
            </a:pPr>
            <a:r>
              <a:rPr lang="en-US" sz="7200" dirty="0" err="1">
                <a:solidFill>
                  <a:srgbClr val="FF0000"/>
                </a:solidFill>
                <a:latin typeface="NotoSansEthiopic"/>
              </a:rPr>
              <a:t>ይ.ሕ</a:t>
            </a:r>
            <a:r>
              <a:rPr lang="am-ET" sz="7200" dirty="0">
                <a:solidFill>
                  <a:srgbClr val="FF0000"/>
                </a:solidFill>
                <a:latin typeface="NotoSansEthiopic"/>
              </a:rPr>
              <a:t>፦</a:t>
            </a:r>
            <a:r>
              <a:rPr lang="en-US" sz="7200" dirty="0">
                <a:solidFill>
                  <a:srgbClr val="FF0000"/>
                </a:solidFill>
                <a:latin typeface="NotoSansEthiopic"/>
              </a:rPr>
              <a:t> </a:t>
            </a:r>
            <a:r>
              <a:rPr lang="en-US" sz="7200" dirty="0" err="1">
                <a:latin typeface="NotoSansEthiopic"/>
              </a:rPr>
              <a:t>ምስለ</a:t>
            </a:r>
            <a:r>
              <a:rPr lang="en-US" sz="7200" dirty="0">
                <a:latin typeface="NotoSansEthiopic"/>
              </a:rPr>
              <a:t> </a:t>
            </a:r>
            <a:r>
              <a:rPr lang="en-US" sz="7200" dirty="0" err="1">
                <a:latin typeface="NotoSansEthiopic"/>
              </a:rPr>
              <a:t>መንፈስከ</a:t>
            </a:r>
            <a:endParaRPr lang="en-US" sz="7200" dirty="0">
              <a:latin typeface="NotoSansEthiopic"/>
            </a:endParaRPr>
          </a:p>
          <a:p>
            <a:pPr marL="0" indent="0" algn="ctr">
              <a:lnSpc>
                <a:spcPct val="120000"/>
              </a:lnSpc>
              <a:buNone/>
            </a:pPr>
            <a:r>
              <a:rPr lang="en-US" sz="7200" dirty="0" err="1">
                <a:solidFill>
                  <a:srgbClr val="FF0000"/>
                </a:solidFill>
                <a:latin typeface="NotoSansEthiopic"/>
              </a:rPr>
              <a:t>ይ.ካ</a:t>
            </a:r>
            <a:r>
              <a:rPr lang="am-ET" sz="7200" dirty="0">
                <a:solidFill>
                  <a:srgbClr val="FF0000"/>
                </a:solidFill>
                <a:latin typeface="NotoSansEthiopic"/>
              </a:rPr>
              <a:t>፦</a:t>
            </a:r>
            <a:r>
              <a:rPr lang="en-US" sz="7200" dirty="0">
                <a:solidFill>
                  <a:srgbClr val="FF0000"/>
                </a:solidFill>
                <a:latin typeface="NotoSansEthiopic"/>
              </a:rPr>
              <a:t> </a:t>
            </a:r>
            <a:r>
              <a:rPr lang="en-US" sz="7200" dirty="0" err="1">
                <a:latin typeface="NotoSansEthiopic"/>
              </a:rPr>
              <a:t>ወንጌል</a:t>
            </a:r>
            <a:r>
              <a:rPr lang="en-US" sz="7200" dirty="0">
                <a:latin typeface="NotoSansEthiopic"/>
              </a:rPr>
              <a:t> </a:t>
            </a:r>
            <a:r>
              <a:rPr lang="en-US" sz="7200" dirty="0" err="1">
                <a:latin typeface="NotoSansEthiopic"/>
              </a:rPr>
              <a:t>ቅዱስ</a:t>
            </a:r>
            <a:r>
              <a:rPr lang="en-US" sz="7200" dirty="0">
                <a:latin typeface="NotoSansEthiopic"/>
              </a:rPr>
              <a:t> </a:t>
            </a:r>
            <a:r>
              <a:rPr lang="en-US" sz="7200" dirty="0" err="1">
                <a:latin typeface="NotoSansEthiopic"/>
              </a:rPr>
              <a:t>ዘዜነወ</a:t>
            </a:r>
            <a:r>
              <a:rPr lang="en-US" sz="7200" dirty="0">
                <a:latin typeface="NotoSansEthiopic"/>
              </a:rPr>
              <a:t> ----- </a:t>
            </a:r>
            <a:r>
              <a:rPr lang="en-US" sz="7200" dirty="0" err="1">
                <a:latin typeface="NotoSansEthiopic"/>
              </a:rPr>
              <a:t>ቃለ</a:t>
            </a:r>
            <a:r>
              <a:rPr lang="en-US" sz="7200" dirty="0">
                <a:latin typeface="NotoSansEthiopic"/>
              </a:rPr>
              <a:t> </a:t>
            </a:r>
            <a:r>
              <a:rPr lang="en-US" sz="7200" dirty="0" err="1">
                <a:latin typeface="NotoSansEthiopic"/>
              </a:rPr>
              <a:t>ወልደ</a:t>
            </a:r>
            <a:r>
              <a:rPr lang="en-US" sz="7200" dirty="0">
                <a:latin typeface="NotoSansEthiopic"/>
              </a:rPr>
              <a:t> </a:t>
            </a:r>
            <a:r>
              <a:rPr lang="en-US" sz="7200" dirty="0" err="1">
                <a:latin typeface="NotoSansEthiopic"/>
              </a:rPr>
              <a:t>እግዚአብሔር</a:t>
            </a:r>
            <a:endParaRPr lang="en-US" sz="7200" dirty="0">
              <a:latin typeface="NotoSansEthiopic"/>
            </a:endParaRPr>
          </a:p>
          <a:p>
            <a:pPr marL="0" indent="0" algn="ctr">
              <a:lnSpc>
                <a:spcPct val="120000"/>
              </a:lnSpc>
              <a:buNone/>
            </a:pPr>
            <a:endParaRPr lang="en-US" sz="6600" dirty="0">
              <a:latin typeface="NotoSansEthiopic"/>
            </a:endParaRPr>
          </a:p>
          <a:p>
            <a:pPr marL="0" indent="0" algn="ctr">
              <a:lnSpc>
                <a:spcPct val="120000"/>
              </a:lnSpc>
              <a:buNone/>
            </a:pPr>
            <a:endParaRPr lang="en-US" sz="7200" dirty="0">
              <a:latin typeface="NotoSansEthiopic"/>
            </a:endParaRPr>
          </a:p>
          <a:p>
            <a:pPr marL="0" indent="0" algn="ctr">
              <a:lnSpc>
                <a:spcPct val="120000"/>
              </a:lnSpc>
              <a:buNone/>
            </a:pPr>
            <a:br>
              <a:rPr lang="am-ET" sz="7200" dirty="0"/>
            </a:br>
            <a:endParaRPr lang="en-US" sz="7200" dirty="0"/>
          </a:p>
        </p:txBody>
      </p:sp>
    </p:spTree>
    <p:extLst>
      <p:ext uri="{BB962C8B-B14F-4D97-AF65-F5344CB8AC3E}">
        <p14:creationId xmlns:p14="http://schemas.microsoft.com/office/powerpoint/2010/main" val="1096373003"/>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39CE4A70-EF08-4C5C-B45A-9F1A61662266}"/>
              </a:ext>
            </a:extLst>
          </p:cNvPr>
          <p:cNvSpPr>
            <a:spLocks noGrp="1"/>
          </p:cNvSpPr>
          <p:nvPr>
            <p:ph idx="1"/>
          </p:nvPr>
        </p:nvSpPr>
        <p:spPr>
          <a:xfrm>
            <a:off x="0" y="0"/>
            <a:ext cx="12191999" cy="6858000"/>
          </a:xfrm>
        </p:spPr>
        <p:txBody>
          <a:bodyPr>
            <a:normAutofit fontScale="92500"/>
          </a:bodyPr>
          <a:lstStyle/>
          <a:p>
            <a:pPr marL="0" indent="0" algn="ctr">
              <a:lnSpc>
                <a:spcPct val="120000"/>
              </a:lnSpc>
              <a:buNone/>
            </a:pPr>
            <a:r>
              <a:rPr lang="am-ET" sz="7200" dirty="0">
                <a:solidFill>
                  <a:srgbClr val="FF0000"/>
                </a:solidFill>
                <a:latin typeface="NotoSansEthiopic"/>
              </a:rPr>
              <a:t>ይ፡ሕ፦</a:t>
            </a:r>
            <a:r>
              <a:rPr lang="am-ET" sz="7200" dirty="0">
                <a:latin typeface="NotoSansEthiopic"/>
              </a:rPr>
              <a:t>ስብሐት ለከ ክርስቶስ እግዚእየ</a:t>
            </a:r>
            <a:r>
              <a:rPr lang="en-US" sz="7200" dirty="0">
                <a:latin typeface="NotoSansEthiopic"/>
              </a:rPr>
              <a:t> </a:t>
            </a:r>
            <a:r>
              <a:rPr lang="am-ET" sz="7200" dirty="0">
                <a:latin typeface="NotoSansEthiopic"/>
              </a:rPr>
              <a:t>ወአምላኪየ</a:t>
            </a:r>
            <a:r>
              <a:rPr lang="en-US" sz="7200" dirty="0">
                <a:latin typeface="NotoSansEthiopic"/>
              </a:rPr>
              <a:t> </a:t>
            </a:r>
            <a:r>
              <a:rPr lang="am-ET" sz="7200" dirty="0">
                <a:latin typeface="NotoSansEthiopic"/>
              </a:rPr>
              <a:t>ኵሎ ጊዜ።</a:t>
            </a:r>
            <a:endParaRPr lang="en-US" sz="7200" dirty="0">
              <a:latin typeface="NotoSansEthiopic"/>
            </a:endParaRPr>
          </a:p>
          <a:p>
            <a:pPr marL="0" indent="0" algn="ctr">
              <a:lnSpc>
                <a:spcPct val="120000"/>
              </a:lnSpc>
              <a:buNone/>
            </a:pPr>
            <a:r>
              <a:rPr lang="am-ET" sz="7200" dirty="0">
                <a:latin typeface="NotoSansEthiopic"/>
              </a:rPr>
              <a:t>ተፈሥሑ በእግዚአብሔር ዘረድአነ ወየብቡ</a:t>
            </a:r>
            <a:r>
              <a:rPr lang="en-US" sz="7200" dirty="0">
                <a:latin typeface="NotoSansEthiopic"/>
              </a:rPr>
              <a:t> </a:t>
            </a:r>
            <a:r>
              <a:rPr lang="am-ET" sz="7200" dirty="0">
                <a:latin typeface="NotoSansEthiopic"/>
              </a:rPr>
              <a:t>ለአምላክ ያዕቆብ ንሥኡ መዝሙረ ወሀቡ</a:t>
            </a:r>
            <a:r>
              <a:rPr lang="en-US" sz="7200" dirty="0">
                <a:latin typeface="NotoSansEthiopic"/>
              </a:rPr>
              <a:t> </a:t>
            </a:r>
            <a:r>
              <a:rPr lang="am-ET" sz="7200" dirty="0">
                <a:latin typeface="NotoSansEthiopic"/>
              </a:rPr>
              <a:t>ከበሮ መዝሙር ሐዋዝ ዘምስለ መሰንቆ።</a:t>
            </a:r>
            <a:endParaRPr lang="en-US" sz="7200" dirty="0">
              <a:latin typeface="NotoSansEthiopic"/>
            </a:endParaRPr>
          </a:p>
        </p:txBody>
      </p:sp>
    </p:spTree>
    <p:extLst>
      <p:ext uri="{BB962C8B-B14F-4D97-AF65-F5344CB8AC3E}">
        <p14:creationId xmlns:p14="http://schemas.microsoft.com/office/powerpoint/2010/main" val="2097448824"/>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 y="83893"/>
            <a:ext cx="12082897" cy="6443663"/>
          </a:xfrm>
        </p:spPr>
        <p:txBody>
          <a:bodyPr>
            <a:noAutofit/>
          </a:bodyPr>
          <a:lstStyle/>
          <a:p>
            <a:pPr>
              <a:lnSpc>
                <a:spcPct val="100000"/>
              </a:lnSpc>
            </a:pPr>
            <a:r>
              <a:rPr lang="en-US" sz="13800" dirty="0" err="1">
                <a:latin typeface="Nyala" panose="02000504070300020003" pitchFamily="2" charset="0"/>
              </a:rPr>
              <a:t>ወንጌል</a:t>
            </a:r>
            <a:endParaRPr lang="en-US" sz="12300" b="1" dirty="0">
              <a:latin typeface="Nyala" panose="02000504070300020003" pitchFamily="2" charset="0"/>
              <a:cs typeface="Times New Roman" panose="02020603050405020304" pitchFamily="18" charset="0"/>
            </a:endParaRPr>
          </a:p>
          <a:p>
            <a:pPr>
              <a:lnSpc>
                <a:spcPct val="100000"/>
              </a:lnSpc>
            </a:pPr>
            <a:r>
              <a:rPr lang="am-ET" sz="14800" b="1" dirty="0">
                <a:latin typeface="Nyala" panose="02000504070300020003" pitchFamily="2" charset="0"/>
                <a:ea typeface="Yu Gothic UI Semibold" panose="020B0700000000000000" pitchFamily="34" charset="-128"/>
                <a:cs typeface="Times New Roman" panose="02020603050405020304" pitchFamily="18" charset="0"/>
              </a:rPr>
              <a:t> ዩሐ </a:t>
            </a:r>
            <a:r>
              <a:rPr lang="en-US" sz="14800" b="1" dirty="0">
                <a:latin typeface="Nyala" panose="02000504070300020003" pitchFamily="2" charset="0"/>
                <a:ea typeface="Yu Gothic UI Semibold" panose="020B0700000000000000" pitchFamily="34" charset="-128"/>
                <a:cs typeface="Times New Roman" panose="02020603050405020304" pitchFamily="18" charset="0"/>
              </a:rPr>
              <a:t>2-12-</a:t>
            </a:r>
            <a:r>
              <a:rPr lang="am-ET" sz="14800" b="1" dirty="0">
                <a:latin typeface="Nyala" panose="02000504070300020003" pitchFamily="2" charset="0"/>
                <a:ea typeface="Yu Gothic UI Semibold" panose="020B0700000000000000" pitchFamily="34" charset="-128"/>
                <a:cs typeface="Times New Roman" panose="02020603050405020304" pitchFamily="18" charset="0"/>
              </a:rPr>
              <a:t>25</a:t>
            </a:r>
            <a:endParaRPr lang="en-US" sz="14800" b="1" dirty="0">
              <a:latin typeface="Yu Gothic UI Semibold" panose="020B0700000000000000" pitchFamily="34" charset="-128"/>
              <a:ea typeface="Yu Gothic UI Semibold" panose="020B0700000000000000" pitchFamily="34" charset="-128"/>
              <a:cs typeface="Times New Roman" panose="02020603050405020304" pitchFamily="18" charset="0"/>
            </a:endParaRPr>
          </a:p>
        </p:txBody>
      </p:sp>
    </p:spTree>
    <p:extLst>
      <p:ext uri="{BB962C8B-B14F-4D97-AF65-F5344CB8AC3E}">
        <p14:creationId xmlns:p14="http://schemas.microsoft.com/office/powerpoint/2010/main" val="1485593933"/>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EA2350-2269-897D-C7DF-D4C00BC54E6A}"/>
              </a:ext>
            </a:extLst>
          </p:cNvPr>
          <p:cNvSpPr>
            <a:spLocks noGrp="1"/>
          </p:cNvSpPr>
          <p:nvPr>
            <p:ph type="title"/>
          </p:nvPr>
        </p:nvSpPr>
        <p:spPr>
          <a:xfrm>
            <a:off x="838199" y="365124"/>
            <a:ext cx="11029335" cy="4813366"/>
          </a:xfrm>
        </p:spPr>
        <p:txBody>
          <a:bodyPr/>
          <a:lstStyle/>
          <a:p>
            <a:r>
              <a:rPr lang="am-ET" sz="9600" dirty="0"/>
              <a:t>    </a:t>
            </a:r>
            <a:br>
              <a:rPr lang="am-ET" sz="9600" dirty="0"/>
            </a:br>
            <a:r>
              <a:rPr lang="am-ET" sz="9600" dirty="0"/>
              <a:t>     </a:t>
            </a:r>
            <a:r>
              <a:rPr lang="en-US" sz="9600" b="1" dirty="0" err="1">
                <a:solidFill>
                  <a:schemeClr val="accent1"/>
                </a:solidFill>
              </a:rPr>
              <a:t>ለኔስ</a:t>
            </a:r>
            <a:r>
              <a:rPr lang="en-US" sz="9600" b="1" dirty="0">
                <a:solidFill>
                  <a:schemeClr val="accent1"/>
                </a:solidFill>
              </a:rPr>
              <a:t> </a:t>
            </a:r>
            <a:r>
              <a:rPr lang="en-US" sz="9600" b="1" dirty="0" err="1">
                <a:solidFill>
                  <a:schemeClr val="accent1"/>
                </a:solidFill>
              </a:rPr>
              <a:t>ምንም</a:t>
            </a:r>
            <a:r>
              <a:rPr lang="en-US" sz="9600" b="1" dirty="0">
                <a:solidFill>
                  <a:schemeClr val="accent1"/>
                </a:solidFill>
              </a:rPr>
              <a:t> </a:t>
            </a:r>
            <a:r>
              <a:rPr lang="en-US" sz="9600" b="1" dirty="0" err="1">
                <a:solidFill>
                  <a:schemeClr val="accent1"/>
                </a:solidFill>
              </a:rPr>
              <a:t>ቢሆን</a:t>
            </a:r>
            <a:br>
              <a:rPr lang="en-US" dirty="0"/>
            </a:br>
            <a:endParaRPr lang="en-US" dirty="0"/>
          </a:p>
        </p:txBody>
      </p:sp>
    </p:spTree>
    <p:extLst>
      <p:ext uri="{BB962C8B-B14F-4D97-AF65-F5344CB8AC3E}">
        <p14:creationId xmlns:p14="http://schemas.microsoft.com/office/powerpoint/2010/main" val="3441483991"/>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B00D035-90CB-D61C-57FA-C8BF39B78D47}"/>
              </a:ext>
            </a:extLst>
          </p:cNvPr>
          <p:cNvSpPr txBox="1"/>
          <p:nvPr/>
        </p:nvSpPr>
        <p:spPr>
          <a:xfrm>
            <a:off x="3047999" y="474345"/>
            <a:ext cx="10392697" cy="5909310"/>
          </a:xfrm>
          <a:prstGeom prst="rect">
            <a:avLst/>
          </a:prstGeom>
          <a:noFill/>
        </p:spPr>
        <p:txBody>
          <a:bodyPr wrap="square">
            <a:spAutoFit/>
          </a:bodyPr>
          <a:lstStyle/>
          <a:p>
            <a:r>
              <a:rPr lang="en-US" sz="5400" b="1" dirty="0" err="1"/>
              <a:t>ዛሬ</a:t>
            </a:r>
            <a:r>
              <a:rPr lang="en-US" sz="5400" b="1" dirty="0"/>
              <a:t> </a:t>
            </a:r>
            <a:r>
              <a:rPr lang="en-US" sz="5400" b="1" dirty="0" err="1"/>
              <a:t>የከበደኝ</a:t>
            </a:r>
            <a:r>
              <a:rPr lang="en-US" sz="5400" b="1" dirty="0"/>
              <a:t> </a:t>
            </a:r>
            <a:r>
              <a:rPr lang="en-US" sz="5400" b="1" dirty="0" err="1"/>
              <a:t>በዙሪያዬ</a:t>
            </a:r>
            <a:endParaRPr lang="en-US" sz="5400" b="1" dirty="0"/>
          </a:p>
          <a:p>
            <a:r>
              <a:rPr lang="en-US" sz="5400" b="1" dirty="0" err="1"/>
              <a:t>እረፍት</a:t>
            </a:r>
            <a:r>
              <a:rPr lang="en-US" sz="5400" b="1" dirty="0"/>
              <a:t> </a:t>
            </a:r>
            <a:r>
              <a:rPr lang="en-US" sz="5400" b="1" dirty="0" err="1"/>
              <a:t>አልስጥ</a:t>
            </a:r>
            <a:r>
              <a:rPr lang="en-US" sz="5400" b="1" dirty="0"/>
              <a:t> </a:t>
            </a:r>
            <a:r>
              <a:rPr lang="en-US" sz="5400" b="1" dirty="0" err="1"/>
              <a:t>ያለው</a:t>
            </a:r>
            <a:r>
              <a:rPr lang="en-US" sz="5400" b="1" dirty="0"/>
              <a:t> </a:t>
            </a:r>
            <a:r>
              <a:rPr lang="en-US" sz="5400" b="1" dirty="0" err="1"/>
              <a:t>ላአምሮዬ</a:t>
            </a:r>
            <a:endParaRPr lang="en-US" sz="5400" b="1" dirty="0"/>
          </a:p>
          <a:p>
            <a:r>
              <a:rPr lang="en-US" sz="5400" b="1" dirty="0" err="1"/>
              <a:t>እዘምራለሁ</a:t>
            </a:r>
            <a:r>
              <a:rPr lang="en-US" sz="5400" b="1" dirty="0"/>
              <a:t> </a:t>
            </a:r>
            <a:r>
              <a:rPr lang="en-US" sz="5400" b="1" dirty="0" err="1"/>
              <a:t>ልቤ</a:t>
            </a:r>
            <a:r>
              <a:rPr lang="en-US" sz="5400" b="1" dirty="0"/>
              <a:t> </a:t>
            </a:r>
            <a:r>
              <a:rPr lang="en-US" sz="5400" b="1" dirty="0" err="1"/>
              <a:t>ተመልሶ</a:t>
            </a:r>
            <a:r>
              <a:rPr lang="en-US" sz="5400" b="1" dirty="0"/>
              <a:t> </a:t>
            </a:r>
          </a:p>
          <a:p>
            <a:r>
              <a:rPr lang="en-US" sz="5400" b="1" dirty="0" err="1"/>
              <a:t>ዛሬ</a:t>
            </a:r>
            <a:r>
              <a:rPr lang="en-US" sz="5400" b="1" dirty="0"/>
              <a:t> </a:t>
            </a:r>
            <a:r>
              <a:rPr lang="en-US" sz="5400" b="1" dirty="0" err="1"/>
              <a:t>መስቀል</a:t>
            </a:r>
            <a:r>
              <a:rPr lang="en-US" sz="5400" b="1" dirty="0"/>
              <a:t> </a:t>
            </a:r>
            <a:r>
              <a:rPr lang="en-US" sz="5400" b="1" dirty="0" err="1"/>
              <a:t>ሆኖ</a:t>
            </a:r>
            <a:r>
              <a:rPr lang="en-US" sz="5400" b="1" dirty="0"/>
              <a:t> </a:t>
            </a:r>
            <a:r>
              <a:rPr lang="en-US" sz="5400" b="1" dirty="0" err="1"/>
              <a:t>የከበደኝ</a:t>
            </a:r>
            <a:r>
              <a:rPr lang="en-US" sz="5400" b="1" dirty="0"/>
              <a:t> </a:t>
            </a:r>
          </a:p>
          <a:p>
            <a:r>
              <a:rPr lang="am-ET" sz="5400" b="1" dirty="0"/>
              <a:t>የ</a:t>
            </a:r>
            <a:r>
              <a:rPr lang="en-US" sz="5400" b="1" dirty="0" err="1"/>
              <a:t>ማመስገን</a:t>
            </a:r>
            <a:r>
              <a:rPr lang="en-US" sz="5400" b="1" dirty="0"/>
              <a:t> </a:t>
            </a:r>
            <a:r>
              <a:rPr lang="en-US" sz="5400" b="1" dirty="0" err="1"/>
              <a:t>መብቴን</a:t>
            </a:r>
            <a:r>
              <a:rPr lang="en-US" sz="5400" b="1" dirty="0"/>
              <a:t> </a:t>
            </a:r>
            <a:r>
              <a:rPr lang="en-US" sz="5400" b="1" dirty="0" err="1"/>
              <a:t>የነፈገኝ</a:t>
            </a:r>
            <a:r>
              <a:rPr lang="en-US" sz="5400" b="1" dirty="0"/>
              <a:t> </a:t>
            </a:r>
            <a:endParaRPr lang="am-ET" sz="5400" b="1" dirty="0"/>
          </a:p>
          <a:p>
            <a:r>
              <a:rPr lang="en-US" sz="5400" b="1" dirty="0" err="1"/>
              <a:t>ሲናድ</a:t>
            </a:r>
            <a:r>
              <a:rPr lang="en-US" sz="5400" b="1" dirty="0"/>
              <a:t> </a:t>
            </a:r>
            <a:r>
              <a:rPr lang="en-US" sz="5400" b="1" dirty="0" err="1"/>
              <a:t>ሲፈራርስ</a:t>
            </a:r>
            <a:r>
              <a:rPr lang="en-US" sz="5400" b="1" dirty="0"/>
              <a:t> </a:t>
            </a:r>
            <a:r>
              <a:rPr lang="en-US" sz="5400" b="1" dirty="0" err="1"/>
              <a:t>መሰረቱ</a:t>
            </a:r>
            <a:endParaRPr lang="en-US" sz="5400" b="1" dirty="0"/>
          </a:p>
          <a:p>
            <a:r>
              <a:rPr lang="en-US" sz="5400" b="1" dirty="0" err="1"/>
              <a:t>አየዋለሁ</a:t>
            </a:r>
            <a:r>
              <a:rPr lang="en-US" sz="5400" b="1" dirty="0"/>
              <a:t> </a:t>
            </a:r>
            <a:r>
              <a:rPr lang="en-US" sz="5400" b="1" dirty="0" err="1"/>
              <a:t>በአይኔ</a:t>
            </a:r>
            <a:r>
              <a:rPr lang="en-US" sz="5400" b="1" dirty="0"/>
              <a:t> </a:t>
            </a:r>
            <a:r>
              <a:rPr lang="en-US" sz="5400" b="1" dirty="0" err="1"/>
              <a:t>በብረቱ</a:t>
            </a:r>
            <a:endParaRPr lang="en-US" sz="5400" b="1" dirty="0"/>
          </a:p>
        </p:txBody>
      </p:sp>
    </p:spTree>
    <p:extLst>
      <p:ext uri="{BB962C8B-B14F-4D97-AF65-F5344CB8AC3E}">
        <p14:creationId xmlns:p14="http://schemas.microsoft.com/office/powerpoint/2010/main" val="1571080555"/>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463AFB1-BBE1-904C-8E5A-C34291DEB228}"/>
              </a:ext>
            </a:extLst>
          </p:cNvPr>
          <p:cNvSpPr txBox="1"/>
          <p:nvPr/>
        </p:nvSpPr>
        <p:spPr>
          <a:xfrm>
            <a:off x="1956619" y="950477"/>
            <a:ext cx="9556954" cy="4708981"/>
          </a:xfrm>
          <a:prstGeom prst="rect">
            <a:avLst/>
          </a:prstGeom>
          <a:noFill/>
        </p:spPr>
        <p:txBody>
          <a:bodyPr wrap="square">
            <a:spAutoFit/>
          </a:bodyPr>
          <a:lstStyle/>
          <a:p>
            <a:r>
              <a:rPr lang="en-US" sz="6000" b="1" dirty="0" err="1"/>
              <a:t>ለኔስ</a:t>
            </a:r>
            <a:r>
              <a:rPr lang="en-US" sz="6000" b="1" dirty="0"/>
              <a:t> </a:t>
            </a:r>
            <a:r>
              <a:rPr lang="en-US" sz="6000" b="1" dirty="0" err="1"/>
              <a:t>ምንም</a:t>
            </a:r>
            <a:r>
              <a:rPr lang="en-US" sz="6000" b="1" dirty="0"/>
              <a:t> </a:t>
            </a:r>
            <a:r>
              <a:rPr lang="en-US" sz="6000" b="1" dirty="0" err="1"/>
              <a:t>ቢሆን</a:t>
            </a:r>
            <a:r>
              <a:rPr lang="en-US" sz="6000" b="1" dirty="0"/>
              <a:t> </a:t>
            </a:r>
            <a:r>
              <a:rPr lang="en-US" sz="6000" b="1" dirty="0" err="1"/>
              <a:t>ቤትህ</a:t>
            </a:r>
            <a:r>
              <a:rPr lang="en-US" sz="6000" b="1" dirty="0"/>
              <a:t> </a:t>
            </a:r>
            <a:r>
              <a:rPr lang="en-US" sz="6000" b="1" dirty="0" err="1"/>
              <a:t>ይሻለኛል</a:t>
            </a:r>
            <a:r>
              <a:rPr lang="en-US" sz="6000" b="1" dirty="0"/>
              <a:t> </a:t>
            </a:r>
            <a:endParaRPr lang="am-ET" sz="6000" b="1" dirty="0"/>
          </a:p>
          <a:p>
            <a:r>
              <a:rPr lang="am-ET" sz="6000" b="1" dirty="0"/>
              <a:t>ባለቅስም እንባዬ ምግብ </a:t>
            </a:r>
            <a:r>
              <a:rPr lang="am-ET" sz="5400" b="1" dirty="0"/>
              <a:t>ይሆነኛል</a:t>
            </a:r>
          </a:p>
          <a:p>
            <a:r>
              <a:rPr lang="en-US" sz="6000" b="1" dirty="0" err="1"/>
              <a:t>ተመችቶኝ</a:t>
            </a:r>
            <a:r>
              <a:rPr lang="en-US" sz="6000" b="1" dirty="0"/>
              <a:t> </a:t>
            </a:r>
            <a:r>
              <a:rPr lang="en-US" sz="6000" b="1" dirty="0" err="1"/>
              <a:t>ይሁን</a:t>
            </a:r>
            <a:r>
              <a:rPr lang="en-US" sz="6000" b="1" dirty="0"/>
              <a:t> </a:t>
            </a:r>
            <a:r>
              <a:rPr lang="en-US" sz="6000" b="1" dirty="0" err="1"/>
              <a:t>ወይም</a:t>
            </a:r>
            <a:r>
              <a:rPr lang="en-US" sz="6000" b="1" dirty="0"/>
              <a:t> </a:t>
            </a:r>
            <a:r>
              <a:rPr lang="en-US" sz="6000" b="1" dirty="0" err="1"/>
              <a:t>ተቸግሬ</a:t>
            </a:r>
            <a:endParaRPr lang="am-ET" sz="6000" b="1" dirty="0"/>
          </a:p>
          <a:p>
            <a:r>
              <a:rPr lang="en-US" sz="6000" b="1" dirty="0"/>
              <a:t> </a:t>
            </a:r>
            <a:r>
              <a:rPr lang="en-US" sz="6000" b="1" dirty="0" err="1"/>
              <a:t>ጌታ</a:t>
            </a:r>
            <a:r>
              <a:rPr lang="en-US" sz="6000" b="1" dirty="0"/>
              <a:t> </a:t>
            </a:r>
            <a:r>
              <a:rPr lang="en-US" sz="6000" b="1" dirty="0" err="1"/>
              <a:t>መስተልህ</a:t>
            </a:r>
            <a:r>
              <a:rPr lang="en-US" sz="6000" b="1" dirty="0"/>
              <a:t> </a:t>
            </a:r>
            <a:r>
              <a:rPr lang="en-US" sz="6000" b="1" dirty="0" err="1"/>
              <a:t>ስር</a:t>
            </a:r>
            <a:r>
              <a:rPr lang="en-US" sz="6000" b="1" dirty="0"/>
              <a:t> </a:t>
            </a:r>
            <a:r>
              <a:rPr lang="en-US" sz="6000" b="1" dirty="0" err="1"/>
              <a:t>ይሁን</a:t>
            </a:r>
            <a:r>
              <a:rPr lang="en-US" sz="6000" b="1" dirty="0"/>
              <a:t> መ</a:t>
            </a:r>
            <a:r>
              <a:rPr lang="am-ET" sz="6000" b="1" dirty="0"/>
              <a:t>ቃብሬ</a:t>
            </a:r>
            <a:r>
              <a:rPr lang="en-US" sz="6000" b="1" dirty="0"/>
              <a:t> /2/x/</a:t>
            </a:r>
          </a:p>
        </p:txBody>
      </p:sp>
    </p:spTree>
    <p:extLst>
      <p:ext uri="{BB962C8B-B14F-4D97-AF65-F5344CB8AC3E}">
        <p14:creationId xmlns:p14="http://schemas.microsoft.com/office/powerpoint/2010/main" val="643437854"/>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AAE94C3-7E9F-73AE-5490-94CAEBCD9CAE}"/>
              </a:ext>
            </a:extLst>
          </p:cNvPr>
          <p:cNvSpPr txBox="1"/>
          <p:nvPr/>
        </p:nvSpPr>
        <p:spPr>
          <a:xfrm>
            <a:off x="1553497" y="0"/>
            <a:ext cx="9468463" cy="7005779"/>
          </a:xfrm>
          <a:prstGeom prst="rect">
            <a:avLst/>
          </a:prstGeom>
          <a:noFill/>
        </p:spPr>
        <p:txBody>
          <a:bodyPr wrap="square">
            <a:spAutoFit/>
          </a:bodyPr>
          <a:lstStyle/>
          <a:p>
            <a:r>
              <a:rPr lang="am-ET" sz="5400" b="1" dirty="0"/>
              <a:t>ይሆናል ያልኩት አለመሆኑ </a:t>
            </a:r>
          </a:p>
          <a:p>
            <a:r>
              <a:rPr lang="en-US" sz="5400" b="1" dirty="0" err="1"/>
              <a:t>እምነ</a:t>
            </a:r>
            <a:r>
              <a:rPr lang="am-ET" sz="5400" b="1" dirty="0"/>
              <a:t>ቴ</a:t>
            </a:r>
            <a:r>
              <a:rPr lang="en-US" sz="5400" b="1" dirty="0"/>
              <a:t>ም </a:t>
            </a:r>
            <a:r>
              <a:rPr lang="en-US" sz="5400" b="1" dirty="0" err="1"/>
              <a:t>ቀን</a:t>
            </a:r>
            <a:r>
              <a:rPr lang="en-US" sz="5400" b="1" dirty="0"/>
              <a:t> በ</a:t>
            </a:r>
            <a:r>
              <a:rPr lang="am-ET" sz="5400" b="1" dirty="0"/>
              <a:t>ቀ</a:t>
            </a:r>
            <a:r>
              <a:rPr lang="en-US" sz="5400" b="1" dirty="0"/>
              <a:t>ን </a:t>
            </a:r>
            <a:r>
              <a:rPr lang="en-US" sz="5400" b="1" dirty="0" err="1"/>
              <a:t>መፈተ</a:t>
            </a:r>
            <a:r>
              <a:rPr lang="am-ET" sz="5400" b="1" dirty="0"/>
              <a:t>ኑ</a:t>
            </a:r>
          </a:p>
          <a:p>
            <a:r>
              <a:rPr lang="en-US" sz="5400" b="1" dirty="0"/>
              <a:t> </a:t>
            </a:r>
            <a:r>
              <a:rPr lang="en-US" sz="5400" b="1" dirty="0" err="1"/>
              <a:t>አስመርሮኝ</a:t>
            </a:r>
            <a:r>
              <a:rPr lang="en-US" sz="5400" b="1" dirty="0"/>
              <a:t> ከ</a:t>
            </a:r>
            <a:r>
              <a:rPr lang="am-ET" sz="5400" b="1" dirty="0"/>
              <a:t>ቤ</a:t>
            </a:r>
            <a:r>
              <a:rPr lang="en-US" sz="5400" b="1" dirty="0" err="1"/>
              <a:t>ትህ</a:t>
            </a:r>
            <a:r>
              <a:rPr lang="en-US" sz="5400" b="1" dirty="0"/>
              <a:t> </a:t>
            </a:r>
            <a:r>
              <a:rPr lang="am-ET" sz="5400" b="1" dirty="0"/>
              <a:t>ብወ</a:t>
            </a:r>
            <a:r>
              <a:rPr lang="en-US" sz="5400" b="1" dirty="0"/>
              <a:t>ጣ </a:t>
            </a:r>
            <a:endParaRPr lang="am-ET" sz="5400" b="1" dirty="0"/>
          </a:p>
          <a:p>
            <a:r>
              <a:rPr lang="en-US" sz="5400" b="1" dirty="0" err="1"/>
              <a:t>ምን</a:t>
            </a:r>
            <a:r>
              <a:rPr lang="en-US" sz="5400" b="1" dirty="0"/>
              <a:t> </a:t>
            </a:r>
            <a:r>
              <a:rPr lang="en-US" sz="5400" b="1" dirty="0" err="1"/>
              <a:t>ቸገረህ</a:t>
            </a:r>
            <a:r>
              <a:rPr lang="en-US" sz="5400" b="1" dirty="0"/>
              <a:t> </a:t>
            </a:r>
            <a:r>
              <a:rPr lang="en-US" sz="5400" b="1" dirty="0" err="1"/>
              <a:t>አንተ</a:t>
            </a:r>
            <a:r>
              <a:rPr lang="en-US" sz="5400" b="1" dirty="0"/>
              <a:t> </a:t>
            </a:r>
            <a:r>
              <a:rPr lang="en-US" sz="5400" b="1" dirty="0" err="1"/>
              <a:t>ሰው</a:t>
            </a:r>
            <a:r>
              <a:rPr lang="en-US" sz="5400" b="1" dirty="0"/>
              <a:t> </a:t>
            </a:r>
            <a:r>
              <a:rPr lang="en-US" sz="5400" b="1" dirty="0" err="1"/>
              <a:t>አላ</a:t>
            </a:r>
            <a:r>
              <a:rPr lang="am-ET" sz="5400" b="1" dirty="0"/>
              <a:t>ቸው</a:t>
            </a:r>
          </a:p>
          <a:p>
            <a:r>
              <a:rPr lang="en-US" sz="5400" b="1" dirty="0"/>
              <a:t> </a:t>
            </a:r>
            <a:r>
              <a:rPr lang="en-US" sz="5400" b="1" dirty="0" err="1"/>
              <a:t>ጉዳቴ</a:t>
            </a:r>
            <a:r>
              <a:rPr lang="en-US" sz="5400" b="1" dirty="0"/>
              <a:t> የ</a:t>
            </a:r>
            <a:r>
              <a:rPr lang="am-ET" sz="5400" b="1" dirty="0"/>
              <a:t>ኔ</a:t>
            </a:r>
            <a:r>
              <a:rPr lang="en-US" sz="5400" b="1" dirty="0"/>
              <a:t> </a:t>
            </a:r>
            <a:r>
              <a:rPr lang="en-US" sz="5400" b="1" dirty="0" err="1"/>
              <a:t>ነው</a:t>
            </a:r>
            <a:r>
              <a:rPr lang="en-US" sz="5400" b="1" dirty="0"/>
              <a:t> </a:t>
            </a:r>
            <a:r>
              <a:rPr lang="en-US" sz="5400" b="1" dirty="0" err="1"/>
              <a:t>ዞሮ</a:t>
            </a:r>
            <a:r>
              <a:rPr lang="en-US" sz="5400" b="1" dirty="0"/>
              <a:t> </a:t>
            </a:r>
            <a:r>
              <a:rPr lang="am-ET" sz="5400" b="1" dirty="0"/>
              <a:t>ዞ</a:t>
            </a:r>
            <a:r>
              <a:rPr lang="en-US" sz="5400" b="1" dirty="0"/>
              <a:t>ሮ</a:t>
            </a:r>
            <a:endParaRPr lang="am-ET" sz="5400" b="1" dirty="0"/>
          </a:p>
          <a:p>
            <a:r>
              <a:rPr lang="am-ET" sz="5400" b="1" dirty="0"/>
              <a:t>በአለም እጅ መጣል ነው ተወርውሮ</a:t>
            </a:r>
            <a:endParaRPr lang="en-US" sz="5400" b="1" dirty="0"/>
          </a:p>
          <a:p>
            <a:r>
              <a:rPr lang="en-US" sz="5400" b="1" dirty="0" err="1"/>
              <a:t>መውጣት</a:t>
            </a:r>
            <a:r>
              <a:rPr lang="en-US" sz="5400" b="1" dirty="0"/>
              <a:t> </a:t>
            </a:r>
            <a:r>
              <a:rPr lang="en-US" sz="5400" b="1" dirty="0" err="1"/>
              <a:t>በማይቻል</a:t>
            </a:r>
            <a:r>
              <a:rPr lang="en-US" sz="5400" b="1" dirty="0"/>
              <a:t> </a:t>
            </a:r>
            <a:r>
              <a:rPr lang="en-US" sz="5400" b="1" dirty="0" err="1"/>
              <a:t>ስምጥ</a:t>
            </a:r>
            <a:r>
              <a:rPr lang="en-US" sz="5400" b="1" dirty="0"/>
              <a:t> </a:t>
            </a:r>
            <a:r>
              <a:rPr lang="en-US" sz="5400" b="1" dirty="0" err="1"/>
              <a:t>ሸለቆ</a:t>
            </a:r>
            <a:endParaRPr lang="am-ET" sz="5400" b="1" dirty="0"/>
          </a:p>
          <a:p>
            <a:r>
              <a:rPr lang="en-US" sz="5400" b="1" dirty="0"/>
              <a:t> </a:t>
            </a:r>
            <a:r>
              <a:rPr lang="en-US" sz="5400" b="1" dirty="0" err="1"/>
              <a:t>ጠውልጎ</a:t>
            </a:r>
            <a:r>
              <a:rPr lang="en-US" sz="5400" b="1" dirty="0"/>
              <a:t> </a:t>
            </a:r>
            <a:r>
              <a:rPr lang="en-US" sz="5400" b="1" dirty="0" err="1"/>
              <a:t>መቅረት</a:t>
            </a:r>
            <a:r>
              <a:rPr lang="en-US" sz="5400" b="1" dirty="0"/>
              <a:t> </a:t>
            </a:r>
            <a:r>
              <a:rPr lang="en-US" sz="5400" b="1" dirty="0" err="1"/>
              <a:t>ነው</a:t>
            </a:r>
            <a:r>
              <a:rPr lang="en-US" sz="5400" b="1" dirty="0"/>
              <a:t> </a:t>
            </a:r>
            <a:r>
              <a:rPr lang="en-US" sz="5400" b="1" dirty="0" err="1"/>
              <a:t>እዚያው</a:t>
            </a:r>
            <a:r>
              <a:rPr lang="en-US" sz="5400" b="1" dirty="0"/>
              <a:t> </a:t>
            </a:r>
            <a:r>
              <a:rPr lang="en-US" sz="5400" b="1" dirty="0" err="1"/>
              <a:t>ደርቆ</a:t>
            </a:r>
            <a:endParaRPr lang="en-US" sz="5400" b="1" dirty="0"/>
          </a:p>
        </p:txBody>
      </p:sp>
    </p:spTree>
    <p:extLst>
      <p:ext uri="{BB962C8B-B14F-4D97-AF65-F5344CB8AC3E}">
        <p14:creationId xmlns:p14="http://schemas.microsoft.com/office/powerpoint/2010/main" val="1451103295"/>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F4E466F-4E76-E5B4-0DC6-83DB57738A44}"/>
              </a:ext>
            </a:extLst>
          </p:cNvPr>
          <p:cNvSpPr txBox="1"/>
          <p:nvPr/>
        </p:nvSpPr>
        <p:spPr>
          <a:xfrm>
            <a:off x="2915263" y="226142"/>
            <a:ext cx="7192297" cy="6001643"/>
          </a:xfrm>
          <a:prstGeom prst="rect">
            <a:avLst/>
          </a:prstGeom>
          <a:noFill/>
        </p:spPr>
        <p:txBody>
          <a:bodyPr wrap="square">
            <a:spAutoFit/>
          </a:bodyPr>
          <a:lstStyle/>
          <a:p>
            <a:r>
              <a:rPr lang="en-US" sz="4800" b="1" dirty="0" err="1"/>
              <a:t>ዛሬ</a:t>
            </a:r>
            <a:r>
              <a:rPr lang="en-US" sz="4800" b="1" dirty="0"/>
              <a:t> </a:t>
            </a:r>
            <a:r>
              <a:rPr lang="en-US" sz="4800" b="1" dirty="0" err="1"/>
              <a:t>ዝም</a:t>
            </a:r>
            <a:r>
              <a:rPr lang="en-US" sz="4800" b="1" dirty="0"/>
              <a:t> </a:t>
            </a:r>
            <a:r>
              <a:rPr lang="en-US" sz="4800" b="1" dirty="0" err="1"/>
              <a:t>ብትል</a:t>
            </a:r>
            <a:r>
              <a:rPr lang="en-US" sz="4800" b="1" dirty="0"/>
              <a:t> </a:t>
            </a:r>
            <a:r>
              <a:rPr lang="en-US" sz="4800" b="1" dirty="0" err="1"/>
              <a:t>ለአላማህ</a:t>
            </a:r>
            <a:endParaRPr lang="en-US" sz="4800" b="1" dirty="0"/>
          </a:p>
          <a:p>
            <a:r>
              <a:rPr lang="en-US" sz="4800" b="1" dirty="0" err="1"/>
              <a:t>ጥያቄ</a:t>
            </a:r>
            <a:r>
              <a:rPr lang="am-ET" sz="4800" b="1" dirty="0"/>
              <a:t>ዬ</a:t>
            </a:r>
            <a:r>
              <a:rPr lang="en-US" sz="4800" b="1" dirty="0"/>
              <a:t>ን </a:t>
            </a:r>
            <a:r>
              <a:rPr lang="am-ET" sz="4800" b="1" dirty="0"/>
              <a:t>ሰ</a:t>
            </a:r>
            <a:r>
              <a:rPr lang="en-US" sz="4800" b="1" dirty="0" err="1"/>
              <a:t>መተህ</a:t>
            </a:r>
            <a:r>
              <a:rPr lang="en-US" sz="4800" b="1" dirty="0"/>
              <a:t> </a:t>
            </a:r>
            <a:r>
              <a:rPr lang="en-US" sz="4800" b="1" dirty="0" err="1"/>
              <a:t>እንዳልሰማህ</a:t>
            </a:r>
            <a:endParaRPr lang="am-ET" sz="4800" b="1" dirty="0"/>
          </a:p>
          <a:p>
            <a:r>
              <a:rPr lang="am-ET" sz="4800" b="1" dirty="0"/>
              <a:t>አንድ ቀን እንባዬን ታበዛለህ</a:t>
            </a:r>
            <a:endParaRPr lang="en-US" sz="4800" b="1" dirty="0"/>
          </a:p>
          <a:p>
            <a:r>
              <a:rPr lang="en-US" sz="4800" b="1" dirty="0" err="1"/>
              <a:t>በደ</a:t>
            </a:r>
            <a:r>
              <a:rPr lang="am-ET" sz="4800" b="1" dirty="0"/>
              <a:t>ስ</a:t>
            </a:r>
            <a:r>
              <a:rPr lang="en-US" sz="4800" b="1" dirty="0"/>
              <a:t>ታ </a:t>
            </a:r>
            <a:r>
              <a:rPr lang="en-US" sz="4800" b="1" dirty="0" err="1"/>
              <a:t>ልቤን</a:t>
            </a:r>
            <a:r>
              <a:rPr lang="en-US" sz="4800" b="1" dirty="0"/>
              <a:t> </a:t>
            </a:r>
            <a:r>
              <a:rPr lang="en-US" sz="4800" b="1" dirty="0" err="1"/>
              <a:t>ታረካለህ</a:t>
            </a:r>
            <a:endParaRPr lang="en-US" sz="4800" b="1" dirty="0"/>
          </a:p>
          <a:p>
            <a:r>
              <a:rPr lang="en-US" sz="4800" b="1" dirty="0"/>
              <a:t>የ</a:t>
            </a:r>
            <a:r>
              <a:rPr lang="am-ET" sz="4800" b="1" dirty="0"/>
              <a:t>ጠ</a:t>
            </a:r>
            <a:r>
              <a:rPr lang="en-US" sz="4800" b="1" dirty="0" err="1"/>
              <a:t>ሳቴን</a:t>
            </a:r>
            <a:r>
              <a:rPr lang="en-US" sz="4800" b="1" dirty="0"/>
              <a:t> </a:t>
            </a:r>
            <a:r>
              <a:rPr lang="en-US" sz="4800" b="1" dirty="0" err="1"/>
              <a:t>አራስ</a:t>
            </a:r>
            <a:r>
              <a:rPr lang="en-US" sz="4800" b="1" dirty="0"/>
              <a:t> </a:t>
            </a:r>
            <a:r>
              <a:rPr lang="en-US" sz="4800" b="1" dirty="0" err="1"/>
              <a:t>ትመታለህ</a:t>
            </a:r>
            <a:endParaRPr lang="am-ET" sz="4800" b="1" dirty="0"/>
          </a:p>
          <a:p>
            <a:r>
              <a:rPr lang="en-US" sz="4800" b="1" dirty="0"/>
              <a:t> </a:t>
            </a:r>
            <a:r>
              <a:rPr lang="en-US" sz="4800" b="1" dirty="0" err="1"/>
              <a:t>የረ</a:t>
            </a:r>
            <a:r>
              <a:rPr lang="am-ET" sz="4800" b="1" dirty="0"/>
              <a:t>ቱ</a:t>
            </a:r>
            <a:r>
              <a:rPr lang="en-US" sz="4800" b="1" dirty="0" err="1"/>
              <a:t>ኝን</a:t>
            </a:r>
            <a:r>
              <a:rPr lang="en-US" sz="4800" b="1" dirty="0"/>
              <a:t> </a:t>
            </a:r>
            <a:r>
              <a:rPr lang="en-US" sz="4800" b="1" dirty="0" err="1"/>
              <a:t>ሁሉ</a:t>
            </a:r>
            <a:r>
              <a:rPr lang="en-US" sz="4800" b="1" dirty="0"/>
              <a:t> </a:t>
            </a:r>
            <a:r>
              <a:rPr lang="en-US" sz="4800" b="1" dirty="0" err="1"/>
              <a:t>ትረታለህ</a:t>
            </a:r>
            <a:r>
              <a:rPr lang="en-US" sz="4800" b="1" dirty="0"/>
              <a:t> </a:t>
            </a:r>
            <a:endParaRPr lang="am-ET" sz="4800" b="1" dirty="0"/>
          </a:p>
          <a:p>
            <a:r>
              <a:rPr lang="en-US" sz="4800" b="1" dirty="0" err="1"/>
              <a:t>የተበላሸውን</a:t>
            </a:r>
            <a:r>
              <a:rPr lang="en-US" sz="4800" b="1" dirty="0"/>
              <a:t> </a:t>
            </a:r>
            <a:r>
              <a:rPr lang="en-US" sz="4800" b="1" dirty="0" err="1"/>
              <a:t>ታበጃለህ</a:t>
            </a:r>
            <a:r>
              <a:rPr lang="en-US" sz="4800" b="1" dirty="0"/>
              <a:t> </a:t>
            </a:r>
            <a:endParaRPr lang="am-ET" sz="4800" b="1" dirty="0"/>
          </a:p>
          <a:p>
            <a:r>
              <a:rPr lang="en-US" sz="4800" b="1" dirty="0" err="1"/>
              <a:t>የባሪያን</a:t>
            </a:r>
            <a:r>
              <a:rPr lang="en-US" sz="4800" b="1" dirty="0"/>
              <a:t> </a:t>
            </a:r>
            <a:r>
              <a:rPr lang="en-US" sz="4800" b="1" dirty="0" err="1"/>
              <a:t>ክብር</a:t>
            </a:r>
            <a:r>
              <a:rPr lang="en-US" sz="4800" b="1" dirty="0"/>
              <a:t> </a:t>
            </a:r>
            <a:r>
              <a:rPr lang="en-US" sz="4800" b="1" dirty="0" err="1"/>
              <a:t>ታውጃለህ</a:t>
            </a:r>
            <a:endParaRPr lang="en-US" sz="4800" b="1" dirty="0"/>
          </a:p>
        </p:txBody>
      </p:sp>
    </p:spTree>
    <p:extLst>
      <p:ext uri="{BB962C8B-B14F-4D97-AF65-F5344CB8AC3E}">
        <p14:creationId xmlns:p14="http://schemas.microsoft.com/office/powerpoint/2010/main" val="1625774947"/>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51895" cy="6833937"/>
          </a:xfrm>
        </p:spPr>
        <p:txBody>
          <a:bodyPr>
            <a:noAutofit/>
          </a:bodyPr>
          <a:lstStyle/>
          <a:p>
            <a:pPr marL="0" indent="0" algn="ctr">
              <a:buNone/>
            </a:pPr>
            <a:r>
              <a:rPr lang="en-US" sz="6600" dirty="0" err="1">
                <a:solidFill>
                  <a:srgbClr val="FF0000"/>
                </a:solidFill>
              </a:rPr>
              <a:t>ይ.ዲ</a:t>
            </a:r>
            <a:r>
              <a:rPr lang="en-US" sz="6600" dirty="0">
                <a:solidFill>
                  <a:srgbClr val="FF0000"/>
                </a:solidFill>
              </a:rPr>
              <a:t>. </a:t>
            </a:r>
            <a:r>
              <a:rPr lang="en-US" sz="6600" dirty="0" err="1"/>
              <a:t>ጻኡ</a:t>
            </a:r>
            <a:r>
              <a:rPr lang="en-US" sz="6600" dirty="0"/>
              <a:t> </a:t>
            </a:r>
            <a:r>
              <a:rPr lang="en-US" sz="6600" dirty="0" err="1"/>
              <a:t>ንኡሰ</a:t>
            </a:r>
            <a:r>
              <a:rPr lang="en-US" sz="6600" dirty="0"/>
              <a:t> </a:t>
            </a:r>
            <a:r>
              <a:rPr lang="en-US" sz="6600" dirty="0" err="1"/>
              <a:t>ክርስቲያን</a:t>
            </a:r>
            <a:r>
              <a:rPr lang="en-US" sz="6600" dirty="0"/>
              <a:t>፡፡</a:t>
            </a:r>
          </a:p>
          <a:p>
            <a:pPr marL="0" indent="0" algn="ctr">
              <a:buNone/>
            </a:pPr>
            <a:r>
              <a:rPr lang="en-US" sz="6600" dirty="0" err="1">
                <a:solidFill>
                  <a:srgbClr val="FF0000"/>
                </a:solidFill>
              </a:rPr>
              <a:t>ይ.ዲ</a:t>
            </a:r>
            <a:r>
              <a:rPr lang="en-US" sz="6600" dirty="0" err="1"/>
              <a:t>.ተንሥ</a:t>
            </a:r>
            <a:r>
              <a:rPr lang="en-US" sz="6600" dirty="0"/>
              <a:t> ኡ </a:t>
            </a:r>
            <a:r>
              <a:rPr lang="en-US" sz="6600" dirty="0" err="1"/>
              <a:t>ለጸሎት</a:t>
            </a:r>
            <a:r>
              <a:rPr lang="en-US" sz="6600" dirty="0"/>
              <a:t>፡፡</a:t>
            </a:r>
          </a:p>
          <a:p>
            <a:pPr marL="0" indent="0" algn="ctr">
              <a:buNone/>
            </a:pPr>
            <a:r>
              <a:rPr lang="en-US" sz="6600" dirty="0" err="1">
                <a:solidFill>
                  <a:srgbClr val="FF0000"/>
                </a:solidFill>
              </a:rPr>
              <a:t>ይ.ካ</a:t>
            </a:r>
            <a:r>
              <a:rPr lang="en-US" sz="6600" dirty="0" err="1"/>
              <a:t>.ወካዕበ</a:t>
            </a:r>
            <a:r>
              <a:rPr lang="en-US" sz="6600" dirty="0"/>
              <a:t>  </a:t>
            </a:r>
            <a:r>
              <a:rPr lang="en-US" sz="6600" dirty="0" err="1"/>
              <a:t>ናስተበቁ</a:t>
            </a:r>
            <a:r>
              <a:rPr lang="en-US" sz="6600" dirty="0"/>
              <a:t>……</a:t>
            </a:r>
          </a:p>
          <a:p>
            <a:pPr marL="0" indent="0" algn="ctr">
              <a:buNone/>
            </a:pPr>
            <a:r>
              <a:rPr lang="en-US" sz="6600" dirty="0" err="1">
                <a:solidFill>
                  <a:srgbClr val="FF0000"/>
                </a:solidFill>
              </a:rPr>
              <a:t>ይ.ዲ</a:t>
            </a:r>
            <a:r>
              <a:rPr lang="en-US" sz="6600" dirty="0" err="1"/>
              <a:t>.ጸልዩ</a:t>
            </a:r>
            <a:r>
              <a:rPr lang="en-US" sz="6600" dirty="0"/>
              <a:t> </a:t>
            </a:r>
            <a:r>
              <a:rPr lang="en-US" sz="6600" dirty="0" err="1"/>
              <a:t>በእንተ</a:t>
            </a:r>
            <a:r>
              <a:rPr lang="en-US" sz="6600" dirty="0"/>
              <a:t> </a:t>
            </a:r>
            <a:r>
              <a:rPr lang="en-US" sz="6600" dirty="0" err="1"/>
              <a:t>ሰላመ</a:t>
            </a:r>
            <a:r>
              <a:rPr lang="en-US" sz="6600" dirty="0"/>
              <a:t> </a:t>
            </a:r>
            <a:r>
              <a:rPr lang="en-US" sz="6600" dirty="0" err="1"/>
              <a:t>ቤተክርስቲያን</a:t>
            </a:r>
            <a:r>
              <a:rPr lang="en-US" sz="6600" dirty="0"/>
              <a:t> </a:t>
            </a:r>
            <a:r>
              <a:rPr lang="en-US" sz="6600" dirty="0" err="1"/>
              <a:t>አሐቲ</a:t>
            </a:r>
            <a:r>
              <a:rPr lang="en-US" sz="6600" dirty="0"/>
              <a:t> </a:t>
            </a:r>
            <a:r>
              <a:rPr lang="en-US" sz="6600" dirty="0" err="1"/>
              <a:t>ቅድስት</a:t>
            </a:r>
            <a:r>
              <a:rPr lang="en-US" sz="6600" dirty="0"/>
              <a:t> </a:t>
            </a:r>
            <a:r>
              <a:rPr lang="en-US" sz="6600" dirty="0" err="1"/>
              <a:t>ጉባኤ</a:t>
            </a:r>
            <a:r>
              <a:rPr lang="en-US" sz="6600" dirty="0"/>
              <a:t> </a:t>
            </a:r>
          </a:p>
          <a:p>
            <a:pPr marL="0" indent="0" algn="ctr">
              <a:buNone/>
            </a:pPr>
            <a:r>
              <a:rPr lang="en-US" sz="6600" dirty="0" err="1"/>
              <a:t>እንተ</a:t>
            </a:r>
            <a:r>
              <a:rPr lang="en-US" sz="6600" dirty="0"/>
              <a:t> </a:t>
            </a:r>
            <a:r>
              <a:rPr lang="en-US" sz="6600" dirty="0" err="1"/>
              <a:t>ሐዋርያት</a:t>
            </a:r>
            <a:r>
              <a:rPr lang="en-US" sz="6600" dirty="0"/>
              <a:t> </a:t>
            </a:r>
            <a:r>
              <a:rPr lang="en-US" sz="6600" dirty="0" err="1"/>
              <a:t>ርትዕት</a:t>
            </a:r>
            <a:r>
              <a:rPr lang="en-US" sz="6600" dirty="0"/>
              <a:t> </a:t>
            </a:r>
            <a:r>
              <a:rPr lang="en-US" sz="6600" dirty="0" err="1"/>
              <a:t>በእግዚአብሔር</a:t>
            </a:r>
            <a:r>
              <a:rPr lang="en-US" sz="6600" dirty="0"/>
              <a:t>፡፡</a:t>
            </a:r>
          </a:p>
        </p:txBody>
      </p:sp>
    </p:spTree>
    <p:extLst>
      <p:ext uri="{BB962C8B-B14F-4D97-AF65-F5344CB8AC3E}">
        <p14:creationId xmlns:p14="http://schemas.microsoft.com/office/powerpoint/2010/main" val="1202638155"/>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39CE4A70-EF08-4C5C-B45A-9F1A61662266}"/>
              </a:ext>
            </a:extLst>
          </p:cNvPr>
          <p:cNvSpPr>
            <a:spLocks noGrp="1"/>
          </p:cNvSpPr>
          <p:nvPr>
            <p:ph idx="1"/>
          </p:nvPr>
        </p:nvSpPr>
        <p:spPr>
          <a:xfrm>
            <a:off x="179695" y="0"/>
            <a:ext cx="11832609" cy="6482687"/>
          </a:xfrm>
        </p:spPr>
        <p:txBody>
          <a:bodyPr>
            <a:normAutofit fontScale="92500" lnSpcReduction="20000"/>
          </a:bodyPr>
          <a:lstStyle/>
          <a:p>
            <a:pPr marL="0" indent="0">
              <a:buNone/>
            </a:pPr>
            <a:endParaRPr lang="en-US" sz="9600" dirty="0">
              <a:latin typeface="NotoSansEthiopic"/>
            </a:endParaRPr>
          </a:p>
          <a:p>
            <a:pPr marL="0" indent="0">
              <a:buNone/>
            </a:pPr>
            <a:r>
              <a:rPr lang="am-ET" sz="11500" dirty="0">
                <a:solidFill>
                  <a:srgbClr val="FF0000"/>
                </a:solidFill>
                <a:latin typeface="NotoSansEthiopic"/>
              </a:rPr>
              <a:t>ይ፡ዲ፦ </a:t>
            </a:r>
            <a:r>
              <a:rPr lang="en-US" sz="11500" dirty="0" err="1">
                <a:latin typeface="NotoSansEthiopic"/>
              </a:rPr>
              <a:t>ተንሥኡ</a:t>
            </a:r>
            <a:r>
              <a:rPr lang="en-US" sz="11500" dirty="0">
                <a:latin typeface="NotoSansEthiopic"/>
              </a:rPr>
              <a:t> </a:t>
            </a:r>
            <a:r>
              <a:rPr lang="en-US" sz="11500" dirty="0" err="1">
                <a:latin typeface="NotoSansEthiopic"/>
              </a:rPr>
              <a:t>ለጸሎት</a:t>
            </a:r>
            <a:endParaRPr lang="en-US" sz="11500" dirty="0">
              <a:latin typeface="NotoSansEthiopic"/>
            </a:endParaRPr>
          </a:p>
          <a:p>
            <a:pPr marL="0" indent="0">
              <a:buNone/>
            </a:pPr>
            <a:r>
              <a:rPr lang="am-ET" sz="11500" dirty="0">
                <a:solidFill>
                  <a:srgbClr val="FF0000"/>
                </a:solidFill>
                <a:latin typeface="NotoSansEthiopic"/>
              </a:rPr>
              <a:t>ይ፡</a:t>
            </a:r>
            <a:r>
              <a:rPr lang="en-US" sz="11500" dirty="0">
                <a:solidFill>
                  <a:srgbClr val="FF0000"/>
                </a:solidFill>
                <a:latin typeface="NotoSansEthiopic"/>
              </a:rPr>
              <a:t>ሕ</a:t>
            </a:r>
            <a:r>
              <a:rPr lang="am-ET" sz="11500" dirty="0">
                <a:solidFill>
                  <a:srgbClr val="FF0000"/>
                </a:solidFill>
                <a:latin typeface="NotoSansEthiopic"/>
              </a:rPr>
              <a:t>፦</a:t>
            </a:r>
            <a:r>
              <a:rPr lang="en-US" sz="11500" dirty="0">
                <a:solidFill>
                  <a:srgbClr val="FF0000"/>
                </a:solidFill>
                <a:latin typeface="NotoSansEthiopic"/>
              </a:rPr>
              <a:t> </a:t>
            </a:r>
            <a:r>
              <a:rPr lang="en-US" sz="11500" dirty="0" err="1">
                <a:latin typeface="NotoSansEthiopic"/>
              </a:rPr>
              <a:t>እግዚኦ</a:t>
            </a:r>
            <a:r>
              <a:rPr lang="en-US" sz="11500" dirty="0">
                <a:latin typeface="NotoSansEthiopic"/>
              </a:rPr>
              <a:t> </a:t>
            </a:r>
            <a:r>
              <a:rPr lang="en-US" sz="11500" dirty="0" err="1">
                <a:latin typeface="NotoSansEthiopic"/>
              </a:rPr>
              <a:t>ተሣሀለነ</a:t>
            </a:r>
            <a:endParaRPr lang="en-US" sz="11500" dirty="0">
              <a:latin typeface="NotoSansEthiopic"/>
            </a:endParaRPr>
          </a:p>
          <a:p>
            <a:pPr marL="0" indent="0">
              <a:buNone/>
            </a:pPr>
            <a:r>
              <a:rPr lang="am-ET" sz="11500" dirty="0">
                <a:solidFill>
                  <a:srgbClr val="FF0000"/>
                </a:solidFill>
                <a:latin typeface="NotoSansEthiopic"/>
              </a:rPr>
              <a:t>ይ፡</a:t>
            </a:r>
            <a:r>
              <a:rPr lang="en-US" sz="11500" dirty="0">
                <a:solidFill>
                  <a:srgbClr val="FF0000"/>
                </a:solidFill>
                <a:latin typeface="NotoSansEthiopic"/>
              </a:rPr>
              <a:t>ካ</a:t>
            </a:r>
            <a:r>
              <a:rPr lang="am-ET" sz="11500" dirty="0">
                <a:solidFill>
                  <a:srgbClr val="FF0000"/>
                </a:solidFill>
                <a:latin typeface="NotoSansEthiopic"/>
              </a:rPr>
              <a:t>፦</a:t>
            </a:r>
            <a:r>
              <a:rPr lang="en-US" sz="11500" dirty="0">
                <a:solidFill>
                  <a:srgbClr val="FF0000"/>
                </a:solidFill>
                <a:latin typeface="NotoSansEthiopic"/>
              </a:rPr>
              <a:t>  </a:t>
            </a:r>
            <a:r>
              <a:rPr lang="en-US" sz="11500" dirty="0" err="1">
                <a:latin typeface="NotoSansEthiopic"/>
              </a:rPr>
              <a:t>ሰላም</a:t>
            </a:r>
            <a:r>
              <a:rPr lang="en-US" sz="11500" dirty="0">
                <a:latin typeface="NotoSansEthiopic"/>
              </a:rPr>
              <a:t> </a:t>
            </a:r>
            <a:r>
              <a:rPr lang="en-US" sz="11500" dirty="0" err="1">
                <a:latin typeface="NotoSansEthiopic"/>
              </a:rPr>
              <a:t>ለኩልክሙ</a:t>
            </a:r>
            <a:endParaRPr lang="en-US" sz="11500" dirty="0">
              <a:latin typeface="NotoSansEthiopic"/>
            </a:endParaRPr>
          </a:p>
          <a:p>
            <a:pPr marL="0" indent="0">
              <a:buNone/>
            </a:pPr>
            <a:r>
              <a:rPr lang="am-ET" sz="11500" dirty="0">
                <a:solidFill>
                  <a:srgbClr val="FF0000"/>
                </a:solidFill>
                <a:latin typeface="NotoSansEthiopic"/>
              </a:rPr>
              <a:t>ይ፡</a:t>
            </a:r>
            <a:r>
              <a:rPr lang="en-US" sz="11500" dirty="0">
                <a:solidFill>
                  <a:srgbClr val="FF0000"/>
                </a:solidFill>
                <a:latin typeface="NotoSansEthiopic"/>
              </a:rPr>
              <a:t>ሕ</a:t>
            </a:r>
            <a:r>
              <a:rPr lang="am-ET" sz="11500" dirty="0">
                <a:solidFill>
                  <a:srgbClr val="FF0000"/>
                </a:solidFill>
                <a:latin typeface="NotoSansEthiopic"/>
              </a:rPr>
              <a:t>፦</a:t>
            </a:r>
            <a:r>
              <a:rPr lang="en-US" sz="11500" dirty="0">
                <a:solidFill>
                  <a:srgbClr val="FF0000"/>
                </a:solidFill>
                <a:latin typeface="NotoSansEthiopic"/>
              </a:rPr>
              <a:t> </a:t>
            </a:r>
            <a:r>
              <a:rPr lang="en-US" sz="11500" dirty="0" err="1">
                <a:latin typeface="NotoSansEthiopic"/>
              </a:rPr>
              <a:t>ምስለ</a:t>
            </a:r>
            <a:r>
              <a:rPr lang="en-US" sz="11500" dirty="0">
                <a:latin typeface="NotoSansEthiopic"/>
              </a:rPr>
              <a:t> </a:t>
            </a:r>
            <a:r>
              <a:rPr lang="en-US" sz="11500" dirty="0" err="1">
                <a:latin typeface="NotoSansEthiopic"/>
              </a:rPr>
              <a:t>መንፈስከ</a:t>
            </a:r>
            <a:endParaRPr lang="en-US" sz="11500" dirty="0">
              <a:latin typeface="NotoSansEthiopic"/>
            </a:endParaRPr>
          </a:p>
          <a:p>
            <a:pPr marL="0" indent="0">
              <a:buNone/>
            </a:pPr>
            <a:endParaRPr lang="en-US" sz="11500" dirty="0">
              <a:latin typeface="NotoSansEthiopic"/>
            </a:endParaRPr>
          </a:p>
        </p:txBody>
      </p:sp>
    </p:spTree>
    <p:extLst>
      <p:ext uri="{BB962C8B-B14F-4D97-AF65-F5344CB8AC3E}">
        <p14:creationId xmlns:p14="http://schemas.microsoft.com/office/powerpoint/2010/main" val="3538593761"/>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4062" y="24064"/>
            <a:ext cx="12167937" cy="6833936"/>
          </a:xfrm>
        </p:spPr>
        <p:txBody>
          <a:bodyPr>
            <a:normAutofit/>
          </a:bodyPr>
          <a:lstStyle/>
          <a:p>
            <a:pPr marL="0" indent="0" algn="ctr">
              <a:buNone/>
            </a:pPr>
            <a:r>
              <a:rPr lang="en-US" sz="8000" dirty="0" err="1">
                <a:solidFill>
                  <a:srgbClr val="FF0000"/>
                </a:solidFill>
              </a:rPr>
              <a:t>ይ.ካ</a:t>
            </a:r>
            <a:r>
              <a:rPr lang="en-US" sz="8000" dirty="0" err="1"/>
              <a:t>.ወካዕበ</a:t>
            </a:r>
            <a:r>
              <a:rPr lang="en-US" sz="8000" dirty="0"/>
              <a:t>  </a:t>
            </a:r>
            <a:r>
              <a:rPr lang="en-US" sz="8000" dirty="0" err="1"/>
              <a:t>ናስተበቁ</a:t>
            </a:r>
            <a:r>
              <a:rPr lang="en-US" sz="8000" dirty="0"/>
              <a:t>……</a:t>
            </a:r>
          </a:p>
          <a:p>
            <a:pPr marL="0" indent="0" algn="ctr">
              <a:buNone/>
            </a:pPr>
            <a:r>
              <a:rPr lang="en-US" sz="8000" dirty="0" err="1">
                <a:solidFill>
                  <a:srgbClr val="FF0000"/>
                </a:solidFill>
              </a:rPr>
              <a:t>ይ.ዲ</a:t>
            </a:r>
            <a:r>
              <a:rPr lang="en-US" sz="8000" dirty="0" err="1"/>
              <a:t>.ጸልዩ</a:t>
            </a:r>
            <a:r>
              <a:rPr lang="en-US" sz="8000" dirty="0"/>
              <a:t> </a:t>
            </a:r>
            <a:r>
              <a:rPr lang="en-US" sz="8000" dirty="0" err="1"/>
              <a:t>በእንተ</a:t>
            </a:r>
            <a:r>
              <a:rPr lang="en-US" sz="8000" dirty="0"/>
              <a:t> </a:t>
            </a:r>
            <a:r>
              <a:rPr lang="en-US" sz="8000" dirty="0" err="1"/>
              <a:t>ዛቲ</a:t>
            </a:r>
            <a:r>
              <a:rPr lang="en-US" sz="8000" dirty="0"/>
              <a:t> </a:t>
            </a:r>
            <a:r>
              <a:rPr lang="en-US" sz="8000" dirty="0" err="1"/>
              <a:t>ቤተ</a:t>
            </a:r>
            <a:r>
              <a:rPr lang="en-US" sz="8000" dirty="0"/>
              <a:t> </a:t>
            </a:r>
            <a:r>
              <a:rPr lang="en-US" sz="8000" dirty="0" err="1"/>
              <a:t>ክርስትያን</a:t>
            </a:r>
            <a:r>
              <a:rPr lang="en-US" sz="8000" dirty="0"/>
              <a:t> </a:t>
            </a:r>
            <a:r>
              <a:rPr lang="en-US" sz="8000" dirty="0" err="1"/>
              <a:t>ቅድስት</a:t>
            </a:r>
            <a:r>
              <a:rPr lang="en-US" sz="8000" dirty="0"/>
              <a:t> </a:t>
            </a:r>
            <a:r>
              <a:rPr lang="en-US" sz="8000" dirty="0" err="1"/>
              <a:t>ወማህበርነ</a:t>
            </a:r>
            <a:r>
              <a:rPr lang="en-US" sz="8000" dirty="0"/>
              <a:t> </a:t>
            </a:r>
            <a:r>
              <a:rPr lang="en-US" sz="8000" dirty="0" err="1"/>
              <a:t>ዉስቴታ</a:t>
            </a:r>
            <a:endParaRPr lang="en-US" sz="8000" dirty="0"/>
          </a:p>
          <a:p>
            <a:pPr marL="0" indent="0" algn="ctr">
              <a:buNone/>
            </a:pPr>
            <a:r>
              <a:rPr lang="en-US" sz="8000" dirty="0" err="1">
                <a:solidFill>
                  <a:srgbClr val="FF0000"/>
                </a:solidFill>
              </a:rPr>
              <a:t>ይ.ሕ</a:t>
            </a:r>
            <a:r>
              <a:rPr lang="en-US" sz="8000" dirty="0" err="1"/>
              <a:t>.ማህበረነ</a:t>
            </a:r>
            <a:r>
              <a:rPr lang="en-US" sz="8000" dirty="0"/>
              <a:t> </a:t>
            </a:r>
            <a:r>
              <a:rPr lang="en-US" sz="8000" dirty="0" err="1"/>
              <a:t>ባርክ</a:t>
            </a:r>
            <a:r>
              <a:rPr lang="en-US" sz="8000" dirty="0"/>
              <a:t> </a:t>
            </a:r>
            <a:r>
              <a:rPr lang="en-US" sz="8000" dirty="0" err="1"/>
              <a:t>ዕቀብ</a:t>
            </a:r>
            <a:r>
              <a:rPr lang="en-US" sz="8000" dirty="0"/>
              <a:t> </a:t>
            </a:r>
            <a:r>
              <a:rPr lang="en-US" sz="8000" dirty="0" err="1"/>
              <a:t>በሰላም</a:t>
            </a:r>
            <a:r>
              <a:rPr lang="en-US" sz="8000" dirty="0"/>
              <a:t>፡፡</a:t>
            </a:r>
          </a:p>
          <a:p>
            <a:pPr algn="ctr"/>
            <a:endParaRPr lang="en-US" sz="8000" dirty="0"/>
          </a:p>
        </p:txBody>
      </p:sp>
    </p:spTree>
    <p:extLst>
      <p:ext uri="{BB962C8B-B14F-4D97-AF65-F5344CB8AC3E}">
        <p14:creationId xmlns:p14="http://schemas.microsoft.com/office/powerpoint/2010/main" val="2527467248"/>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D0E2454-242B-4A17-B572-1809BBF16F2D}"/>
              </a:ext>
            </a:extLst>
          </p:cNvPr>
          <p:cNvSpPr>
            <a:spLocks noGrp="1"/>
          </p:cNvSpPr>
          <p:nvPr>
            <p:ph idx="1"/>
          </p:nvPr>
        </p:nvSpPr>
        <p:spPr>
          <a:xfrm>
            <a:off x="0" y="1"/>
            <a:ext cx="12192000" cy="6858000"/>
          </a:xfrm>
        </p:spPr>
        <p:txBody>
          <a:bodyPr>
            <a:noAutofit/>
          </a:bodyPr>
          <a:lstStyle/>
          <a:p>
            <a:pPr marL="0" indent="0" algn="just">
              <a:buNone/>
            </a:pPr>
            <a:r>
              <a:rPr lang="am-ET" sz="6400" dirty="0">
                <a:solidFill>
                  <a:srgbClr val="FF0000"/>
                </a:solidFill>
              </a:rPr>
              <a:t>ይ.ካ. </a:t>
            </a:r>
            <a:r>
              <a:rPr lang="am-ET" sz="6400" dirty="0"/>
              <a:t>ሁሉን የሚይዝ የጌታችን የመድኃኒታችን የኢየሱስ ክርሰቶስን አባት እግዚአብሔርን እንለምናለን፡፡ ሰውን አፍቃሪ ሆይ ቸርነትህን እንለምናለን ጌታ ሆይ ከዓለም ዳር እስከ ዓለም ዳር ያለችውን የሐዋርያት ጉባኤ የአንዲት ቅድስት ቤተክርስቲያን ሰላም አስብ፡፡</a:t>
            </a:r>
          </a:p>
        </p:txBody>
      </p:sp>
    </p:spTree>
    <p:extLst>
      <p:ext uri="{BB962C8B-B14F-4D97-AF65-F5344CB8AC3E}">
        <p14:creationId xmlns:p14="http://schemas.microsoft.com/office/powerpoint/2010/main" val="2515015742"/>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D0E2454-242B-4A17-B572-1809BBF16F2D}"/>
              </a:ext>
            </a:extLst>
          </p:cNvPr>
          <p:cNvSpPr>
            <a:spLocks noGrp="1"/>
          </p:cNvSpPr>
          <p:nvPr>
            <p:ph idx="1"/>
          </p:nvPr>
        </p:nvSpPr>
        <p:spPr>
          <a:xfrm>
            <a:off x="0" y="1"/>
            <a:ext cx="12192000" cy="6858000"/>
          </a:xfrm>
        </p:spPr>
        <p:txBody>
          <a:bodyPr>
            <a:noAutofit/>
          </a:bodyPr>
          <a:lstStyle/>
          <a:p>
            <a:pPr marL="0" indent="0" algn="ctr">
              <a:buNone/>
            </a:pPr>
            <a:r>
              <a:rPr lang="am-ET" sz="8800" dirty="0">
                <a:solidFill>
                  <a:srgbClr val="FF0000"/>
                </a:solidFill>
              </a:rPr>
              <a:t>ይ.ዲ. </a:t>
            </a:r>
            <a:r>
              <a:rPr lang="am-ET" sz="8800" dirty="0"/>
              <a:t>ስለ እውነተኛይቱ የሐዋርያት ጉባኤ ስለሆነችው ስለ አንዲት ቅድስት ቤተክርስቲያን ሰላም ጸልዩ፡፡</a:t>
            </a:r>
          </a:p>
          <a:p>
            <a:pPr marL="0" indent="0" algn="ctr">
              <a:buNone/>
            </a:pPr>
            <a:r>
              <a:rPr lang="am-ET" sz="8800" dirty="0">
                <a:solidFill>
                  <a:srgbClr val="FF0000"/>
                </a:solidFill>
              </a:rPr>
              <a:t>ይ.ሕ. </a:t>
            </a:r>
            <a:r>
              <a:rPr lang="am-ET" sz="8800" dirty="0"/>
              <a:t>ጌታ ሆይ ይቅር በለን፡፡</a:t>
            </a:r>
          </a:p>
        </p:txBody>
      </p:sp>
    </p:spTree>
    <p:extLst>
      <p:ext uri="{BB962C8B-B14F-4D97-AF65-F5344CB8AC3E}">
        <p14:creationId xmlns:p14="http://schemas.microsoft.com/office/powerpoint/2010/main" val="4035909466"/>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D0E2454-242B-4A17-B572-1809BBF16F2D}"/>
              </a:ext>
            </a:extLst>
          </p:cNvPr>
          <p:cNvSpPr>
            <a:spLocks noGrp="1"/>
          </p:cNvSpPr>
          <p:nvPr>
            <p:ph idx="1"/>
          </p:nvPr>
        </p:nvSpPr>
        <p:spPr>
          <a:xfrm>
            <a:off x="0" y="1"/>
            <a:ext cx="12192000" cy="6858000"/>
          </a:xfrm>
        </p:spPr>
        <p:txBody>
          <a:bodyPr>
            <a:noAutofit/>
          </a:bodyPr>
          <a:lstStyle/>
          <a:p>
            <a:pPr marL="0" indent="0">
              <a:buNone/>
            </a:pPr>
            <a:r>
              <a:rPr lang="am-ET" sz="7200" dirty="0">
                <a:solidFill>
                  <a:srgbClr val="FF0000"/>
                </a:solidFill>
              </a:rPr>
              <a:t>ይ.ካ. </a:t>
            </a:r>
            <a:r>
              <a:rPr lang="am-ET" sz="7200" dirty="0"/>
              <a:t>ሁሉን የሚይዝ የጌታችን የመድኃኒታችን የኢየሱስ ክርስቶስን አባት እግዚአብሔርን ደግሞ እንለምናለን፡፡ ሰውን አፍቃሪ ሆይ ቸርነትህን እንለምናለን፤ </a:t>
            </a:r>
            <a:r>
              <a:rPr lang="en-US" sz="7200" dirty="0" err="1"/>
              <a:t>እንሻለንም</a:t>
            </a:r>
            <a:r>
              <a:rPr lang="am-ET" sz="7200" dirty="0"/>
              <a:t> ጌታ ሆይ ማኀበራችንን አስብ ባርከውም፡፡</a:t>
            </a:r>
            <a:endParaRPr lang="en-US" sz="7200" dirty="0"/>
          </a:p>
        </p:txBody>
      </p:sp>
    </p:spTree>
    <p:extLst>
      <p:ext uri="{BB962C8B-B14F-4D97-AF65-F5344CB8AC3E}">
        <p14:creationId xmlns:p14="http://schemas.microsoft.com/office/powerpoint/2010/main" val="2524837473"/>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D0E2454-242B-4A17-B572-1809BBF16F2D}"/>
              </a:ext>
            </a:extLst>
          </p:cNvPr>
          <p:cNvSpPr>
            <a:spLocks noGrp="1"/>
          </p:cNvSpPr>
          <p:nvPr>
            <p:ph idx="1"/>
          </p:nvPr>
        </p:nvSpPr>
        <p:spPr>
          <a:xfrm>
            <a:off x="0" y="1"/>
            <a:ext cx="12192000" cy="6858000"/>
          </a:xfrm>
        </p:spPr>
        <p:txBody>
          <a:bodyPr>
            <a:noAutofit/>
          </a:bodyPr>
          <a:lstStyle/>
          <a:p>
            <a:pPr marL="0" indent="0" algn="ctr">
              <a:buNone/>
            </a:pPr>
            <a:r>
              <a:rPr lang="am-ET" sz="8000" dirty="0">
                <a:solidFill>
                  <a:srgbClr val="FF0000"/>
                </a:solidFill>
              </a:rPr>
              <a:t>ይ.ዲ. </a:t>
            </a:r>
            <a:r>
              <a:rPr lang="am-ET" sz="8000" dirty="0"/>
              <a:t>ስለዚች ቅድስት ቤተክርስቲያንና በውስጥዋም ስላለው ማኀበራችን ጸልዩ፡፡</a:t>
            </a:r>
          </a:p>
          <a:p>
            <a:pPr marL="0" indent="0" algn="ctr">
              <a:buNone/>
            </a:pPr>
            <a:r>
              <a:rPr lang="am-ET" sz="8000" dirty="0">
                <a:solidFill>
                  <a:srgbClr val="FF0000"/>
                </a:solidFill>
              </a:rPr>
              <a:t>ይ.ሕ. </a:t>
            </a:r>
            <a:r>
              <a:rPr lang="am-ET" sz="8000" dirty="0"/>
              <a:t>ማኀበራችንን ባርክልን በሰላም ጠብቅልን፡፡</a:t>
            </a:r>
          </a:p>
        </p:txBody>
      </p:sp>
    </p:spTree>
    <p:extLst>
      <p:ext uri="{BB962C8B-B14F-4D97-AF65-F5344CB8AC3E}">
        <p14:creationId xmlns:p14="http://schemas.microsoft.com/office/powerpoint/2010/main" val="2990568287"/>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D0E2454-242B-4A17-B572-1809BBF16F2D}"/>
              </a:ext>
            </a:extLst>
          </p:cNvPr>
          <p:cNvSpPr>
            <a:spLocks noGrp="1"/>
          </p:cNvSpPr>
          <p:nvPr>
            <p:ph idx="1"/>
          </p:nvPr>
        </p:nvSpPr>
        <p:spPr>
          <a:xfrm>
            <a:off x="0" y="1"/>
            <a:ext cx="12192000" cy="6858000"/>
          </a:xfrm>
        </p:spPr>
        <p:txBody>
          <a:bodyPr>
            <a:noAutofit/>
          </a:bodyPr>
          <a:lstStyle/>
          <a:p>
            <a:pPr marL="0" indent="0" algn="ctr">
              <a:buNone/>
            </a:pPr>
            <a:r>
              <a:rPr lang="am-ET" sz="11500" dirty="0">
                <a:solidFill>
                  <a:srgbClr val="FF0000"/>
                </a:solidFill>
              </a:rPr>
              <a:t>ይ.ዲ. </a:t>
            </a:r>
            <a:r>
              <a:rPr lang="en-US" sz="11500" dirty="0" err="1"/>
              <a:t>በእግዚአብሔር</a:t>
            </a:r>
            <a:r>
              <a:rPr lang="en-US" sz="11500" dirty="0"/>
              <a:t> </a:t>
            </a:r>
            <a:r>
              <a:rPr lang="en-US" sz="11500" dirty="0" err="1"/>
              <a:t>ጥበብ</a:t>
            </a:r>
            <a:r>
              <a:rPr lang="en-US" sz="11500" dirty="0"/>
              <a:t> </a:t>
            </a:r>
            <a:r>
              <a:rPr lang="am-ET" sz="11500" dirty="0"/>
              <a:t>ሁላችንም ጸሎተ ሃይማኖት እንበል፡፡</a:t>
            </a:r>
            <a:endParaRPr lang="en-US" sz="11500" dirty="0"/>
          </a:p>
          <a:p>
            <a:pPr marL="0" indent="0" algn="ctr">
              <a:buNone/>
            </a:pPr>
            <a:endParaRPr lang="am-ET" sz="6000" dirty="0"/>
          </a:p>
        </p:txBody>
      </p:sp>
    </p:spTree>
    <p:extLst>
      <p:ext uri="{BB962C8B-B14F-4D97-AF65-F5344CB8AC3E}">
        <p14:creationId xmlns:p14="http://schemas.microsoft.com/office/powerpoint/2010/main" val="3848316038"/>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D0E2454-242B-4A17-B572-1809BBF16F2D}"/>
              </a:ext>
            </a:extLst>
          </p:cNvPr>
          <p:cNvSpPr>
            <a:spLocks noGrp="1"/>
          </p:cNvSpPr>
          <p:nvPr>
            <p:ph idx="1"/>
          </p:nvPr>
        </p:nvSpPr>
        <p:spPr>
          <a:xfrm>
            <a:off x="0" y="1"/>
            <a:ext cx="12192000" cy="6858000"/>
          </a:xfrm>
        </p:spPr>
        <p:txBody>
          <a:bodyPr>
            <a:noAutofit/>
          </a:bodyPr>
          <a:lstStyle/>
          <a:p>
            <a:pPr marL="0" indent="0" algn="ctr">
              <a:lnSpc>
                <a:spcPct val="100000"/>
              </a:lnSpc>
              <a:spcBef>
                <a:spcPts val="0"/>
              </a:spcBef>
              <a:buNone/>
            </a:pPr>
            <a:r>
              <a:rPr lang="am-ET" sz="7200" b="1" dirty="0">
                <a:solidFill>
                  <a:srgbClr val="FF0000"/>
                </a:solidFill>
              </a:rPr>
              <a:t>ይ.ሕ</a:t>
            </a:r>
            <a:r>
              <a:rPr lang="am-ET" sz="7200" b="1" dirty="0"/>
              <a:t>.ሰማይንና ምድርን የሚታየውንና የማይታየውን </a:t>
            </a:r>
            <a:r>
              <a:rPr lang="en-US" sz="7200" b="1" dirty="0" err="1"/>
              <a:t>ሁሉ</a:t>
            </a:r>
            <a:r>
              <a:rPr lang="en-US" sz="7200" b="1" dirty="0"/>
              <a:t> </a:t>
            </a:r>
            <a:r>
              <a:rPr lang="am-ET" sz="7200" b="1" dirty="0"/>
              <a:t>በፈጠረ ዓለምን ሁሉ በያዘ በአንድ አምላክ በእግዚአብሔር አብ እናምናለን፤ ዓለም ሳይ</a:t>
            </a:r>
            <a:r>
              <a:rPr lang="en-US" sz="7200" b="1" dirty="0"/>
              <a:t>a</a:t>
            </a:r>
            <a:r>
              <a:rPr lang="am-ET" sz="7200" b="1" dirty="0"/>
              <a:t>ፈጠር በፊት ከሱ ጋር ባለው የአብ አንድ ልጅ በሆነው በጌታ በኢየሱስ ክርስቶስም እናምናለን፡፡</a:t>
            </a:r>
          </a:p>
        </p:txBody>
      </p:sp>
    </p:spTree>
    <p:extLst>
      <p:ext uri="{BB962C8B-B14F-4D97-AF65-F5344CB8AC3E}">
        <p14:creationId xmlns:p14="http://schemas.microsoft.com/office/powerpoint/2010/main" val="4211603496"/>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D0E2454-242B-4A17-B572-1809BBF16F2D}"/>
              </a:ext>
            </a:extLst>
          </p:cNvPr>
          <p:cNvSpPr>
            <a:spLocks noGrp="1"/>
          </p:cNvSpPr>
          <p:nvPr>
            <p:ph idx="1"/>
          </p:nvPr>
        </p:nvSpPr>
        <p:spPr>
          <a:xfrm>
            <a:off x="0" y="1"/>
            <a:ext cx="12192000" cy="6858000"/>
          </a:xfrm>
        </p:spPr>
        <p:txBody>
          <a:bodyPr>
            <a:noAutofit/>
          </a:bodyPr>
          <a:lstStyle/>
          <a:p>
            <a:pPr marL="0" indent="0" algn="ctr">
              <a:buNone/>
            </a:pPr>
            <a:r>
              <a:rPr lang="am-ET" sz="8000" b="1" dirty="0"/>
              <a:t>እሱ ብርሃን ከብርሃን እውነተኛ አምላክ ከእውነተኛ አምላክ የተወለደ እንጂ ያልተፈጠረ በመለኮቱ ከአብ ጋር ትክክል የሆነ</a:t>
            </a:r>
            <a:r>
              <a:rPr lang="en-US" sz="8000" b="1" dirty="0"/>
              <a:t> </a:t>
            </a:r>
            <a:r>
              <a:rPr lang="am-ET" sz="8000" b="1" dirty="0"/>
              <a:t>ሁሉ በሱ የሆነ፤ ያለሱ በሰማይም በምድርም ምንም ያልሆነ</a:t>
            </a:r>
          </a:p>
        </p:txBody>
      </p:sp>
    </p:spTree>
    <p:extLst>
      <p:ext uri="{BB962C8B-B14F-4D97-AF65-F5344CB8AC3E}">
        <p14:creationId xmlns:p14="http://schemas.microsoft.com/office/powerpoint/2010/main" val="579083422"/>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D0E2454-242B-4A17-B572-1809BBF16F2D}"/>
              </a:ext>
            </a:extLst>
          </p:cNvPr>
          <p:cNvSpPr>
            <a:spLocks noGrp="1"/>
          </p:cNvSpPr>
          <p:nvPr>
            <p:ph idx="1"/>
          </p:nvPr>
        </p:nvSpPr>
        <p:spPr>
          <a:xfrm>
            <a:off x="0" y="1"/>
            <a:ext cx="12192000" cy="6858000"/>
          </a:xfrm>
        </p:spPr>
        <p:txBody>
          <a:bodyPr>
            <a:noAutofit/>
          </a:bodyPr>
          <a:lstStyle/>
          <a:p>
            <a:pPr marL="0" indent="0" algn="ctr">
              <a:buNone/>
            </a:pPr>
            <a:r>
              <a:rPr lang="am-ET" sz="8000" b="1" dirty="0"/>
              <a:t>ስለኛ ስለሰዎች ስለ ደኀንነታችን ከሰማይ የወረደ በመንፈስ ቅዱስ ከቅድስት ድንግል ማርያም ሥጋ ለብሶ ሰው የሆነ ነው፡፡ በጴንጤናዊው ጲላጦስ ዘመን ስለኛ ተሰቀለ ተሰቃየ ሞተ፤ ተቀበረ፤</a:t>
            </a:r>
          </a:p>
        </p:txBody>
      </p:sp>
    </p:spTree>
    <p:extLst>
      <p:ext uri="{BB962C8B-B14F-4D97-AF65-F5344CB8AC3E}">
        <p14:creationId xmlns:p14="http://schemas.microsoft.com/office/powerpoint/2010/main" val="14689210"/>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D0E2454-242B-4A17-B572-1809BBF16F2D}"/>
              </a:ext>
            </a:extLst>
          </p:cNvPr>
          <p:cNvSpPr>
            <a:spLocks noGrp="1"/>
          </p:cNvSpPr>
          <p:nvPr>
            <p:ph idx="1"/>
          </p:nvPr>
        </p:nvSpPr>
        <p:spPr>
          <a:xfrm>
            <a:off x="0" y="0"/>
            <a:ext cx="12192000" cy="6858000"/>
          </a:xfrm>
        </p:spPr>
        <p:txBody>
          <a:bodyPr>
            <a:noAutofit/>
          </a:bodyPr>
          <a:lstStyle/>
          <a:p>
            <a:pPr marL="0" indent="0" algn="ctr">
              <a:buNone/>
            </a:pPr>
            <a:r>
              <a:rPr lang="am-ET" sz="7200" b="1" dirty="0"/>
              <a:t>በቅዱሳት መጻሕፍት እንደተጻፈው በሦስተኛው ቀን ከ</a:t>
            </a:r>
            <a:r>
              <a:rPr lang="en-US" sz="7200" b="1" dirty="0" err="1"/>
              <a:t>ሙታን</a:t>
            </a:r>
            <a:r>
              <a:rPr lang="en-US" sz="7200" b="1" dirty="0"/>
              <a:t> </a:t>
            </a:r>
            <a:r>
              <a:rPr lang="en-US" sz="7200" b="1" dirty="0" err="1"/>
              <a:t>ተለይቶ</a:t>
            </a:r>
            <a:r>
              <a:rPr lang="am-ET" sz="7200" b="1" dirty="0"/>
              <a:t> ተነሣ በክብር ወደ ሰማይ ወጣ በአባቱ ቀኝ ተቀመጠ ሕያዋንና ሙታንን ለመፍረድ ዳግመኛ በክብር ይመጣል፤ መንግሥቱ ማለቂያ የለውም</a:t>
            </a:r>
          </a:p>
        </p:txBody>
      </p:sp>
    </p:spTree>
    <p:extLst>
      <p:ext uri="{BB962C8B-B14F-4D97-AF65-F5344CB8AC3E}">
        <p14:creationId xmlns:p14="http://schemas.microsoft.com/office/powerpoint/2010/main" val="1884181954"/>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D0E2454-242B-4A17-B572-1809BBF16F2D}"/>
              </a:ext>
            </a:extLst>
          </p:cNvPr>
          <p:cNvSpPr>
            <a:spLocks noGrp="1"/>
          </p:cNvSpPr>
          <p:nvPr>
            <p:ph idx="1"/>
          </p:nvPr>
        </p:nvSpPr>
        <p:spPr>
          <a:xfrm>
            <a:off x="0" y="0"/>
            <a:ext cx="12192000" cy="6858000"/>
          </a:xfrm>
        </p:spPr>
        <p:txBody>
          <a:bodyPr>
            <a:noAutofit/>
          </a:bodyPr>
          <a:lstStyle/>
          <a:p>
            <a:pPr marL="0" indent="0" algn="ctr">
              <a:buNone/>
            </a:pPr>
            <a:r>
              <a:rPr lang="am-ET" sz="6600" b="1" dirty="0"/>
              <a:t>ከአብና ከወልድ በሠረጸው በ</a:t>
            </a:r>
            <a:r>
              <a:rPr lang="en-US" sz="6600" b="1" dirty="0" err="1"/>
              <a:t>አዳኙ</a:t>
            </a:r>
            <a:r>
              <a:rPr lang="en-US" sz="6600" b="1" dirty="0"/>
              <a:t> </a:t>
            </a:r>
            <a:r>
              <a:rPr lang="am-ET" sz="6600" b="1" dirty="0"/>
              <a:t>ጌታ በመንፈስ</a:t>
            </a:r>
            <a:r>
              <a:rPr lang="en-US" sz="6600" b="1" dirty="0"/>
              <a:t> </a:t>
            </a:r>
            <a:r>
              <a:rPr lang="am-ET" sz="6600" b="1" dirty="0"/>
              <a:t>ቅዱስም እናምናለን፤በነቢያት አፍ </a:t>
            </a:r>
            <a:r>
              <a:rPr lang="en-US" sz="6600" b="1" dirty="0" err="1"/>
              <a:t>እንደ</a:t>
            </a:r>
            <a:r>
              <a:rPr lang="am-ET" sz="6600" b="1" dirty="0"/>
              <a:t>ተናገረው ከአብና ከወልድ ጋር ለሱም እንሰግድለት እናመስግነውም፡፡ በሁሉ ቦታ የምትገኝ የሐዋርያት ጉባኤ በሆነችው በአንዲት ቅድስት ቤተክርስትያን</a:t>
            </a:r>
            <a:endParaRPr lang="en-US" sz="6600" b="1" dirty="0"/>
          </a:p>
          <a:p>
            <a:pPr marL="0" indent="0" algn="ctr">
              <a:buNone/>
            </a:pPr>
            <a:r>
              <a:rPr lang="en-US" sz="6600" b="1" dirty="0" err="1"/>
              <a:t>እናምናለን</a:t>
            </a:r>
            <a:r>
              <a:rPr lang="en-US" sz="6600" b="1" dirty="0"/>
              <a:t>፡፡</a:t>
            </a:r>
            <a:endParaRPr lang="am-ET" sz="6600" b="1" dirty="0"/>
          </a:p>
        </p:txBody>
      </p:sp>
    </p:spTree>
    <p:extLst>
      <p:ext uri="{BB962C8B-B14F-4D97-AF65-F5344CB8AC3E}">
        <p14:creationId xmlns:p14="http://schemas.microsoft.com/office/powerpoint/2010/main" val="1904592777"/>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D0E2454-242B-4A17-B572-1809BBF16F2D}"/>
              </a:ext>
            </a:extLst>
          </p:cNvPr>
          <p:cNvSpPr>
            <a:spLocks noGrp="1"/>
          </p:cNvSpPr>
          <p:nvPr>
            <p:ph idx="1"/>
          </p:nvPr>
        </p:nvSpPr>
        <p:spPr>
          <a:xfrm>
            <a:off x="0" y="1"/>
            <a:ext cx="12192000" cy="6858000"/>
          </a:xfrm>
        </p:spPr>
        <p:txBody>
          <a:bodyPr>
            <a:noAutofit/>
          </a:bodyPr>
          <a:lstStyle/>
          <a:p>
            <a:pPr marL="0" indent="0" algn="ctr">
              <a:buNone/>
            </a:pPr>
            <a:endParaRPr lang="en-US" sz="10000" b="1" dirty="0"/>
          </a:p>
          <a:p>
            <a:pPr marL="0" indent="0" algn="ctr">
              <a:buNone/>
            </a:pPr>
            <a:r>
              <a:rPr lang="en-US" sz="10000" b="1" dirty="0" err="1"/>
              <a:t>ወነአምን</a:t>
            </a:r>
            <a:r>
              <a:rPr lang="en-US" sz="10000" b="1" dirty="0"/>
              <a:t> </a:t>
            </a:r>
            <a:r>
              <a:rPr lang="en-US" sz="10000" b="1" dirty="0" err="1"/>
              <a:t>በአሐቲ</a:t>
            </a:r>
            <a:r>
              <a:rPr lang="en-US" sz="10000" b="1" dirty="0"/>
              <a:t> </a:t>
            </a:r>
            <a:r>
              <a:rPr lang="en-US" sz="10000" b="1" dirty="0" err="1"/>
              <a:t>ቅድስት</a:t>
            </a:r>
            <a:r>
              <a:rPr lang="en-US" sz="10000" b="1" dirty="0"/>
              <a:t> </a:t>
            </a:r>
            <a:r>
              <a:rPr lang="en-US" sz="10000" b="1" dirty="0" err="1"/>
              <a:t>ቤተ</a:t>
            </a:r>
            <a:r>
              <a:rPr lang="en-US" sz="10000" b="1" dirty="0"/>
              <a:t> </a:t>
            </a:r>
            <a:r>
              <a:rPr lang="en-US" sz="10000" b="1" dirty="0" err="1"/>
              <a:t>ክርስቲያን</a:t>
            </a:r>
            <a:r>
              <a:rPr lang="en-US" sz="10000" b="1" dirty="0"/>
              <a:t> </a:t>
            </a:r>
            <a:r>
              <a:rPr lang="en-US" sz="10000" b="1" dirty="0" err="1"/>
              <a:t>እንተ</a:t>
            </a:r>
            <a:r>
              <a:rPr lang="en-US" sz="10000" b="1" dirty="0"/>
              <a:t> </a:t>
            </a:r>
            <a:r>
              <a:rPr lang="en-US" sz="10000" b="1" dirty="0" err="1"/>
              <a:t>ላዕለ</a:t>
            </a:r>
            <a:r>
              <a:rPr lang="en-US" sz="10000" b="1" dirty="0"/>
              <a:t> </a:t>
            </a:r>
            <a:r>
              <a:rPr lang="en-US" sz="10000" b="1" dirty="0" err="1"/>
              <a:t>ኩሎ</a:t>
            </a:r>
            <a:r>
              <a:rPr lang="en-US" sz="10000" b="1" dirty="0"/>
              <a:t> </a:t>
            </a:r>
            <a:r>
              <a:rPr lang="en-US" sz="10000" b="1" dirty="0" err="1"/>
              <a:t>ጉባኤ</a:t>
            </a:r>
            <a:r>
              <a:rPr lang="en-US" sz="10000" b="1" dirty="0"/>
              <a:t> </a:t>
            </a:r>
            <a:r>
              <a:rPr lang="en-US" sz="10000" b="1" dirty="0" err="1"/>
              <a:t>ዘሐዋረወያት</a:t>
            </a:r>
            <a:r>
              <a:rPr lang="en-US" sz="10000" b="1" dirty="0"/>
              <a:t>፡፡</a:t>
            </a:r>
            <a:endParaRPr lang="am-ET" sz="10000" b="1" dirty="0"/>
          </a:p>
        </p:txBody>
      </p:sp>
    </p:spTree>
    <p:extLst>
      <p:ext uri="{BB962C8B-B14F-4D97-AF65-F5344CB8AC3E}">
        <p14:creationId xmlns:p14="http://schemas.microsoft.com/office/powerpoint/2010/main" val="1049449475"/>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D0E2454-242B-4A17-B572-1809BBF16F2D}"/>
              </a:ext>
            </a:extLst>
          </p:cNvPr>
          <p:cNvSpPr>
            <a:spLocks noGrp="1"/>
          </p:cNvSpPr>
          <p:nvPr>
            <p:ph idx="1"/>
          </p:nvPr>
        </p:nvSpPr>
        <p:spPr>
          <a:xfrm>
            <a:off x="0" y="1"/>
            <a:ext cx="12192000" cy="6858000"/>
          </a:xfrm>
        </p:spPr>
        <p:txBody>
          <a:bodyPr>
            <a:noAutofit/>
          </a:bodyPr>
          <a:lstStyle/>
          <a:p>
            <a:pPr marL="0" indent="0" algn="ctr">
              <a:buNone/>
            </a:pPr>
            <a:r>
              <a:rPr lang="en-US" sz="8800" b="1" dirty="0" err="1"/>
              <a:t>ወንሴፎ</a:t>
            </a:r>
            <a:r>
              <a:rPr lang="en-US" sz="8800" b="1" dirty="0"/>
              <a:t> </a:t>
            </a:r>
            <a:r>
              <a:rPr lang="en-US" sz="8800" b="1" dirty="0" err="1"/>
              <a:t>ትንሳኤ</a:t>
            </a:r>
            <a:r>
              <a:rPr lang="en-US" sz="8800" b="1" dirty="0"/>
              <a:t> </a:t>
            </a:r>
            <a:r>
              <a:rPr lang="en-US" sz="8800" b="1" dirty="0" err="1"/>
              <a:t>ሙታን</a:t>
            </a:r>
            <a:r>
              <a:rPr lang="en-US" sz="8800" b="1" dirty="0"/>
              <a:t> </a:t>
            </a:r>
            <a:r>
              <a:rPr lang="en-US" sz="8800" b="1" dirty="0" err="1"/>
              <a:t>ነሕይወተ</a:t>
            </a:r>
            <a:r>
              <a:rPr lang="en-US" sz="8800" b="1" dirty="0"/>
              <a:t> </a:t>
            </a:r>
            <a:r>
              <a:rPr lang="en-US" sz="8800" b="1" dirty="0" err="1"/>
              <a:t>ዘይመጽእ</a:t>
            </a:r>
            <a:r>
              <a:rPr lang="en-US" sz="8800" b="1" dirty="0"/>
              <a:t> </a:t>
            </a:r>
            <a:r>
              <a:rPr lang="en-US" sz="8800" b="1" dirty="0" err="1"/>
              <a:t>ለዓለም</a:t>
            </a:r>
            <a:r>
              <a:rPr lang="en-US" sz="8800" b="1" dirty="0"/>
              <a:t> </a:t>
            </a:r>
            <a:r>
              <a:rPr lang="en-US" sz="8800" b="1" dirty="0" err="1"/>
              <a:t>ዓለም</a:t>
            </a:r>
            <a:r>
              <a:rPr lang="en-US" sz="8800" b="1" dirty="0"/>
              <a:t>፤ </a:t>
            </a:r>
            <a:r>
              <a:rPr lang="en-US" sz="8800" b="1" dirty="0" err="1"/>
              <a:t>አሜን</a:t>
            </a:r>
            <a:r>
              <a:rPr lang="en-US" sz="8800" b="1" dirty="0"/>
              <a:t>፡፡</a:t>
            </a:r>
            <a:r>
              <a:rPr lang="am-ET" sz="8800" b="1" dirty="0">
                <a:latin typeface="NotoSansEthiopic"/>
              </a:rPr>
              <a:t>ስብሐት</a:t>
            </a:r>
            <a:r>
              <a:rPr lang="en-US" sz="8800" b="1" dirty="0">
                <a:latin typeface="NotoSansEthiopic"/>
              </a:rPr>
              <a:t> </a:t>
            </a:r>
            <a:r>
              <a:rPr lang="am-ET" sz="8800" b="1" dirty="0">
                <a:latin typeface="NotoSansEthiopic"/>
              </a:rPr>
              <a:t>ለእግዚአብሔር በሰማያት ወሰላም</a:t>
            </a:r>
            <a:r>
              <a:rPr lang="en-US" sz="8800" b="1" dirty="0">
                <a:latin typeface="NotoSansEthiopic"/>
              </a:rPr>
              <a:t> </a:t>
            </a:r>
            <a:r>
              <a:rPr lang="am-ET" sz="8800" b="1" dirty="0">
                <a:latin typeface="NotoSansEthiopic"/>
              </a:rPr>
              <a:t>በምድር ሥምረቱ ለሰብእ።</a:t>
            </a:r>
            <a:endParaRPr lang="en-US" sz="8800" b="1" dirty="0"/>
          </a:p>
          <a:p>
            <a:pPr marL="0" indent="0" algn="ctr">
              <a:buNone/>
            </a:pPr>
            <a:endParaRPr lang="en-US" sz="8800" b="1" dirty="0"/>
          </a:p>
          <a:p>
            <a:pPr marL="0" indent="0" algn="ctr">
              <a:buNone/>
            </a:pPr>
            <a:endParaRPr lang="am-ET" sz="8800" dirty="0"/>
          </a:p>
        </p:txBody>
      </p:sp>
    </p:spTree>
    <p:extLst>
      <p:ext uri="{BB962C8B-B14F-4D97-AF65-F5344CB8AC3E}">
        <p14:creationId xmlns:p14="http://schemas.microsoft.com/office/powerpoint/2010/main" val="1683182695"/>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39CE4A70-EF08-4C5C-B45A-9F1A61662266}"/>
              </a:ext>
            </a:extLst>
          </p:cNvPr>
          <p:cNvSpPr>
            <a:spLocks noGrp="1"/>
          </p:cNvSpPr>
          <p:nvPr>
            <p:ph idx="1"/>
          </p:nvPr>
        </p:nvSpPr>
        <p:spPr>
          <a:xfrm>
            <a:off x="0" y="0"/>
            <a:ext cx="12192000" cy="6858000"/>
          </a:xfrm>
        </p:spPr>
        <p:txBody>
          <a:bodyPr>
            <a:noAutofit/>
          </a:bodyPr>
          <a:lstStyle/>
          <a:p>
            <a:pPr marL="0" indent="0" algn="ctr">
              <a:lnSpc>
                <a:spcPct val="120000"/>
              </a:lnSpc>
              <a:buNone/>
            </a:pPr>
            <a:r>
              <a:rPr lang="am-ET" sz="6600" dirty="0">
                <a:latin typeface="NotoSansEthiopic"/>
              </a:rPr>
              <a:t>ይ፡ዲ፦ፀልዩ በእንተ ሰላም ፍ</a:t>
            </a:r>
            <a:r>
              <a:rPr lang="en-US" sz="6600" dirty="0">
                <a:latin typeface="NotoSansEthiopic"/>
              </a:rPr>
              <a:t>ጽ</a:t>
            </a:r>
            <a:r>
              <a:rPr lang="am-ET" sz="6600" dirty="0">
                <a:latin typeface="NotoSansEthiopic"/>
              </a:rPr>
              <a:t>ምት ወፍቅር፤ ተአምኁ</a:t>
            </a:r>
            <a:r>
              <a:rPr lang="en-US" sz="6600" dirty="0">
                <a:latin typeface="NotoSansEthiopic"/>
              </a:rPr>
              <a:t> </a:t>
            </a:r>
            <a:r>
              <a:rPr lang="am-ET" sz="6600" dirty="0">
                <a:latin typeface="NotoSansEthiopic"/>
              </a:rPr>
              <a:t>በበይናቲክሙ በአምኃ ቅድሳት።</a:t>
            </a:r>
          </a:p>
          <a:p>
            <a:pPr marL="0" indent="0" algn="ctr">
              <a:lnSpc>
                <a:spcPct val="120000"/>
              </a:lnSpc>
              <a:buNone/>
            </a:pPr>
            <a:r>
              <a:rPr lang="am-ET" sz="7200" b="1" dirty="0">
                <a:latin typeface="NotoSansEthiopic"/>
              </a:rPr>
              <a:t>ይ፡ሕ፦ክርስቶስ አምላክነ ይረስየነ ድልዋነ ከመ</a:t>
            </a:r>
            <a:r>
              <a:rPr lang="en-US" sz="7200" b="1" dirty="0">
                <a:latin typeface="NotoSansEthiopic"/>
              </a:rPr>
              <a:t> </a:t>
            </a:r>
            <a:r>
              <a:rPr lang="am-ET" sz="7200" b="1" dirty="0">
                <a:latin typeface="NotoSansEthiopic"/>
              </a:rPr>
              <a:t>ንትኣማንኀ በበይናቲነ በአምኃ ቅድሳት።</a:t>
            </a:r>
            <a:endParaRPr lang="en-US" sz="3200" b="1" dirty="0"/>
          </a:p>
        </p:txBody>
      </p:sp>
    </p:spTree>
    <p:extLst>
      <p:ext uri="{BB962C8B-B14F-4D97-AF65-F5344CB8AC3E}">
        <p14:creationId xmlns:p14="http://schemas.microsoft.com/office/powerpoint/2010/main" val="3410143917"/>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39CE4A70-EF08-4C5C-B45A-9F1A61662266}"/>
              </a:ext>
            </a:extLst>
          </p:cNvPr>
          <p:cNvSpPr>
            <a:spLocks noGrp="1"/>
          </p:cNvSpPr>
          <p:nvPr>
            <p:ph idx="1"/>
          </p:nvPr>
        </p:nvSpPr>
        <p:spPr>
          <a:xfrm>
            <a:off x="136478" y="150126"/>
            <a:ext cx="11832609" cy="6605517"/>
          </a:xfrm>
        </p:spPr>
        <p:txBody>
          <a:bodyPr>
            <a:normAutofit/>
          </a:bodyPr>
          <a:lstStyle/>
          <a:p>
            <a:pPr marL="0" indent="0" algn="ctr">
              <a:lnSpc>
                <a:spcPct val="120000"/>
              </a:lnSpc>
              <a:buNone/>
            </a:pPr>
            <a:endParaRPr lang="en-US" sz="6600" dirty="0">
              <a:solidFill>
                <a:schemeClr val="bg1"/>
              </a:solidFill>
              <a:latin typeface="NotoSansEthiopic"/>
            </a:endParaRPr>
          </a:p>
          <a:p>
            <a:pPr marL="0" indent="0" algn="ctr">
              <a:lnSpc>
                <a:spcPct val="120000"/>
              </a:lnSpc>
              <a:buNone/>
            </a:pPr>
            <a:r>
              <a:rPr lang="en-US" sz="8800" b="1" dirty="0" err="1">
                <a:solidFill>
                  <a:srgbClr val="FF0000"/>
                </a:solidFill>
                <a:latin typeface="NotoSansEthiopic"/>
              </a:rPr>
              <a:t>የአባቶቻችን</a:t>
            </a:r>
            <a:r>
              <a:rPr lang="en-US" sz="8800" b="1" dirty="0">
                <a:solidFill>
                  <a:srgbClr val="FF0000"/>
                </a:solidFill>
                <a:latin typeface="NotoSansEthiopic"/>
              </a:rPr>
              <a:t> </a:t>
            </a:r>
            <a:r>
              <a:rPr lang="en-US" sz="8800" b="1" dirty="0" err="1">
                <a:solidFill>
                  <a:srgbClr val="FF0000"/>
                </a:solidFill>
                <a:latin typeface="NotoSansEthiopic"/>
              </a:rPr>
              <a:t>የቅዱሳን</a:t>
            </a:r>
            <a:r>
              <a:rPr lang="en-US" sz="8800" b="1" dirty="0">
                <a:solidFill>
                  <a:srgbClr val="FF0000"/>
                </a:solidFill>
                <a:latin typeface="NotoSansEthiopic"/>
              </a:rPr>
              <a:t> </a:t>
            </a:r>
            <a:r>
              <a:rPr lang="en-US" sz="8800" b="1" dirty="0" err="1">
                <a:solidFill>
                  <a:srgbClr val="FF0000"/>
                </a:solidFill>
                <a:latin typeface="NotoSansEthiopic"/>
              </a:rPr>
              <a:t>ሐዋርያት</a:t>
            </a:r>
            <a:r>
              <a:rPr lang="en-US" sz="8800" b="1" dirty="0">
                <a:solidFill>
                  <a:srgbClr val="FF0000"/>
                </a:solidFill>
                <a:latin typeface="NotoSansEthiopic"/>
              </a:rPr>
              <a:t> </a:t>
            </a:r>
          </a:p>
          <a:p>
            <a:pPr marL="0" indent="0" algn="ctr">
              <a:lnSpc>
                <a:spcPct val="120000"/>
              </a:lnSpc>
              <a:buNone/>
            </a:pPr>
            <a:r>
              <a:rPr lang="en-US" sz="8800" b="1" dirty="0" err="1">
                <a:solidFill>
                  <a:srgbClr val="FF0000"/>
                </a:solidFill>
                <a:latin typeface="NotoSansEthiopic"/>
              </a:rPr>
              <a:t>የቁርባን</a:t>
            </a:r>
            <a:r>
              <a:rPr lang="en-US" sz="8800" b="1" dirty="0">
                <a:solidFill>
                  <a:srgbClr val="FF0000"/>
                </a:solidFill>
                <a:latin typeface="NotoSansEthiopic"/>
              </a:rPr>
              <a:t> </a:t>
            </a:r>
            <a:r>
              <a:rPr lang="en-US" sz="8800" b="1" dirty="0" err="1">
                <a:solidFill>
                  <a:srgbClr val="FF0000"/>
                </a:solidFill>
                <a:latin typeface="NotoSansEthiopic"/>
              </a:rPr>
              <a:t>ጸሎት</a:t>
            </a:r>
            <a:endParaRPr lang="am-ET" sz="8800" b="1" dirty="0">
              <a:solidFill>
                <a:srgbClr val="FF0000"/>
              </a:solidFill>
              <a:latin typeface="NotoSansEthiopic"/>
            </a:endParaRPr>
          </a:p>
        </p:txBody>
      </p:sp>
    </p:spTree>
    <p:extLst>
      <p:ext uri="{BB962C8B-B14F-4D97-AF65-F5344CB8AC3E}">
        <p14:creationId xmlns:p14="http://schemas.microsoft.com/office/powerpoint/2010/main" val="3019131402"/>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D0E2454-242B-4A17-B572-1809BBF16F2D}"/>
              </a:ext>
            </a:extLst>
          </p:cNvPr>
          <p:cNvSpPr>
            <a:spLocks noGrp="1"/>
          </p:cNvSpPr>
          <p:nvPr>
            <p:ph idx="1"/>
          </p:nvPr>
        </p:nvSpPr>
        <p:spPr>
          <a:xfrm>
            <a:off x="0" y="1"/>
            <a:ext cx="12192000" cy="6858000"/>
          </a:xfrm>
        </p:spPr>
        <p:txBody>
          <a:bodyPr>
            <a:noAutofit/>
          </a:bodyPr>
          <a:lstStyle/>
          <a:p>
            <a:pPr marL="0" indent="0">
              <a:buNone/>
            </a:pPr>
            <a:r>
              <a:rPr lang="am-ET" sz="6000" dirty="0">
                <a:solidFill>
                  <a:srgbClr val="FF0000"/>
                </a:solidFill>
              </a:rPr>
              <a:t>ይ.ካ. </a:t>
            </a:r>
            <a:r>
              <a:rPr lang="am-ET" sz="6000" dirty="0"/>
              <a:t>እግዚአብሔር ከሁላችን ጋር ይሁን፡፡</a:t>
            </a:r>
          </a:p>
          <a:p>
            <a:pPr marL="0" indent="0">
              <a:buNone/>
            </a:pPr>
            <a:r>
              <a:rPr lang="am-ET" sz="6000" dirty="0">
                <a:solidFill>
                  <a:srgbClr val="FF0000"/>
                </a:solidFill>
              </a:rPr>
              <a:t>ይ.ሕ. </a:t>
            </a:r>
            <a:r>
              <a:rPr lang="am-ET" sz="6000" dirty="0"/>
              <a:t>ከመንፈስህም ጋር፡፡</a:t>
            </a:r>
          </a:p>
          <a:p>
            <a:pPr marL="0" indent="0">
              <a:buNone/>
            </a:pPr>
            <a:r>
              <a:rPr lang="am-ET" sz="6000" dirty="0">
                <a:solidFill>
                  <a:srgbClr val="FF0000"/>
                </a:solidFill>
              </a:rPr>
              <a:t>ይ.ካ. </a:t>
            </a:r>
            <a:r>
              <a:rPr lang="am-ET" sz="6000" dirty="0"/>
              <a:t>አምላካችንን አመስግኑት</a:t>
            </a:r>
          </a:p>
          <a:p>
            <a:pPr marL="0" indent="0">
              <a:buNone/>
            </a:pPr>
            <a:r>
              <a:rPr lang="am-ET" sz="6000" dirty="0">
                <a:solidFill>
                  <a:srgbClr val="FF0000"/>
                </a:solidFill>
              </a:rPr>
              <a:t>ይ.ሕ. </a:t>
            </a:r>
            <a:r>
              <a:rPr lang="am-ET" sz="6000" dirty="0"/>
              <a:t>እውነት ነው ይገባል፡፡</a:t>
            </a:r>
          </a:p>
          <a:p>
            <a:pPr marL="0" indent="0">
              <a:buNone/>
            </a:pPr>
            <a:r>
              <a:rPr lang="am-ET" sz="6000" dirty="0">
                <a:solidFill>
                  <a:srgbClr val="FF0000"/>
                </a:solidFill>
              </a:rPr>
              <a:t>ይ.ካ. </a:t>
            </a:r>
            <a:r>
              <a:rPr lang="am-ET" sz="6000" dirty="0"/>
              <a:t>ልባችሁን ከፍ አድርጉ፡፡</a:t>
            </a:r>
          </a:p>
          <a:p>
            <a:pPr marL="0" indent="0">
              <a:buNone/>
            </a:pPr>
            <a:r>
              <a:rPr lang="am-ET" sz="6000" dirty="0">
                <a:solidFill>
                  <a:srgbClr val="FF0000"/>
                </a:solidFill>
              </a:rPr>
              <a:t>ይ.ሕ. </a:t>
            </a:r>
            <a:r>
              <a:rPr lang="am-ET" sz="6000" dirty="0"/>
              <a:t>ልባችን በአምላካችን በእግዚአብሔር ዘንድ ነው፡፡</a:t>
            </a:r>
          </a:p>
        </p:txBody>
      </p:sp>
    </p:spTree>
    <p:extLst>
      <p:ext uri="{BB962C8B-B14F-4D97-AF65-F5344CB8AC3E}">
        <p14:creationId xmlns:p14="http://schemas.microsoft.com/office/powerpoint/2010/main" val="3973999093"/>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D0E2454-242B-4A17-B572-1809BBF16F2D}"/>
              </a:ext>
            </a:extLst>
          </p:cNvPr>
          <p:cNvSpPr>
            <a:spLocks noGrp="1"/>
          </p:cNvSpPr>
          <p:nvPr>
            <p:ph idx="1"/>
          </p:nvPr>
        </p:nvSpPr>
        <p:spPr>
          <a:xfrm>
            <a:off x="0" y="1"/>
            <a:ext cx="12192000" cy="6858000"/>
          </a:xfrm>
        </p:spPr>
        <p:txBody>
          <a:bodyPr>
            <a:noAutofit/>
          </a:bodyPr>
          <a:lstStyle/>
          <a:p>
            <a:pPr marL="0" indent="0">
              <a:buNone/>
            </a:pPr>
            <a:r>
              <a:rPr lang="am-ET" sz="7200" dirty="0">
                <a:solidFill>
                  <a:srgbClr val="FF0000"/>
                </a:solidFill>
              </a:rPr>
              <a:t>ይ.ካ. </a:t>
            </a:r>
            <a:r>
              <a:rPr lang="en-US" sz="7200" dirty="0" err="1"/>
              <a:t>በኋለኛው</a:t>
            </a:r>
            <a:r>
              <a:rPr lang="en-US" sz="7200" dirty="0"/>
              <a:t> </a:t>
            </a:r>
            <a:r>
              <a:rPr lang="en-US" sz="7200" dirty="0" err="1"/>
              <a:t>ዘመን</a:t>
            </a:r>
            <a:r>
              <a:rPr lang="en-US" sz="7200" dirty="0"/>
              <a:t> </a:t>
            </a:r>
            <a:r>
              <a:rPr lang="en-US" sz="7200" dirty="0" err="1"/>
              <a:t>አዳኝና</a:t>
            </a:r>
            <a:r>
              <a:rPr lang="en-US" sz="7200" dirty="0"/>
              <a:t> </a:t>
            </a:r>
            <a:r>
              <a:rPr lang="en-US" sz="7200" dirty="0" err="1"/>
              <a:t>ታዳጊ</a:t>
            </a:r>
            <a:r>
              <a:rPr lang="en-US" sz="7200" dirty="0"/>
              <a:t> </a:t>
            </a:r>
            <a:r>
              <a:rPr lang="en-US" sz="7200" dirty="0" err="1"/>
              <a:t>የምክርህም</a:t>
            </a:r>
            <a:r>
              <a:rPr lang="en-US" sz="7200" dirty="0"/>
              <a:t> </a:t>
            </a:r>
            <a:r>
              <a:rPr lang="en-US" sz="7200" dirty="0" err="1"/>
              <a:t>መልእክተኛ</a:t>
            </a:r>
            <a:r>
              <a:rPr lang="en-US" sz="7200" dirty="0"/>
              <a:t> </a:t>
            </a:r>
            <a:r>
              <a:rPr lang="en-US" sz="7200" dirty="0" err="1"/>
              <a:t>የሆነውን</a:t>
            </a:r>
            <a:r>
              <a:rPr lang="en-US" sz="7200" dirty="0"/>
              <a:t> </a:t>
            </a:r>
            <a:r>
              <a:rPr lang="en-US" sz="7200" dirty="0" err="1"/>
              <a:t>ልጅህን</a:t>
            </a:r>
            <a:r>
              <a:rPr lang="en-US" sz="7200" dirty="0"/>
              <a:t> </a:t>
            </a:r>
            <a:r>
              <a:rPr lang="en-US" sz="7200" dirty="0" err="1"/>
              <a:t>የላክልን</a:t>
            </a:r>
            <a:r>
              <a:rPr lang="en-US" sz="7200" dirty="0"/>
              <a:t> </a:t>
            </a:r>
            <a:r>
              <a:rPr lang="en-US" sz="7200" dirty="0" err="1"/>
              <a:t>ጌታ</a:t>
            </a:r>
            <a:r>
              <a:rPr lang="en-US" sz="7200" dirty="0"/>
              <a:t> </a:t>
            </a:r>
            <a:r>
              <a:rPr lang="en-US" sz="7200" dirty="0" err="1"/>
              <a:t>ሆይ</a:t>
            </a:r>
            <a:r>
              <a:rPr lang="en-US" sz="7200" dirty="0"/>
              <a:t> </a:t>
            </a:r>
            <a:r>
              <a:rPr lang="en-US" sz="7200" dirty="0" err="1"/>
              <a:t>በተወደደው</a:t>
            </a:r>
            <a:r>
              <a:rPr lang="en-US" sz="7200" dirty="0"/>
              <a:t> </a:t>
            </a:r>
            <a:r>
              <a:rPr lang="en-US" sz="7200" dirty="0" err="1"/>
              <a:t>ልጅህ</a:t>
            </a:r>
            <a:r>
              <a:rPr lang="en-US" sz="7200" dirty="0"/>
              <a:t> </a:t>
            </a:r>
            <a:r>
              <a:rPr lang="en-US" sz="7200" dirty="0" err="1"/>
              <a:t>በጌታችን</a:t>
            </a:r>
            <a:r>
              <a:rPr lang="en-US" sz="7200" dirty="0"/>
              <a:t> </a:t>
            </a:r>
            <a:r>
              <a:rPr lang="en-US" sz="7200" dirty="0" err="1"/>
              <a:t>በኢየሱስ</a:t>
            </a:r>
            <a:r>
              <a:rPr lang="en-US" sz="7200" dirty="0"/>
              <a:t> </a:t>
            </a:r>
            <a:r>
              <a:rPr lang="en-US" sz="7200" dirty="0" err="1"/>
              <a:t>ክርስቶስ</a:t>
            </a:r>
            <a:r>
              <a:rPr lang="en-US" sz="7200" dirty="0"/>
              <a:t> </a:t>
            </a:r>
            <a:r>
              <a:rPr lang="en-US" sz="7200" dirty="0" err="1"/>
              <a:t>እናመሰግንሃልን</a:t>
            </a:r>
            <a:r>
              <a:rPr lang="en-US" sz="7200" dirty="0"/>
              <a:t> </a:t>
            </a:r>
            <a:r>
              <a:rPr lang="en-US" sz="7200" dirty="0" err="1"/>
              <a:t>ይህ</a:t>
            </a:r>
            <a:r>
              <a:rPr lang="en-US" sz="7200" dirty="0"/>
              <a:t> </a:t>
            </a:r>
            <a:r>
              <a:rPr lang="en-US" sz="7200" dirty="0" err="1"/>
              <a:t>ቃል</a:t>
            </a:r>
            <a:r>
              <a:rPr lang="en-US" sz="7200" dirty="0"/>
              <a:t> </a:t>
            </a:r>
            <a:r>
              <a:rPr lang="en-US" sz="7200" dirty="0" err="1"/>
              <a:t>ካንተ</a:t>
            </a:r>
            <a:r>
              <a:rPr lang="en-US" sz="7200" dirty="0"/>
              <a:t> </a:t>
            </a:r>
            <a:r>
              <a:rPr lang="en-US" sz="7200" dirty="0" err="1"/>
              <a:t>የተገኘ</a:t>
            </a:r>
            <a:r>
              <a:rPr lang="en-US" sz="7200" dirty="0"/>
              <a:t> </a:t>
            </a:r>
            <a:r>
              <a:rPr lang="en-US" sz="7200" dirty="0" err="1"/>
              <a:t>ነው</a:t>
            </a:r>
            <a:r>
              <a:rPr lang="en-US" sz="7200" dirty="0"/>
              <a:t> </a:t>
            </a:r>
            <a:r>
              <a:rPr lang="en-US" sz="7200" dirty="0" err="1"/>
              <a:t>በርሱም</a:t>
            </a:r>
            <a:r>
              <a:rPr lang="en-US" sz="7200" dirty="0"/>
              <a:t> </a:t>
            </a:r>
            <a:r>
              <a:rPr lang="en-US" sz="7200" dirty="0" err="1"/>
              <a:t>ሁሉን</a:t>
            </a:r>
            <a:r>
              <a:rPr lang="en-US" sz="7200" dirty="0"/>
              <a:t> </a:t>
            </a:r>
            <a:r>
              <a:rPr lang="en-US" sz="7200" dirty="0" err="1"/>
              <a:t>በፈቃድህ</a:t>
            </a:r>
            <a:r>
              <a:rPr lang="en-US" sz="7200" dirty="0"/>
              <a:t> </a:t>
            </a:r>
            <a:r>
              <a:rPr lang="en-US" sz="7200" dirty="0" err="1"/>
              <a:t>አደረግህ</a:t>
            </a:r>
            <a:r>
              <a:rPr lang="en-US" sz="7200" dirty="0"/>
              <a:t>።</a:t>
            </a:r>
            <a:endParaRPr lang="am-ET" sz="7200" dirty="0"/>
          </a:p>
        </p:txBody>
      </p:sp>
    </p:spTree>
    <p:extLst>
      <p:ext uri="{BB962C8B-B14F-4D97-AF65-F5344CB8AC3E}">
        <p14:creationId xmlns:p14="http://schemas.microsoft.com/office/powerpoint/2010/main" val="4191778982"/>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D0E2454-242B-4A17-B572-1809BBF16F2D}"/>
                  </a:ext>
                </a:extLst>
              </p:cNvPr>
              <p:cNvSpPr>
                <a:spLocks noGrp="1"/>
              </p:cNvSpPr>
              <p:nvPr>
                <p:ph idx="1"/>
              </p:nvPr>
            </p:nvSpPr>
            <p:spPr>
              <a:xfrm>
                <a:off x="0" y="1"/>
                <a:ext cx="12192000" cy="6858000"/>
              </a:xfrm>
            </p:spPr>
            <p:txBody>
              <a:bodyPr>
                <a:noAutofit/>
              </a:bodyPr>
              <a:lstStyle/>
              <a:p>
                <a:pPr marL="0" indent="0" algn="ctr">
                  <a:buNone/>
                </a:pPr>
                <a:r>
                  <a:rPr lang="am-ET" sz="7200" dirty="0">
                    <a:solidFill>
                      <a:srgbClr val="FF0000"/>
                    </a:solidFill>
                  </a:rPr>
                  <a:t>ይ.</a:t>
                </a:r>
                <a:r>
                  <a:rPr lang="en-US" sz="7200" dirty="0">
                    <a:solidFill>
                      <a:srgbClr val="FF0000"/>
                    </a:solidFill>
                  </a:rPr>
                  <a:t>ዲ</a:t>
                </a:r>
                <a:r>
                  <a:rPr lang="am-ET" sz="7200" dirty="0">
                    <a:solidFill>
                      <a:srgbClr val="FF0000"/>
                    </a:solidFill>
                  </a:rPr>
                  <a:t>. </a:t>
                </a:r>
                <a:r>
                  <a:rPr lang="en-US" sz="6600" dirty="0" err="1"/>
                  <a:t>ስለ</a:t>
                </a:r>
                <a:r>
                  <a:rPr lang="en-US" sz="6600" dirty="0"/>
                  <a:t> </a:t>
                </a:r>
                <a:r>
                  <a:rPr lang="en-US" sz="6600" dirty="0" err="1"/>
                  <a:t>ብፁዕና</a:t>
                </a:r>
                <a:r>
                  <a:rPr lang="en-US" sz="6600" dirty="0"/>
                  <a:t> </a:t>
                </a:r>
                <a:r>
                  <a:rPr lang="en-US" sz="6600" dirty="0" err="1"/>
                  <a:t>ቅዱስ</a:t>
                </a:r>
                <a:r>
                  <a:rPr lang="en-US" sz="6600" dirty="0"/>
                  <a:t> </a:t>
                </a:r>
                <a:r>
                  <a:rPr lang="en-US" sz="6600" dirty="0" err="1"/>
                  <a:t>ርእሰ</a:t>
                </a:r>
                <a:r>
                  <a:rPr lang="en-US" sz="6600" dirty="0"/>
                  <a:t> </a:t>
                </a:r>
                <a:r>
                  <a:rPr lang="en-US" sz="6600" dirty="0" err="1"/>
                  <a:t>ሊቃነ</a:t>
                </a:r>
                <a:r>
                  <a:rPr lang="en-US" sz="6600" dirty="0"/>
                  <a:t> </a:t>
                </a:r>
                <a:r>
                  <a:rPr lang="en-US" sz="6600" dirty="0" err="1"/>
                  <a:t>ጳጳሳት</a:t>
                </a:r>
                <a:r>
                  <a:rPr lang="en-US" sz="6600" dirty="0"/>
                  <a:t> </a:t>
                </a:r>
                <a:r>
                  <a:rPr lang="en-US" sz="6600" dirty="0" err="1"/>
                  <a:t>አቡነ</a:t>
                </a:r>
                <a:r>
                  <a:rPr lang="en-US" sz="6600" dirty="0"/>
                  <a:t>  </a:t>
                </a:r>
                <a:r>
                  <a:rPr lang="en-US" sz="6600" dirty="0" err="1"/>
                  <a:t>ሊዮ</a:t>
                </a:r>
                <a:r>
                  <a:rPr lang="en-US" sz="6600" dirty="0"/>
                  <a:t> </a:t>
                </a:r>
                <a14:m>
                  <m:oMath xmlns:m="http://schemas.openxmlformats.org/officeDocument/2006/math">
                    <m:r>
                      <a:rPr lang="en-US" sz="6600" b="0" i="1" smtClean="0">
                        <a:latin typeface="Cambria Math"/>
                      </a:rPr>
                      <m:t>14</m:t>
                    </m:r>
                    <m:r>
                      <a:rPr lang="en-US" sz="6600" b="0" i="1" smtClean="0">
                        <a:latin typeface="Cambria Math"/>
                      </a:rPr>
                      <m:t> </m:t>
                    </m:r>
                  </m:oMath>
                </a14:m>
                <a:r>
                  <a:rPr lang="en-US" sz="6600" dirty="0" err="1"/>
                  <a:t>ስለ</a:t>
                </a:r>
                <a:r>
                  <a:rPr lang="en-US" sz="6600" dirty="0"/>
                  <a:t> </a:t>
                </a:r>
                <a:r>
                  <a:rPr lang="en-US" sz="6600" dirty="0" err="1"/>
                  <a:t>ብፁዕ</a:t>
                </a:r>
                <a:r>
                  <a:rPr lang="en-US" sz="6600" dirty="0"/>
                  <a:t> </a:t>
                </a:r>
                <a:r>
                  <a:rPr lang="en-US" sz="6600" dirty="0" err="1"/>
                  <a:t>ጳጳሳችንም</a:t>
                </a:r>
                <a:r>
                  <a:rPr lang="en-US" sz="6600" dirty="0"/>
                  <a:t> </a:t>
                </a:r>
                <a:r>
                  <a:rPr lang="en-US" sz="6600" dirty="0" err="1"/>
                  <a:t>አቡነ</a:t>
                </a:r>
                <a:r>
                  <a:rPr lang="en-US" sz="6600" dirty="0"/>
                  <a:t> </a:t>
                </a:r>
                <a:r>
                  <a:rPr lang="en-US" sz="6600" dirty="0" err="1"/>
                  <a:t>ብርሐነየሱስ</a:t>
                </a:r>
                <a:r>
                  <a:rPr lang="en-US" sz="6600" dirty="0"/>
                  <a:t> </a:t>
                </a:r>
                <a:r>
                  <a:rPr lang="en-US" sz="6600" dirty="0" err="1"/>
                  <a:t>የአምላክ</a:t>
                </a:r>
                <a:r>
                  <a:rPr lang="en-US" sz="6600" dirty="0"/>
                  <a:t> </a:t>
                </a:r>
                <a:r>
                  <a:rPr lang="en-US" sz="6600" dirty="0" err="1"/>
                  <a:t>እናት</a:t>
                </a:r>
                <a:r>
                  <a:rPr lang="en-US" sz="6600" dirty="0"/>
                  <a:t> </a:t>
                </a:r>
                <a:r>
                  <a:rPr lang="en-US" sz="6600" dirty="0" err="1"/>
                  <a:t>ቅድስት</a:t>
                </a:r>
                <a:r>
                  <a:rPr lang="en-US" sz="6600" dirty="0"/>
                  <a:t> </a:t>
                </a:r>
                <a:r>
                  <a:rPr lang="en-US" sz="6600" dirty="0" err="1"/>
                  <a:t>ማርያምና</a:t>
                </a:r>
                <a:r>
                  <a:rPr lang="en-US" sz="6600" dirty="0"/>
                  <a:t> </a:t>
                </a:r>
                <a:r>
                  <a:rPr lang="en-US" sz="6600" dirty="0" err="1"/>
                  <a:t>የቅዱሳን</a:t>
                </a:r>
                <a:r>
                  <a:rPr lang="en-US" sz="6600" dirty="0"/>
                  <a:t> </a:t>
                </a:r>
                <a:r>
                  <a:rPr lang="en-US" sz="6600" dirty="0" err="1"/>
                  <a:t>አባቶችን</a:t>
                </a:r>
                <a:r>
                  <a:rPr lang="en-US" sz="6600" dirty="0"/>
                  <a:t> </a:t>
                </a:r>
                <a:r>
                  <a:rPr lang="en-US" sz="6600" dirty="0" err="1"/>
                  <a:t>የካህኑን</a:t>
                </a:r>
                <a:r>
                  <a:rPr lang="en-US" sz="6600" dirty="0"/>
                  <a:t> </a:t>
                </a:r>
                <a:r>
                  <a:rPr lang="en-US" sz="6600" dirty="0" err="1"/>
                  <a:t>የዘካርያስን</a:t>
                </a:r>
                <a:r>
                  <a:rPr lang="en-US" sz="6600" dirty="0"/>
                  <a:t> </a:t>
                </a:r>
                <a:r>
                  <a:rPr lang="en-US" sz="6600" dirty="0" err="1"/>
                  <a:t>የመጥምቁ</a:t>
                </a:r>
                <a:r>
                  <a:rPr lang="en-US" sz="6600" dirty="0"/>
                  <a:t> </a:t>
                </a:r>
                <a:r>
                  <a:rPr lang="en-US" sz="6600" dirty="0" err="1"/>
                  <a:t>ዮሐንስን</a:t>
                </a:r>
                <a:r>
                  <a:rPr lang="en-US" sz="6600" dirty="0"/>
                  <a:t> </a:t>
                </a:r>
                <a:r>
                  <a:rPr lang="en-US" sz="6600" dirty="0" err="1"/>
                  <a:t>የሐዋርያትና</a:t>
                </a:r>
                <a:r>
                  <a:rPr lang="en-US" sz="6600" dirty="0"/>
                  <a:t> </a:t>
                </a:r>
                <a:r>
                  <a:rPr lang="en-US" sz="6600" dirty="0" err="1"/>
                  <a:t>የወንጌላውያንንና</a:t>
                </a:r>
                <a:r>
                  <a:rPr lang="en-US" sz="6600" dirty="0"/>
                  <a:t> </a:t>
                </a:r>
                <a:r>
                  <a:rPr lang="en-US" sz="6600" dirty="0" err="1"/>
                  <a:t>የሰማዕታትንም</a:t>
                </a:r>
                <a:r>
                  <a:rPr lang="en-US" sz="6600" dirty="0"/>
                  <a:t> </a:t>
                </a:r>
                <a:r>
                  <a:rPr lang="en-US" sz="6600" dirty="0" err="1"/>
                  <a:t>ሁሉ</a:t>
                </a:r>
                <a:r>
                  <a:rPr lang="en-US" sz="6600" dirty="0"/>
                  <a:t> </a:t>
                </a:r>
                <a:r>
                  <a:rPr lang="en-US" sz="6600" dirty="0" err="1"/>
                  <a:t>አማላጅነታቸውንም</a:t>
                </a:r>
                <a:r>
                  <a:rPr lang="en-US" sz="6600" dirty="0"/>
                  <a:t> </a:t>
                </a:r>
                <a:r>
                  <a:rPr lang="en-US" sz="6600" dirty="0" err="1"/>
                  <a:t>እንለምናለን</a:t>
                </a:r>
                <a:r>
                  <a:rPr lang="en-US" sz="6600" dirty="0"/>
                  <a:t>።</a:t>
                </a:r>
                <a:endParaRPr lang="am-ET" sz="7200" dirty="0"/>
              </a:p>
            </p:txBody>
          </p:sp>
        </mc:Choice>
        <mc:Fallback xmlns="">
          <p:sp>
            <p:nvSpPr>
              <p:cNvPr id="3" name="Content Placeholder 2">
                <a:extLst>
                  <a:ext uri="{FF2B5EF4-FFF2-40B4-BE49-F238E27FC236}">
                    <a16:creationId xmlns="" xmlns:a16="http://schemas.microsoft.com/office/drawing/2014/main" id="{CD0E2454-242B-4A17-B572-1809BBF16F2D}"/>
                  </a:ext>
                </a:extLst>
              </p:cNvPr>
              <p:cNvSpPr>
                <a:spLocks noGrp="1" noRot="1" noChangeAspect="1" noMove="1" noResize="1" noEditPoints="1" noAdjustHandles="1" noChangeArrowheads="1" noChangeShapeType="1" noTextEdit="1"/>
              </p:cNvSpPr>
              <p:nvPr>
                <p:ph idx="1"/>
              </p:nvPr>
            </p:nvSpPr>
            <p:spPr>
              <a:xfrm>
                <a:off x="0" y="1"/>
                <a:ext cx="12192000" cy="6858000"/>
              </a:xfrm>
              <a:blipFill rotWithShape="1">
                <a:blip r:embed="rId2"/>
                <a:stretch>
                  <a:fillRect l="-1750" t="-4978" r="-2850" b="-1689"/>
                </a:stretch>
              </a:blipFill>
            </p:spPr>
            <p:txBody>
              <a:bodyPr/>
              <a:lstStyle/>
              <a:p>
                <a:r>
                  <a:rPr lang="en-US">
                    <a:noFill/>
                  </a:rPr>
                  <a:t> </a:t>
                </a:r>
              </a:p>
            </p:txBody>
          </p:sp>
        </mc:Fallback>
      </mc:AlternateContent>
    </p:spTree>
    <p:extLst>
      <p:ext uri="{BB962C8B-B14F-4D97-AF65-F5344CB8AC3E}">
        <p14:creationId xmlns:p14="http://schemas.microsoft.com/office/powerpoint/2010/main" val="177655383"/>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D0E2454-242B-4A17-B572-1809BBF16F2D}"/>
              </a:ext>
            </a:extLst>
          </p:cNvPr>
          <p:cNvSpPr>
            <a:spLocks noGrp="1"/>
          </p:cNvSpPr>
          <p:nvPr>
            <p:ph idx="1"/>
          </p:nvPr>
        </p:nvSpPr>
        <p:spPr>
          <a:xfrm>
            <a:off x="0" y="1"/>
            <a:ext cx="12192000" cy="6858000"/>
          </a:xfrm>
        </p:spPr>
        <p:txBody>
          <a:bodyPr>
            <a:noAutofit/>
          </a:bodyPr>
          <a:lstStyle/>
          <a:p>
            <a:pPr marL="0" indent="0" algn="ctr">
              <a:buNone/>
            </a:pPr>
            <a:r>
              <a:rPr lang="en-US" sz="6600" dirty="0" err="1"/>
              <a:t>ጌታ</a:t>
            </a:r>
            <a:r>
              <a:rPr lang="en-US" sz="6600" dirty="0"/>
              <a:t> </a:t>
            </a:r>
            <a:r>
              <a:rPr lang="en-US" sz="6600" dirty="0" err="1"/>
              <a:t>ሆይ</a:t>
            </a:r>
            <a:r>
              <a:rPr lang="en-US" sz="6600" dirty="0"/>
              <a:t> </a:t>
            </a:r>
            <a:r>
              <a:rPr lang="en-US" sz="6600" dirty="0" err="1"/>
              <a:t>የሁሉም</a:t>
            </a:r>
            <a:r>
              <a:rPr lang="en-US" sz="6600" dirty="0"/>
              <a:t> </a:t>
            </a:r>
            <a:r>
              <a:rPr lang="en-US" sz="6600" dirty="0" err="1"/>
              <a:t>ጸሎት</a:t>
            </a:r>
            <a:r>
              <a:rPr lang="en-US" sz="6600" dirty="0"/>
              <a:t> </a:t>
            </a:r>
            <a:r>
              <a:rPr lang="en-US" sz="6600" dirty="0" err="1"/>
              <a:t>ይድረሰን</a:t>
            </a:r>
            <a:r>
              <a:rPr lang="en-US" sz="6600" dirty="0"/>
              <a:t> </a:t>
            </a:r>
            <a:r>
              <a:rPr lang="en-US" sz="6600" dirty="0" err="1"/>
              <a:t>እኛንም</a:t>
            </a:r>
            <a:r>
              <a:rPr lang="en-US" sz="6600" dirty="0"/>
              <a:t> </a:t>
            </a:r>
            <a:r>
              <a:rPr lang="en-US" sz="6600" dirty="0" err="1"/>
              <a:t>ከነሱ</a:t>
            </a:r>
            <a:r>
              <a:rPr lang="en-US" sz="6600" dirty="0"/>
              <a:t> </a:t>
            </a:r>
            <a:r>
              <a:rPr lang="en-US" sz="6600" dirty="0" err="1"/>
              <a:t>ጋር</a:t>
            </a:r>
            <a:r>
              <a:rPr lang="en-US" sz="6600" dirty="0"/>
              <a:t> </a:t>
            </a:r>
            <a:r>
              <a:rPr lang="en-US" sz="6600" dirty="0" err="1"/>
              <a:t>ጎብኘን</a:t>
            </a:r>
            <a:r>
              <a:rPr lang="en-US" sz="6600" dirty="0"/>
              <a:t> </a:t>
            </a:r>
            <a:r>
              <a:rPr lang="en-US" sz="6600" dirty="0" err="1"/>
              <a:t>በሰላምና</a:t>
            </a:r>
            <a:r>
              <a:rPr lang="en-US" sz="6600" dirty="0"/>
              <a:t> </a:t>
            </a:r>
            <a:r>
              <a:rPr lang="en-US" sz="6600" dirty="0" err="1"/>
              <a:t>በክርስቶስ</a:t>
            </a:r>
            <a:r>
              <a:rPr lang="en-US" sz="6600" dirty="0"/>
              <a:t> </a:t>
            </a:r>
            <a:r>
              <a:rPr lang="en-US" sz="6600" dirty="0" err="1"/>
              <a:t>ክቡር</a:t>
            </a:r>
            <a:r>
              <a:rPr lang="en-US" sz="6600" dirty="0"/>
              <a:t> </a:t>
            </a:r>
            <a:r>
              <a:rPr lang="en-US" sz="6600" dirty="0" err="1"/>
              <a:t>ደም</a:t>
            </a:r>
            <a:r>
              <a:rPr lang="en-US" sz="6600" dirty="0"/>
              <a:t> </a:t>
            </a:r>
            <a:r>
              <a:rPr lang="en-US" sz="6600" dirty="0" err="1"/>
              <a:t>የተሰራችውን</a:t>
            </a:r>
            <a:r>
              <a:rPr lang="en-US" sz="6600" dirty="0"/>
              <a:t> </a:t>
            </a:r>
            <a:r>
              <a:rPr lang="en-US" sz="6600" dirty="0" err="1"/>
              <a:t>የሐዋርያት</a:t>
            </a:r>
            <a:r>
              <a:rPr lang="en-US" sz="6600" dirty="0"/>
              <a:t> </a:t>
            </a:r>
            <a:r>
              <a:rPr lang="en-US" sz="6600" dirty="0" err="1"/>
              <a:t>ቤተክርስቲያንን</a:t>
            </a:r>
            <a:r>
              <a:rPr lang="en-US" sz="6600" dirty="0"/>
              <a:t> </a:t>
            </a:r>
            <a:r>
              <a:rPr lang="en-US" sz="6600" dirty="0" err="1"/>
              <a:t>አስታውስ</a:t>
            </a:r>
            <a:r>
              <a:rPr lang="en-US" sz="6600" dirty="0"/>
              <a:t> </a:t>
            </a:r>
            <a:r>
              <a:rPr lang="en-US" sz="6600" dirty="0" err="1"/>
              <a:t>በእውነት</a:t>
            </a:r>
            <a:r>
              <a:rPr lang="en-US" sz="6600" dirty="0"/>
              <a:t> </a:t>
            </a:r>
            <a:r>
              <a:rPr lang="en-US" sz="6600" dirty="0" err="1"/>
              <a:t>የቃልህን</a:t>
            </a:r>
            <a:r>
              <a:rPr lang="en-US" sz="6600" dirty="0"/>
              <a:t> </a:t>
            </a:r>
            <a:r>
              <a:rPr lang="en-US" sz="6600" dirty="0" err="1"/>
              <a:t>መንገድ</a:t>
            </a:r>
            <a:r>
              <a:rPr lang="en-US" sz="6600" dirty="0"/>
              <a:t> </a:t>
            </a:r>
            <a:r>
              <a:rPr lang="en-US" sz="6600" dirty="0" err="1"/>
              <a:t>የሚያቃኑትን</a:t>
            </a:r>
            <a:r>
              <a:rPr lang="en-US" sz="6600" dirty="0"/>
              <a:t> </a:t>
            </a:r>
            <a:r>
              <a:rPr lang="en-US" sz="6600" dirty="0" err="1"/>
              <a:t>ሁሉ</a:t>
            </a:r>
            <a:r>
              <a:rPr lang="en-US" sz="6600" dirty="0"/>
              <a:t> </a:t>
            </a:r>
            <a:r>
              <a:rPr lang="en-US" sz="6600" dirty="0" err="1"/>
              <a:t>ሊቃነ</a:t>
            </a:r>
            <a:r>
              <a:rPr lang="en-US" sz="6600" dirty="0"/>
              <a:t> </a:t>
            </a:r>
            <a:r>
              <a:rPr lang="en-US" sz="6600" dirty="0" err="1"/>
              <a:t>ጳጳሳትና</a:t>
            </a:r>
            <a:r>
              <a:rPr lang="en-US" sz="6600" dirty="0"/>
              <a:t> </a:t>
            </a:r>
            <a:r>
              <a:rPr lang="en-US" sz="6600" dirty="0" err="1"/>
              <a:t>ጳጳሳትን</a:t>
            </a:r>
            <a:r>
              <a:rPr lang="en-US" sz="6600" dirty="0"/>
              <a:t> </a:t>
            </a:r>
            <a:r>
              <a:rPr lang="en-US" sz="6600" dirty="0" err="1"/>
              <a:t>ኤጲስ</a:t>
            </a:r>
            <a:r>
              <a:rPr lang="en-US" sz="6600" dirty="0"/>
              <a:t> </a:t>
            </a:r>
            <a:r>
              <a:rPr lang="en-US" sz="6600" dirty="0" err="1"/>
              <a:t>ቆጶሳትና</a:t>
            </a:r>
            <a:r>
              <a:rPr lang="en-US" sz="6600" dirty="0"/>
              <a:t> </a:t>
            </a:r>
            <a:r>
              <a:rPr lang="en-US" sz="6600" dirty="0" err="1"/>
              <a:t>ቀሳውስትንና</a:t>
            </a:r>
            <a:r>
              <a:rPr lang="en-US" sz="6600" dirty="0"/>
              <a:t> </a:t>
            </a:r>
            <a:r>
              <a:rPr lang="en-US" sz="6600" dirty="0" err="1"/>
              <a:t>ዲያቆናትን</a:t>
            </a:r>
            <a:r>
              <a:rPr lang="en-US" sz="6600" dirty="0"/>
              <a:t> </a:t>
            </a:r>
            <a:r>
              <a:rPr lang="en-US" sz="6600" dirty="0" err="1"/>
              <a:t>አስታውስ</a:t>
            </a:r>
            <a:r>
              <a:rPr lang="en-US" sz="6600" dirty="0"/>
              <a:t>።</a:t>
            </a:r>
            <a:endParaRPr lang="am-ET" sz="7200" dirty="0"/>
          </a:p>
        </p:txBody>
      </p:sp>
    </p:spTree>
    <p:extLst>
      <p:ext uri="{BB962C8B-B14F-4D97-AF65-F5344CB8AC3E}">
        <p14:creationId xmlns:p14="http://schemas.microsoft.com/office/powerpoint/2010/main" val="1480752938"/>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D0E2454-242B-4A17-B572-1809BBF16F2D}"/>
              </a:ext>
            </a:extLst>
          </p:cNvPr>
          <p:cNvSpPr>
            <a:spLocks noGrp="1"/>
          </p:cNvSpPr>
          <p:nvPr>
            <p:ph idx="1"/>
          </p:nvPr>
        </p:nvSpPr>
        <p:spPr>
          <a:xfrm>
            <a:off x="0" y="1"/>
            <a:ext cx="12192000" cy="6858000"/>
          </a:xfrm>
        </p:spPr>
        <p:txBody>
          <a:bodyPr>
            <a:noAutofit/>
          </a:bodyPr>
          <a:lstStyle/>
          <a:p>
            <a:pPr marL="0" indent="0">
              <a:buNone/>
            </a:pPr>
            <a:r>
              <a:rPr lang="am-ET" sz="4800" dirty="0"/>
              <a:t>ይ.ን.ዲ. ጌታ ሆይ በሞት ከዚህ ዓለም የተለዩትን ሊቃነ፤ ጳጳሳትንና ጳጳሳትን፤ ኤጲስ ቆጶሳትን ካህናትን፤ ዲያቆናትንና ሕዝበ ክርስቲያንን ሁሉ ማራቸው፤ ይቅር በላቸው፡፡</a:t>
            </a:r>
          </a:p>
        </p:txBody>
      </p:sp>
    </p:spTree>
    <p:extLst>
      <p:ext uri="{BB962C8B-B14F-4D97-AF65-F5344CB8AC3E}">
        <p14:creationId xmlns:p14="http://schemas.microsoft.com/office/powerpoint/2010/main" val="2100773407"/>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D0E2454-242B-4A17-B572-1809BBF16F2D}"/>
              </a:ext>
            </a:extLst>
          </p:cNvPr>
          <p:cNvSpPr>
            <a:spLocks noGrp="1"/>
          </p:cNvSpPr>
          <p:nvPr>
            <p:ph idx="1"/>
          </p:nvPr>
        </p:nvSpPr>
        <p:spPr>
          <a:xfrm>
            <a:off x="0" y="1"/>
            <a:ext cx="12192000" cy="6858000"/>
          </a:xfrm>
        </p:spPr>
        <p:txBody>
          <a:bodyPr>
            <a:noAutofit/>
          </a:bodyPr>
          <a:lstStyle/>
          <a:p>
            <a:pPr marL="0" indent="0">
              <a:buNone/>
            </a:pPr>
            <a:r>
              <a:rPr lang="am-ET" sz="7000" dirty="0">
                <a:solidFill>
                  <a:srgbClr val="FF0000"/>
                </a:solidFill>
              </a:rPr>
              <a:t>ይ.ካ. </a:t>
            </a:r>
            <a:r>
              <a:rPr lang="am-ET" sz="7000" dirty="0"/>
              <a:t>የነዚህንም የሁሉንም ነፍስ አሳርፍ ይቅር በላቸው፤ </a:t>
            </a:r>
            <a:r>
              <a:rPr lang="en-US" sz="7000" dirty="0" err="1"/>
              <a:t>ልጅህን</a:t>
            </a:r>
            <a:r>
              <a:rPr lang="en-US" sz="7000" dirty="0"/>
              <a:t> </a:t>
            </a:r>
            <a:r>
              <a:rPr lang="en-US" sz="7000" dirty="0" err="1"/>
              <a:t>ከሰማይ</a:t>
            </a:r>
            <a:r>
              <a:rPr lang="en-US" sz="7000" dirty="0"/>
              <a:t> </a:t>
            </a:r>
            <a:r>
              <a:rPr lang="en-US" sz="7000" dirty="0" err="1"/>
              <a:t>ወደ</a:t>
            </a:r>
            <a:r>
              <a:rPr lang="en-US" sz="7000" dirty="0"/>
              <a:t> </a:t>
            </a:r>
            <a:r>
              <a:rPr lang="en-US" sz="7000" dirty="0" err="1"/>
              <a:t>ድንግል</a:t>
            </a:r>
            <a:r>
              <a:rPr lang="en-US" sz="7000" dirty="0"/>
              <a:t> </a:t>
            </a:r>
            <a:r>
              <a:rPr lang="en-US" sz="7000" dirty="0" err="1"/>
              <a:t>ላከው</a:t>
            </a:r>
            <a:r>
              <a:rPr lang="en-US" sz="7000" dirty="0"/>
              <a:t> </a:t>
            </a:r>
            <a:r>
              <a:rPr lang="en-US" sz="7000" dirty="0" err="1"/>
              <a:t>እርሱም</a:t>
            </a:r>
            <a:r>
              <a:rPr lang="en-US" sz="7000" dirty="0"/>
              <a:t> </a:t>
            </a:r>
            <a:r>
              <a:rPr lang="en-US" sz="7000" dirty="0" err="1"/>
              <a:t>ሥጋ</a:t>
            </a:r>
            <a:r>
              <a:rPr lang="en-US" sz="7000" dirty="0"/>
              <a:t> </a:t>
            </a:r>
            <a:r>
              <a:rPr lang="en-US" sz="7000" dirty="0" err="1"/>
              <a:t>ሆነ</a:t>
            </a:r>
            <a:r>
              <a:rPr lang="en-US" sz="7000" dirty="0"/>
              <a:t> </a:t>
            </a:r>
            <a:r>
              <a:rPr lang="en-US" sz="7000" dirty="0" err="1"/>
              <a:t>በማኅፀንም</a:t>
            </a:r>
            <a:r>
              <a:rPr lang="en-US" sz="7000" dirty="0"/>
              <a:t> </a:t>
            </a:r>
            <a:r>
              <a:rPr lang="en-US" sz="7000" dirty="0" err="1"/>
              <a:t>አደረ</a:t>
            </a:r>
            <a:r>
              <a:rPr lang="en-US" sz="7000" dirty="0"/>
              <a:t> </a:t>
            </a:r>
            <a:r>
              <a:rPr lang="en-US" sz="7000" dirty="0" err="1"/>
              <a:t>ልደቱም</a:t>
            </a:r>
            <a:r>
              <a:rPr lang="en-US" sz="7000" dirty="0"/>
              <a:t> </a:t>
            </a:r>
            <a:r>
              <a:rPr lang="en-US" sz="7000" dirty="0" err="1"/>
              <a:t>በመንፈስ</a:t>
            </a:r>
            <a:r>
              <a:rPr lang="en-US" sz="7000" dirty="0"/>
              <a:t> </a:t>
            </a:r>
            <a:r>
              <a:rPr lang="en-US" sz="7000" dirty="0" err="1"/>
              <a:t>ቅዱስ</a:t>
            </a:r>
            <a:r>
              <a:rPr lang="en-US" sz="7000" dirty="0"/>
              <a:t> </a:t>
            </a:r>
            <a:r>
              <a:rPr lang="en-US" sz="7000" dirty="0" err="1"/>
              <a:t>መሆኑ</a:t>
            </a:r>
            <a:r>
              <a:rPr lang="en-US" sz="7000" dirty="0"/>
              <a:t> </a:t>
            </a:r>
            <a:r>
              <a:rPr lang="en-US" sz="7000" dirty="0" err="1"/>
              <a:t>ታወቀ</a:t>
            </a:r>
            <a:r>
              <a:rPr lang="en-US" sz="7000" dirty="0"/>
              <a:t>።</a:t>
            </a:r>
          </a:p>
          <a:p>
            <a:pPr marL="0" indent="0">
              <a:buNone/>
            </a:pPr>
            <a:r>
              <a:rPr lang="am-ET" sz="7000" dirty="0">
                <a:solidFill>
                  <a:srgbClr val="FF0000"/>
                </a:solidFill>
              </a:rPr>
              <a:t>ይ.ዲ. </a:t>
            </a:r>
            <a:r>
              <a:rPr lang="am-ET" sz="7000" dirty="0"/>
              <a:t>የተቀመጣችሁ ተነሡ፡፡</a:t>
            </a:r>
          </a:p>
        </p:txBody>
      </p:sp>
    </p:spTree>
    <p:extLst>
      <p:ext uri="{BB962C8B-B14F-4D97-AF65-F5344CB8AC3E}">
        <p14:creationId xmlns:p14="http://schemas.microsoft.com/office/powerpoint/2010/main" val="3239383229"/>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D0E2454-242B-4A17-B572-1809BBF16F2D}"/>
              </a:ext>
            </a:extLst>
          </p:cNvPr>
          <p:cNvSpPr>
            <a:spLocks noGrp="1"/>
          </p:cNvSpPr>
          <p:nvPr>
            <p:ph idx="1"/>
          </p:nvPr>
        </p:nvSpPr>
        <p:spPr>
          <a:xfrm>
            <a:off x="0" y="1"/>
            <a:ext cx="12192000" cy="6858000"/>
          </a:xfrm>
        </p:spPr>
        <p:txBody>
          <a:bodyPr>
            <a:noAutofit/>
          </a:bodyPr>
          <a:lstStyle/>
          <a:p>
            <a:pPr marL="0" indent="0">
              <a:buNone/>
            </a:pPr>
            <a:r>
              <a:rPr lang="am-ET" sz="7200" dirty="0">
                <a:solidFill>
                  <a:srgbClr val="FF0000"/>
                </a:solidFill>
              </a:rPr>
              <a:t>ይ.ካ. </a:t>
            </a:r>
            <a:r>
              <a:rPr lang="en-US" sz="7200" dirty="0" err="1"/>
              <a:t>በፊትህ</a:t>
            </a:r>
            <a:r>
              <a:rPr lang="en-US" sz="7200" dirty="0"/>
              <a:t> </a:t>
            </a:r>
            <a:r>
              <a:rPr lang="en-US" sz="7200" dirty="0" err="1"/>
              <a:t>የሚቆሙልህ</a:t>
            </a:r>
            <a:r>
              <a:rPr lang="en-US" sz="7200" dirty="0"/>
              <a:t> </a:t>
            </a:r>
            <a:r>
              <a:rPr lang="en-US" sz="7200" dirty="0" err="1"/>
              <a:t>በሺህ</a:t>
            </a:r>
            <a:r>
              <a:rPr lang="en-US" sz="7200" dirty="0"/>
              <a:t> </a:t>
            </a:r>
            <a:r>
              <a:rPr lang="en-US" sz="7200" dirty="0" err="1"/>
              <a:t>የሚቆጠሩ</a:t>
            </a:r>
            <a:r>
              <a:rPr lang="en-US" sz="7200" dirty="0"/>
              <a:t> </a:t>
            </a:r>
            <a:r>
              <a:rPr lang="en-US" sz="7200" dirty="0" err="1"/>
              <a:t>ቅዱሳን</a:t>
            </a:r>
            <a:r>
              <a:rPr lang="en-US" sz="7200" dirty="0"/>
              <a:t> </a:t>
            </a:r>
            <a:r>
              <a:rPr lang="en-US" sz="7200" dirty="0" err="1"/>
              <a:t>መላእክትና</a:t>
            </a:r>
            <a:r>
              <a:rPr lang="en-US" sz="7200" dirty="0"/>
              <a:t> </a:t>
            </a:r>
            <a:r>
              <a:rPr lang="en-US" sz="7200" dirty="0" err="1"/>
              <a:t>ሊቃነ</a:t>
            </a:r>
            <a:r>
              <a:rPr lang="en-US" sz="7200" dirty="0"/>
              <a:t> </a:t>
            </a:r>
            <a:r>
              <a:rPr lang="en-US" sz="7200" dirty="0" err="1"/>
              <a:t>መላእክት</a:t>
            </a:r>
            <a:r>
              <a:rPr lang="en-US" sz="7200" dirty="0"/>
              <a:t> </a:t>
            </a:r>
            <a:r>
              <a:rPr lang="en-US" sz="7200" dirty="0" err="1"/>
              <a:t>ምስጋና</a:t>
            </a:r>
            <a:r>
              <a:rPr lang="en-US" sz="7200" dirty="0"/>
              <a:t> </a:t>
            </a:r>
            <a:r>
              <a:rPr lang="en-US" sz="7200" dirty="0" err="1"/>
              <a:t>ያቀርባሉ</a:t>
            </a:r>
            <a:r>
              <a:rPr lang="en-US" sz="7200" dirty="0"/>
              <a:t>።</a:t>
            </a:r>
          </a:p>
          <a:p>
            <a:pPr marL="0" indent="0">
              <a:buNone/>
            </a:pPr>
            <a:r>
              <a:rPr lang="am-ET" sz="7200" dirty="0"/>
              <a:t>ይ.ዲ. </a:t>
            </a:r>
            <a:r>
              <a:rPr lang="en-US" sz="7200" dirty="0" err="1"/>
              <a:t>ወደ</a:t>
            </a:r>
            <a:r>
              <a:rPr lang="en-US" sz="7200" dirty="0"/>
              <a:t> </a:t>
            </a:r>
            <a:r>
              <a:rPr lang="en-US" sz="7200" dirty="0" err="1"/>
              <a:t>ምሥራቅ</a:t>
            </a:r>
            <a:r>
              <a:rPr lang="en-US" sz="7200" dirty="0"/>
              <a:t> </a:t>
            </a:r>
            <a:r>
              <a:rPr lang="en-US" sz="7200" dirty="0" err="1"/>
              <a:t>ተመልከቱ</a:t>
            </a:r>
            <a:r>
              <a:rPr lang="am-ET" sz="7200" dirty="0"/>
              <a:t>፡፡</a:t>
            </a:r>
            <a:endParaRPr lang="en-US" sz="7200" dirty="0"/>
          </a:p>
          <a:p>
            <a:pPr marL="0" indent="0">
              <a:buNone/>
            </a:pPr>
            <a:endParaRPr lang="am-ET" sz="3200" dirty="0"/>
          </a:p>
          <a:p>
            <a:pPr marL="0" indent="0">
              <a:buNone/>
            </a:pPr>
            <a:endParaRPr lang="am-ET" sz="3200" dirty="0"/>
          </a:p>
        </p:txBody>
      </p:sp>
    </p:spTree>
    <p:extLst>
      <p:ext uri="{BB962C8B-B14F-4D97-AF65-F5344CB8AC3E}">
        <p14:creationId xmlns:p14="http://schemas.microsoft.com/office/powerpoint/2010/main" val="3043122769"/>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D0E2454-242B-4A17-B572-1809BBF16F2D}"/>
              </a:ext>
            </a:extLst>
          </p:cNvPr>
          <p:cNvSpPr>
            <a:spLocks noGrp="1"/>
          </p:cNvSpPr>
          <p:nvPr>
            <p:ph idx="1"/>
          </p:nvPr>
        </p:nvSpPr>
        <p:spPr>
          <a:xfrm>
            <a:off x="0" y="1"/>
            <a:ext cx="12192000" cy="6858000"/>
          </a:xfrm>
        </p:spPr>
        <p:txBody>
          <a:bodyPr>
            <a:noAutofit/>
          </a:bodyPr>
          <a:lstStyle/>
          <a:p>
            <a:pPr marL="0" indent="0" algn="ctr">
              <a:buNone/>
            </a:pPr>
            <a:r>
              <a:rPr lang="am-ET" sz="9600" dirty="0">
                <a:solidFill>
                  <a:srgbClr val="FF0000"/>
                </a:solidFill>
              </a:rPr>
              <a:t>ይ.ካ. </a:t>
            </a:r>
            <a:r>
              <a:rPr lang="en-US" sz="9600" dirty="0" err="1"/>
              <a:t>ክቡራን</a:t>
            </a:r>
            <a:r>
              <a:rPr lang="en-US" sz="9600" dirty="0"/>
              <a:t> </a:t>
            </a:r>
            <a:r>
              <a:rPr lang="en-US" sz="9600" dirty="0" err="1"/>
              <a:t>መላእክትህም</a:t>
            </a:r>
            <a:r>
              <a:rPr lang="en-US" sz="9600" dirty="0"/>
              <a:t> </a:t>
            </a:r>
            <a:r>
              <a:rPr lang="en-US" sz="9600" dirty="0" err="1"/>
              <a:t>ሱራፌልና</a:t>
            </a:r>
            <a:r>
              <a:rPr lang="en-US" sz="9600" dirty="0"/>
              <a:t> </a:t>
            </a:r>
            <a:r>
              <a:rPr lang="en-US" sz="9600" dirty="0" err="1"/>
              <a:t>ኪሩቤልም</a:t>
            </a:r>
            <a:r>
              <a:rPr lang="en-US" sz="9600" dirty="0"/>
              <a:t> </a:t>
            </a:r>
            <a:r>
              <a:rPr lang="en-US" sz="9600" dirty="0" err="1"/>
              <a:t>ምስጋና</a:t>
            </a:r>
            <a:r>
              <a:rPr lang="en-US" sz="9600" dirty="0"/>
              <a:t> </a:t>
            </a:r>
            <a:r>
              <a:rPr lang="en-US" sz="9600" dirty="0" err="1"/>
              <a:t>ያቀርቡልሃል</a:t>
            </a:r>
            <a:r>
              <a:rPr lang="en-US" sz="9600" dirty="0"/>
              <a:t>።</a:t>
            </a:r>
          </a:p>
          <a:p>
            <a:pPr marL="0" indent="0" algn="ctr">
              <a:buNone/>
            </a:pPr>
            <a:r>
              <a:rPr lang="am-ET" sz="9600" dirty="0">
                <a:solidFill>
                  <a:srgbClr val="FF0000"/>
                </a:solidFill>
              </a:rPr>
              <a:t>ይ.</a:t>
            </a:r>
            <a:r>
              <a:rPr lang="en-US" sz="9600" dirty="0">
                <a:solidFill>
                  <a:srgbClr val="FF0000"/>
                </a:solidFill>
              </a:rPr>
              <a:t>ዲ</a:t>
            </a:r>
            <a:r>
              <a:rPr lang="am-ET" sz="9600" dirty="0">
                <a:solidFill>
                  <a:srgbClr val="FF0000"/>
                </a:solidFill>
              </a:rPr>
              <a:t>. </a:t>
            </a:r>
            <a:r>
              <a:rPr lang="en-US" sz="9600" dirty="0" err="1"/>
              <a:t>እንመልከት</a:t>
            </a:r>
            <a:endParaRPr lang="am-ET" sz="9600" dirty="0"/>
          </a:p>
          <a:p>
            <a:pPr marL="0" indent="0" algn="ctr">
              <a:buNone/>
            </a:pPr>
            <a:endParaRPr lang="am-ET" sz="4400" dirty="0"/>
          </a:p>
          <a:p>
            <a:pPr marL="0" indent="0" algn="ctr">
              <a:buNone/>
            </a:pPr>
            <a:endParaRPr lang="am-ET" sz="4400" dirty="0"/>
          </a:p>
        </p:txBody>
      </p:sp>
    </p:spTree>
    <p:extLst>
      <p:ext uri="{BB962C8B-B14F-4D97-AF65-F5344CB8AC3E}">
        <p14:creationId xmlns:p14="http://schemas.microsoft.com/office/powerpoint/2010/main" val="2662801343"/>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D0E2454-242B-4A17-B572-1809BBF16F2D}"/>
              </a:ext>
            </a:extLst>
          </p:cNvPr>
          <p:cNvSpPr>
            <a:spLocks noGrp="1"/>
          </p:cNvSpPr>
          <p:nvPr>
            <p:ph idx="1"/>
          </p:nvPr>
        </p:nvSpPr>
        <p:spPr>
          <a:xfrm>
            <a:off x="0" y="1"/>
            <a:ext cx="12192000" cy="6858000"/>
          </a:xfrm>
        </p:spPr>
        <p:txBody>
          <a:bodyPr>
            <a:noAutofit/>
          </a:bodyPr>
          <a:lstStyle/>
          <a:p>
            <a:pPr marL="0" indent="0" algn="ctr">
              <a:buNone/>
            </a:pPr>
            <a:r>
              <a:rPr lang="am-ET" sz="8000" dirty="0">
                <a:solidFill>
                  <a:srgbClr val="FF0000"/>
                </a:solidFill>
              </a:rPr>
              <a:t>ይ.ካ. </a:t>
            </a:r>
            <a:r>
              <a:rPr lang="en-US" sz="7200" dirty="0" err="1"/>
              <a:t>ሁሉም</a:t>
            </a:r>
            <a:r>
              <a:rPr lang="en-US" sz="7200" dirty="0"/>
              <a:t> </a:t>
            </a:r>
            <a:r>
              <a:rPr lang="en-US" sz="7200" dirty="0" err="1"/>
              <a:t>ዘወትር</a:t>
            </a:r>
            <a:r>
              <a:rPr lang="en-US" sz="7200" dirty="0"/>
              <a:t> </a:t>
            </a:r>
            <a:r>
              <a:rPr lang="en-US" sz="7200" dirty="0" err="1"/>
              <a:t>አንተን</a:t>
            </a:r>
            <a:r>
              <a:rPr lang="en-US" sz="7200" dirty="0"/>
              <a:t> </a:t>
            </a:r>
            <a:r>
              <a:rPr lang="en-US" sz="7200" dirty="0" err="1"/>
              <a:t>እንደሚያመሰግኑና</a:t>
            </a:r>
            <a:r>
              <a:rPr lang="en-US" sz="7200" dirty="0"/>
              <a:t> </a:t>
            </a:r>
            <a:r>
              <a:rPr lang="en-US" sz="7200" dirty="0" err="1"/>
              <a:t>እንደሚወድሱ</a:t>
            </a:r>
            <a:r>
              <a:rPr lang="en-US" sz="7200" dirty="0"/>
              <a:t> </a:t>
            </a:r>
            <a:r>
              <a:rPr lang="en-US" sz="7200" dirty="0" err="1"/>
              <a:t>እንግዲህ</a:t>
            </a:r>
            <a:r>
              <a:rPr lang="en-US" sz="7200" dirty="0"/>
              <a:t> </a:t>
            </a:r>
            <a:r>
              <a:rPr lang="en-US" sz="7200" dirty="0" err="1"/>
              <a:t>ከሚያመሰግኑህና</a:t>
            </a:r>
            <a:r>
              <a:rPr lang="en-US" sz="7200" dirty="0"/>
              <a:t> </a:t>
            </a:r>
            <a:r>
              <a:rPr lang="en-US" sz="7200" dirty="0" err="1"/>
              <a:t>ከሚወድሱ</a:t>
            </a:r>
            <a:r>
              <a:rPr lang="en-US" sz="7200" dirty="0"/>
              <a:t> </a:t>
            </a:r>
            <a:r>
              <a:rPr lang="en-US" sz="7200" dirty="0" err="1"/>
              <a:t>ሁሉ</a:t>
            </a:r>
            <a:r>
              <a:rPr lang="en-US" sz="7200" dirty="0"/>
              <a:t> </a:t>
            </a:r>
            <a:r>
              <a:rPr lang="en-US" sz="7200" dirty="0" err="1"/>
              <a:t>ጋር</a:t>
            </a:r>
            <a:r>
              <a:rPr lang="en-US" sz="7200" dirty="0"/>
              <a:t> </a:t>
            </a:r>
            <a:r>
              <a:rPr lang="en-US" sz="7200" dirty="0" err="1"/>
              <a:t>ቅዱስ</a:t>
            </a:r>
            <a:r>
              <a:rPr lang="en-US" sz="7200" dirty="0"/>
              <a:t> </a:t>
            </a:r>
            <a:r>
              <a:rPr lang="en-US" sz="7200" dirty="0" err="1"/>
              <a:t>ቅዱስ</a:t>
            </a:r>
            <a:r>
              <a:rPr lang="en-US" sz="7200" dirty="0"/>
              <a:t> </a:t>
            </a:r>
            <a:r>
              <a:rPr lang="en-US" sz="7200" dirty="0" err="1"/>
              <a:t>ቅዱስ</a:t>
            </a:r>
            <a:r>
              <a:rPr lang="en-US" sz="7200" dirty="0"/>
              <a:t> </a:t>
            </a:r>
            <a:r>
              <a:rPr lang="en-US" sz="7200" dirty="0" err="1"/>
              <a:t>ፍጹም</a:t>
            </a:r>
            <a:r>
              <a:rPr lang="en-US" sz="7200" dirty="0"/>
              <a:t> </a:t>
            </a:r>
            <a:r>
              <a:rPr lang="en-US" sz="7200" dirty="0" err="1"/>
              <a:t>አሸናፊ</a:t>
            </a:r>
            <a:r>
              <a:rPr lang="en-US" sz="7200" dirty="0"/>
              <a:t> </a:t>
            </a:r>
            <a:r>
              <a:rPr lang="en-US" sz="7200" dirty="0" err="1"/>
              <a:t>እግዚአብሔር</a:t>
            </a:r>
            <a:r>
              <a:rPr lang="en-US" sz="7200" dirty="0"/>
              <a:t> </a:t>
            </a:r>
            <a:r>
              <a:rPr lang="en-US" sz="7200" dirty="0" err="1"/>
              <a:t>የምንልህን</a:t>
            </a:r>
            <a:r>
              <a:rPr lang="en-US" sz="7200" dirty="0"/>
              <a:t> </a:t>
            </a:r>
            <a:r>
              <a:rPr lang="en-US" sz="7200" dirty="0" err="1"/>
              <a:t>የኛንም</a:t>
            </a:r>
            <a:r>
              <a:rPr lang="en-US" sz="7200" dirty="0"/>
              <a:t> </a:t>
            </a:r>
            <a:r>
              <a:rPr lang="en-US" sz="7200" dirty="0" err="1"/>
              <a:t>ምስጋና</a:t>
            </a:r>
            <a:r>
              <a:rPr lang="en-US" sz="7200" dirty="0"/>
              <a:t> </a:t>
            </a:r>
            <a:r>
              <a:rPr lang="en-US" sz="7200" dirty="0" err="1"/>
              <a:t>ተቀበል</a:t>
            </a:r>
            <a:r>
              <a:rPr lang="en-US" sz="7200" dirty="0"/>
              <a:t>።</a:t>
            </a:r>
          </a:p>
          <a:p>
            <a:pPr marL="0" indent="0" algn="ctr">
              <a:buNone/>
            </a:pPr>
            <a:endParaRPr lang="en-US" sz="4400" dirty="0"/>
          </a:p>
          <a:p>
            <a:pPr marL="0" indent="0" algn="ctr">
              <a:buNone/>
            </a:pPr>
            <a:endParaRPr lang="am-ET" sz="4000" dirty="0"/>
          </a:p>
          <a:p>
            <a:pPr marL="0" indent="0" algn="ctr">
              <a:buNone/>
            </a:pPr>
            <a:endParaRPr lang="am-ET" sz="4000" dirty="0"/>
          </a:p>
          <a:p>
            <a:pPr marL="0" indent="0" algn="ctr">
              <a:buNone/>
            </a:pPr>
            <a:endParaRPr lang="am-ET" sz="4000" dirty="0"/>
          </a:p>
        </p:txBody>
      </p:sp>
    </p:spTree>
    <p:extLst>
      <p:ext uri="{BB962C8B-B14F-4D97-AF65-F5344CB8AC3E}">
        <p14:creationId xmlns:p14="http://schemas.microsoft.com/office/powerpoint/2010/main" val="2767642319"/>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39CE4A70-EF08-4C5C-B45A-9F1A61662266}"/>
              </a:ext>
            </a:extLst>
          </p:cNvPr>
          <p:cNvSpPr>
            <a:spLocks noGrp="1"/>
          </p:cNvSpPr>
          <p:nvPr>
            <p:ph idx="1"/>
          </p:nvPr>
        </p:nvSpPr>
        <p:spPr>
          <a:xfrm>
            <a:off x="0" y="0"/>
            <a:ext cx="12192000" cy="6858000"/>
          </a:xfrm>
        </p:spPr>
        <p:txBody>
          <a:bodyPr>
            <a:noAutofit/>
          </a:bodyPr>
          <a:lstStyle/>
          <a:p>
            <a:pPr marL="0" indent="0" algn="ctr">
              <a:lnSpc>
                <a:spcPct val="100000"/>
              </a:lnSpc>
              <a:buNone/>
            </a:pPr>
            <a:r>
              <a:rPr lang="am-ET" sz="8000" dirty="0">
                <a:solidFill>
                  <a:srgbClr val="FF0000"/>
                </a:solidFill>
                <a:latin typeface="NotoSansEthiopic"/>
              </a:rPr>
              <a:t>ይ፡ዲ፦</a:t>
            </a:r>
            <a:r>
              <a:rPr lang="am-ET" sz="8000" dirty="0">
                <a:latin typeface="NotoSansEthiopic"/>
              </a:rPr>
              <a:t>አውሥኡ።</a:t>
            </a:r>
          </a:p>
          <a:p>
            <a:pPr marL="0" indent="0" algn="ctr">
              <a:lnSpc>
                <a:spcPct val="100000"/>
              </a:lnSpc>
              <a:buNone/>
            </a:pPr>
            <a:r>
              <a:rPr lang="am-ET" sz="8800" b="1" dirty="0">
                <a:solidFill>
                  <a:srgbClr val="FF0000"/>
                </a:solidFill>
                <a:latin typeface="NotoSansEthiopic"/>
              </a:rPr>
              <a:t>ይ፡ሕ፦</a:t>
            </a:r>
            <a:r>
              <a:rPr lang="am-ET" sz="8800" b="1" dirty="0">
                <a:latin typeface="NotoSansEthiopic"/>
              </a:rPr>
              <a:t>ቅዱስ ቅዱስ ቅዱስ እግዚአብሔር </a:t>
            </a:r>
            <a:r>
              <a:rPr lang="en-US" sz="8800" b="1" dirty="0">
                <a:latin typeface="NotoSansEthiopic"/>
              </a:rPr>
              <a:t>ጸ</a:t>
            </a:r>
            <a:r>
              <a:rPr lang="am-ET" sz="8800" b="1" dirty="0">
                <a:latin typeface="NotoSansEthiopic"/>
              </a:rPr>
              <a:t>ባኦት</a:t>
            </a:r>
            <a:r>
              <a:rPr lang="en-US" sz="8800" b="1" dirty="0">
                <a:latin typeface="NotoSansEthiopic"/>
              </a:rPr>
              <a:t> </a:t>
            </a:r>
            <a:r>
              <a:rPr lang="am-ET" sz="8800" b="1" dirty="0">
                <a:latin typeface="NotoSansEthiopic"/>
              </a:rPr>
              <a:t>ፍፁም ምሉ</a:t>
            </a:r>
            <a:r>
              <a:rPr lang="en-US" sz="8800" b="1" dirty="0">
                <a:latin typeface="NotoSansEthiopic"/>
              </a:rPr>
              <a:t>እ</a:t>
            </a:r>
            <a:r>
              <a:rPr lang="am-ET" sz="8800" b="1" dirty="0">
                <a:latin typeface="NotoSansEthiopic"/>
              </a:rPr>
              <a:t> ሰማያተ ወምድረ ቅድሳ</a:t>
            </a:r>
            <a:r>
              <a:rPr lang="en-US" sz="8800" b="1" dirty="0">
                <a:latin typeface="NotoSansEthiopic"/>
              </a:rPr>
              <a:t>ተ </a:t>
            </a:r>
            <a:r>
              <a:rPr lang="am-ET" sz="8800" b="1" dirty="0">
                <a:latin typeface="NotoSansEthiopic"/>
              </a:rPr>
              <a:t>ስብሐቲከ።</a:t>
            </a:r>
            <a:endParaRPr lang="en-US" sz="4000" b="1" dirty="0"/>
          </a:p>
        </p:txBody>
      </p:sp>
    </p:spTree>
    <p:extLst>
      <p:ext uri="{BB962C8B-B14F-4D97-AF65-F5344CB8AC3E}">
        <p14:creationId xmlns:p14="http://schemas.microsoft.com/office/powerpoint/2010/main" val="962131775"/>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39CE4A70-EF08-4C5C-B45A-9F1A61662266}"/>
              </a:ext>
            </a:extLst>
          </p:cNvPr>
          <p:cNvSpPr>
            <a:spLocks noGrp="1"/>
          </p:cNvSpPr>
          <p:nvPr>
            <p:ph idx="1"/>
          </p:nvPr>
        </p:nvSpPr>
        <p:spPr>
          <a:xfrm>
            <a:off x="0" y="0"/>
            <a:ext cx="12192000" cy="6755643"/>
          </a:xfrm>
        </p:spPr>
        <p:txBody>
          <a:bodyPr>
            <a:normAutofit fontScale="85000" lnSpcReduction="20000"/>
          </a:bodyPr>
          <a:lstStyle/>
          <a:p>
            <a:pPr marL="0" indent="0" algn="ctr">
              <a:lnSpc>
                <a:spcPct val="120000"/>
              </a:lnSpc>
              <a:buNone/>
            </a:pPr>
            <a:r>
              <a:rPr lang="am-ET" sz="8000" b="1" dirty="0">
                <a:latin typeface="NotoSansEthiopic"/>
              </a:rPr>
              <a:t>ይ፡ሕ፦</a:t>
            </a:r>
            <a:r>
              <a:rPr lang="am-ET" sz="9500" b="1" dirty="0">
                <a:latin typeface="NotoSansEthiopic"/>
              </a:rPr>
              <a:t>ተዘከረነ እግዚኦ በው</a:t>
            </a:r>
            <a:r>
              <a:rPr lang="en-US" sz="9500" b="1" dirty="0">
                <a:latin typeface="NotoSansEthiopic"/>
              </a:rPr>
              <a:t>ስ</a:t>
            </a:r>
            <a:r>
              <a:rPr lang="am-ET" sz="9500" b="1" dirty="0">
                <a:latin typeface="NotoSansEthiopic"/>
              </a:rPr>
              <a:t>ተ መንግሥትከ ተዘከረነ</a:t>
            </a:r>
            <a:r>
              <a:rPr lang="en-US" sz="9500" b="1" dirty="0">
                <a:latin typeface="NotoSansEthiopic"/>
              </a:rPr>
              <a:t> </a:t>
            </a:r>
            <a:r>
              <a:rPr lang="am-ET" sz="9500" b="1" dirty="0">
                <a:latin typeface="NotoSansEthiopic"/>
              </a:rPr>
              <a:t>እግዚኦ ኦሊቅነ ተዘከረነ እግዚኦ በውስተ</a:t>
            </a:r>
            <a:r>
              <a:rPr lang="en-US" sz="9500" b="1" dirty="0">
                <a:latin typeface="NotoSansEthiopic"/>
              </a:rPr>
              <a:t> </a:t>
            </a:r>
            <a:r>
              <a:rPr lang="am-ET" sz="9500" b="1" dirty="0">
                <a:latin typeface="NotoSansEthiopic"/>
              </a:rPr>
              <a:t>መንግስትከ በከመ ተዘከርኮ ለ</a:t>
            </a:r>
            <a:r>
              <a:rPr lang="en-US" sz="9500" b="1" dirty="0">
                <a:latin typeface="NotoSansEthiopic"/>
              </a:rPr>
              <a:t>ፈ</a:t>
            </a:r>
            <a:r>
              <a:rPr lang="am-ET" sz="9500" b="1" dirty="0">
                <a:latin typeface="NotoSansEthiopic"/>
              </a:rPr>
              <a:t>ያታዊ ዘየማን</a:t>
            </a:r>
            <a:r>
              <a:rPr lang="en-US" sz="9500" b="1" dirty="0">
                <a:latin typeface="NotoSansEthiopic"/>
              </a:rPr>
              <a:t> </a:t>
            </a:r>
            <a:r>
              <a:rPr lang="am-ET" sz="9500" b="1" dirty="0">
                <a:latin typeface="NotoSansEthiopic"/>
              </a:rPr>
              <a:t>እንዘ ሀሎከ ዲበ ዕፅ መስቀል ቅዱስ</a:t>
            </a:r>
            <a:r>
              <a:rPr lang="en-US" sz="9500" b="1" dirty="0">
                <a:latin typeface="NotoSansEthiopic"/>
              </a:rPr>
              <a:t>።</a:t>
            </a:r>
            <a:endParaRPr lang="en-US" sz="9500" b="1" dirty="0"/>
          </a:p>
        </p:txBody>
      </p:sp>
    </p:spTree>
    <p:extLst>
      <p:ext uri="{BB962C8B-B14F-4D97-AF65-F5344CB8AC3E}">
        <p14:creationId xmlns:p14="http://schemas.microsoft.com/office/powerpoint/2010/main" val="251798404"/>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39CE4A70-EF08-4C5C-B45A-9F1A61662266}"/>
              </a:ext>
            </a:extLst>
          </p:cNvPr>
          <p:cNvSpPr>
            <a:spLocks noGrp="1"/>
          </p:cNvSpPr>
          <p:nvPr>
            <p:ph idx="1"/>
          </p:nvPr>
        </p:nvSpPr>
        <p:spPr>
          <a:xfrm>
            <a:off x="0" y="0"/>
            <a:ext cx="12192000" cy="6858000"/>
          </a:xfrm>
        </p:spPr>
        <p:txBody>
          <a:bodyPr>
            <a:normAutofit/>
          </a:bodyPr>
          <a:lstStyle/>
          <a:p>
            <a:pPr marL="0" indent="0" algn="ctr">
              <a:lnSpc>
                <a:spcPct val="120000"/>
              </a:lnSpc>
              <a:buNone/>
            </a:pPr>
            <a:r>
              <a:rPr lang="am-ET" sz="8800" dirty="0">
                <a:solidFill>
                  <a:srgbClr val="FF0000"/>
                </a:solidFill>
                <a:latin typeface="NotoSansEthiopic"/>
              </a:rPr>
              <a:t>ይ፡ዲ፦</a:t>
            </a:r>
            <a:r>
              <a:rPr lang="am-ET" sz="8800" dirty="0">
                <a:latin typeface="NotoSansEthiopic"/>
              </a:rPr>
              <a:t>አ</a:t>
            </a:r>
            <a:r>
              <a:rPr lang="en-US" sz="8800" dirty="0">
                <a:latin typeface="NotoSansEthiopic"/>
              </a:rPr>
              <a:t>ን</a:t>
            </a:r>
            <a:r>
              <a:rPr lang="am-ET" sz="8800" dirty="0">
                <a:latin typeface="NotoSansEthiopic"/>
              </a:rPr>
              <a:t>ሥኡ እደዊክሙ</a:t>
            </a:r>
            <a:r>
              <a:rPr lang="en-US" sz="8800" dirty="0">
                <a:latin typeface="NotoSansEthiopic"/>
              </a:rPr>
              <a:t> </a:t>
            </a:r>
            <a:r>
              <a:rPr lang="am-ET" sz="8800" dirty="0">
                <a:latin typeface="NotoSansEthiopic"/>
              </a:rPr>
              <a:t>ቀሳውስት።</a:t>
            </a:r>
          </a:p>
          <a:p>
            <a:pPr marL="0" indent="0" algn="ctr">
              <a:lnSpc>
                <a:spcPct val="120000"/>
              </a:lnSpc>
              <a:buNone/>
            </a:pPr>
            <a:r>
              <a:rPr lang="am-ET" sz="8800" b="1" dirty="0">
                <a:solidFill>
                  <a:srgbClr val="FF0000"/>
                </a:solidFill>
                <a:latin typeface="NotoSansEthiopic"/>
              </a:rPr>
              <a:t>ይ፡</a:t>
            </a:r>
            <a:r>
              <a:rPr lang="en-US" sz="8800" b="1" dirty="0">
                <a:solidFill>
                  <a:srgbClr val="FF0000"/>
                </a:solidFill>
                <a:latin typeface="NotoSansEthiopic"/>
              </a:rPr>
              <a:t>ሕ</a:t>
            </a:r>
            <a:r>
              <a:rPr lang="am-ET" sz="8800" b="1" dirty="0">
                <a:solidFill>
                  <a:srgbClr val="FF0000"/>
                </a:solidFill>
                <a:latin typeface="NotoSansEthiopic"/>
              </a:rPr>
              <a:t>፦</a:t>
            </a:r>
            <a:r>
              <a:rPr lang="am-ET" sz="8800" b="1" dirty="0">
                <a:latin typeface="NotoSansEthiopic"/>
              </a:rPr>
              <a:t>ነአምን ከመ ዝንቱ ውእቱ</a:t>
            </a:r>
            <a:r>
              <a:rPr lang="en-US" sz="8800" b="1" dirty="0">
                <a:latin typeface="NotoSansEthiopic"/>
              </a:rPr>
              <a:t> </a:t>
            </a:r>
            <a:r>
              <a:rPr lang="am-ET" sz="8800" b="1" dirty="0">
                <a:latin typeface="NotoSansEthiopic"/>
              </a:rPr>
              <a:t>በአማን ነአምን።</a:t>
            </a:r>
            <a:endParaRPr lang="en-US" sz="9600" b="1" dirty="0"/>
          </a:p>
        </p:txBody>
      </p:sp>
    </p:spTree>
    <p:extLst>
      <p:ext uri="{BB962C8B-B14F-4D97-AF65-F5344CB8AC3E}">
        <p14:creationId xmlns:p14="http://schemas.microsoft.com/office/powerpoint/2010/main" val="1167066515"/>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39CE4A70-EF08-4C5C-B45A-9F1A61662266}"/>
              </a:ext>
            </a:extLst>
          </p:cNvPr>
          <p:cNvSpPr>
            <a:spLocks noGrp="1"/>
          </p:cNvSpPr>
          <p:nvPr>
            <p:ph idx="1"/>
          </p:nvPr>
        </p:nvSpPr>
        <p:spPr>
          <a:xfrm>
            <a:off x="0" y="0"/>
            <a:ext cx="12192000" cy="6858000"/>
          </a:xfrm>
        </p:spPr>
        <p:txBody>
          <a:bodyPr>
            <a:noAutofit/>
          </a:bodyPr>
          <a:lstStyle/>
          <a:p>
            <a:pPr marL="0" indent="0" algn="ctr">
              <a:lnSpc>
                <a:spcPct val="100000"/>
              </a:lnSpc>
              <a:buNone/>
            </a:pPr>
            <a:r>
              <a:rPr lang="am-ET" sz="8800" b="1" dirty="0">
                <a:solidFill>
                  <a:srgbClr val="FF0000"/>
                </a:solidFill>
                <a:latin typeface="NotoSansEthiopic"/>
              </a:rPr>
              <a:t>ይ፡ሕ፦</a:t>
            </a:r>
            <a:r>
              <a:rPr lang="am-ET" sz="8800" b="1" dirty="0">
                <a:latin typeface="NotoSansEthiopic"/>
              </a:rPr>
              <a:t>አሜን አሜን አሜን ነአምን ወንትአመን</a:t>
            </a:r>
            <a:r>
              <a:rPr lang="en-US" sz="8800" b="1" dirty="0">
                <a:latin typeface="NotoSansEthiopic"/>
              </a:rPr>
              <a:t> </a:t>
            </a:r>
            <a:r>
              <a:rPr lang="am-ET" sz="8800" b="1" dirty="0">
                <a:latin typeface="NotoSansEthiopic"/>
              </a:rPr>
              <a:t>ንሴብሐከ ኦእግዚእነ</a:t>
            </a:r>
            <a:r>
              <a:rPr lang="en-US" sz="8800" b="1" dirty="0">
                <a:latin typeface="NotoSansEthiopic"/>
              </a:rPr>
              <a:t> </a:t>
            </a:r>
            <a:r>
              <a:rPr lang="en-US" sz="8800" b="1" dirty="0" err="1">
                <a:latin typeface="NotoSansEthiopic"/>
              </a:rPr>
              <a:t>ወአምላክነ</a:t>
            </a:r>
            <a:r>
              <a:rPr lang="en-US" sz="8800" b="1" dirty="0">
                <a:latin typeface="NotoSansEthiopic"/>
              </a:rPr>
              <a:t> </a:t>
            </a:r>
            <a:r>
              <a:rPr lang="am-ET" sz="8800" b="1" dirty="0">
                <a:latin typeface="NotoSansEthiopic"/>
              </a:rPr>
              <a:t>ከመ ዝንቱ ውእቱ በአማን</a:t>
            </a:r>
            <a:r>
              <a:rPr lang="en-US" sz="8800" b="1" dirty="0">
                <a:latin typeface="NotoSansEthiopic"/>
              </a:rPr>
              <a:t> </a:t>
            </a:r>
            <a:r>
              <a:rPr lang="am-ET" sz="8800" b="1" dirty="0">
                <a:latin typeface="NotoSansEthiopic"/>
              </a:rPr>
              <a:t>ሥጋከ (ደምከ) ነአምን።</a:t>
            </a:r>
            <a:endParaRPr lang="en-US" sz="9600" b="1" dirty="0"/>
          </a:p>
        </p:txBody>
      </p:sp>
    </p:spTree>
    <p:extLst>
      <p:ext uri="{BB962C8B-B14F-4D97-AF65-F5344CB8AC3E}">
        <p14:creationId xmlns:p14="http://schemas.microsoft.com/office/powerpoint/2010/main" val="3332675692"/>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39CE4A70-EF08-4C5C-B45A-9F1A61662266}"/>
              </a:ext>
            </a:extLst>
          </p:cNvPr>
          <p:cNvSpPr>
            <a:spLocks noGrp="1"/>
          </p:cNvSpPr>
          <p:nvPr>
            <p:ph idx="1"/>
          </p:nvPr>
        </p:nvSpPr>
        <p:spPr>
          <a:xfrm>
            <a:off x="0" y="0"/>
            <a:ext cx="12192000" cy="6858000"/>
          </a:xfrm>
        </p:spPr>
        <p:txBody>
          <a:bodyPr>
            <a:normAutofit lnSpcReduction="10000"/>
          </a:bodyPr>
          <a:lstStyle/>
          <a:p>
            <a:pPr marL="0" indent="0" algn="ctr">
              <a:lnSpc>
                <a:spcPct val="120000"/>
              </a:lnSpc>
              <a:buNone/>
            </a:pPr>
            <a:r>
              <a:rPr lang="am-ET" sz="8000" b="1" dirty="0">
                <a:solidFill>
                  <a:srgbClr val="FF0000"/>
                </a:solidFill>
                <a:latin typeface="NotoSansEthiopic"/>
              </a:rPr>
              <a:t>ይ፡ሕ፦</a:t>
            </a:r>
            <a:r>
              <a:rPr lang="am-ET" sz="8000" b="1" dirty="0">
                <a:latin typeface="NotoSansEthiopic"/>
              </a:rPr>
              <a:t>ንዜኑ ሞተከ እግዚኦ ወትንሣኤከ ቅድስተ </a:t>
            </a:r>
            <a:r>
              <a:rPr lang="en-US" sz="8000" b="1" dirty="0">
                <a:latin typeface="NotoSansEthiopic"/>
              </a:rPr>
              <a:t>ነ</a:t>
            </a:r>
            <a:r>
              <a:rPr lang="am-ET" sz="8000" b="1" dirty="0">
                <a:latin typeface="NotoSansEthiopic"/>
              </a:rPr>
              <a:t>አምን</a:t>
            </a:r>
            <a:r>
              <a:rPr lang="en-US" sz="8000" b="1" dirty="0">
                <a:latin typeface="NotoSansEthiopic"/>
              </a:rPr>
              <a:t> </a:t>
            </a:r>
            <a:r>
              <a:rPr lang="am-ET" sz="8000" b="1" dirty="0">
                <a:latin typeface="NotoSansEthiopic"/>
              </a:rPr>
              <a:t>ዕርገተከ ወዳግመ ም</a:t>
            </a:r>
            <a:r>
              <a:rPr lang="en-US" sz="8000" b="1" dirty="0">
                <a:latin typeface="NotoSansEthiopic"/>
              </a:rPr>
              <a:t>ጽ</a:t>
            </a:r>
            <a:r>
              <a:rPr lang="am-ET" sz="8000" b="1" dirty="0">
                <a:latin typeface="NotoSansEthiopic"/>
              </a:rPr>
              <a:t>አተከ ንሴብሐከ</a:t>
            </a:r>
            <a:r>
              <a:rPr lang="en-US" sz="8000" b="1" dirty="0">
                <a:latin typeface="NotoSansEthiopic"/>
              </a:rPr>
              <a:t> </a:t>
            </a:r>
            <a:r>
              <a:rPr lang="am-ET" sz="8000" b="1" dirty="0">
                <a:latin typeface="NotoSansEthiopic"/>
              </a:rPr>
              <a:t>ወንትአመነከ</a:t>
            </a:r>
            <a:r>
              <a:rPr lang="en-US" sz="8000" b="1" dirty="0">
                <a:latin typeface="NotoSansEthiopic"/>
              </a:rPr>
              <a:t> </a:t>
            </a:r>
            <a:r>
              <a:rPr lang="am-ET" sz="8000" b="1" dirty="0">
                <a:latin typeface="NotoSansEthiopic"/>
              </a:rPr>
              <a:t>ንስእለከ ወናስተበቁዐከ</a:t>
            </a:r>
            <a:r>
              <a:rPr lang="en-US" sz="8000" b="1" dirty="0">
                <a:latin typeface="NotoSansEthiopic"/>
              </a:rPr>
              <a:t> </a:t>
            </a:r>
            <a:r>
              <a:rPr lang="am-ET" sz="8000" b="1" dirty="0">
                <a:latin typeface="NotoSansEthiopic"/>
              </a:rPr>
              <a:t>ኦእግዚእነ ወአምላክነ፡፡</a:t>
            </a:r>
            <a:endParaRPr lang="en-US" sz="9500" b="1" dirty="0"/>
          </a:p>
        </p:txBody>
      </p:sp>
    </p:spTree>
    <p:extLst>
      <p:ext uri="{BB962C8B-B14F-4D97-AF65-F5344CB8AC3E}">
        <p14:creationId xmlns:p14="http://schemas.microsoft.com/office/powerpoint/2010/main" val="3991719581"/>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39CE4A70-EF08-4C5C-B45A-9F1A61662266}"/>
              </a:ext>
            </a:extLst>
          </p:cNvPr>
          <p:cNvSpPr>
            <a:spLocks noGrp="1"/>
          </p:cNvSpPr>
          <p:nvPr>
            <p:ph idx="1"/>
          </p:nvPr>
        </p:nvSpPr>
        <p:spPr>
          <a:xfrm>
            <a:off x="0" y="0"/>
            <a:ext cx="12192000" cy="6858000"/>
          </a:xfrm>
        </p:spPr>
        <p:txBody>
          <a:bodyPr>
            <a:normAutofit/>
          </a:bodyPr>
          <a:lstStyle/>
          <a:p>
            <a:pPr marL="0" indent="0" algn="ctr">
              <a:lnSpc>
                <a:spcPct val="120000"/>
              </a:lnSpc>
              <a:buNone/>
            </a:pPr>
            <a:r>
              <a:rPr lang="am-ET" sz="8800" b="1" dirty="0">
                <a:solidFill>
                  <a:srgbClr val="FF0000"/>
                </a:solidFill>
                <a:latin typeface="NotoSansEthiopic"/>
              </a:rPr>
              <a:t>ይ፡ሕ፦</a:t>
            </a:r>
            <a:r>
              <a:rPr lang="am-ET" sz="8800" b="1" dirty="0">
                <a:latin typeface="NotoSansEthiopic"/>
              </a:rPr>
              <a:t>አሜን እግዚኦ መሐረነ ፤</a:t>
            </a:r>
            <a:endParaRPr lang="en-US" sz="8800" b="1" dirty="0">
              <a:latin typeface="NotoSansEthiopic"/>
            </a:endParaRPr>
          </a:p>
          <a:p>
            <a:pPr marL="0" indent="0" algn="ctr">
              <a:lnSpc>
                <a:spcPct val="120000"/>
              </a:lnSpc>
              <a:buNone/>
            </a:pPr>
            <a:r>
              <a:rPr lang="am-ET" sz="8800" b="1" dirty="0">
                <a:latin typeface="NotoSansEthiopic"/>
              </a:rPr>
              <a:t>እግዚኦ መሀከነ፤</a:t>
            </a:r>
            <a:r>
              <a:rPr lang="en-US" sz="8800" b="1" dirty="0">
                <a:latin typeface="NotoSansEthiopic"/>
              </a:rPr>
              <a:t> </a:t>
            </a:r>
          </a:p>
          <a:p>
            <a:pPr marL="0" indent="0" algn="ctr">
              <a:lnSpc>
                <a:spcPct val="120000"/>
              </a:lnSpc>
              <a:buNone/>
            </a:pPr>
            <a:r>
              <a:rPr lang="en-US" sz="8800" b="1" dirty="0">
                <a:latin typeface="NotoSansEthiopic"/>
              </a:rPr>
              <a:t>  </a:t>
            </a:r>
            <a:r>
              <a:rPr lang="am-ET" sz="8800" b="1" dirty="0">
                <a:latin typeface="NotoSansEthiopic"/>
              </a:rPr>
              <a:t>እግዚኦ ተሣሀለነ።</a:t>
            </a:r>
            <a:endParaRPr lang="en-US" sz="8800" b="1" dirty="0"/>
          </a:p>
        </p:txBody>
      </p:sp>
    </p:spTree>
    <p:extLst>
      <p:ext uri="{BB962C8B-B14F-4D97-AF65-F5344CB8AC3E}">
        <p14:creationId xmlns:p14="http://schemas.microsoft.com/office/powerpoint/2010/main" val="4105478647"/>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39CE4A70-EF08-4C5C-B45A-9F1A61662266}"/>
              </a:ext>
            </a:extLst>
          </p:cNvPr>
          <p:cNvSpPr>
            <a:spLocks noGrp="1"/>
          </p:cNvSpPr>
          <p:nvPr>
            <p:ph idx="1"/>
          </p:nvPr>
        </p:nvSpPr>
        <p:spPr>
          <a:xfrm>
            <a:off x="0" y="0"/>
            <a:ext cx="12192000" cy="6858000"/>
          </a:xfrm>
        </p:spPr>
        <p:txBody>
          <a:bodyPr>
            <a:normAutofit/>
          </a:bodyPr>
          <a:lstStyle/>
          <a:p>
            <a:pPr marL="0" indent="0" algn="ctr">
              <a:lnSpc>
                <a:spcPct val="120000"/>
              </a:lnSpc>
              <a:buNone/>
            </a:pPr>
            <a:r>
              <a:rPr lang="am-ET" sz="9600" b="1" dirty="0">
                <a:solidFill>
                  <a:srgbClr val="FF0000"/>
                </a:solidFill>
                <a:latin typeface="NotoSansEthiopic"/>
              </a:rPr>
              <a:t>ይ፡ዲ፦</a:t>
            </a:r>
            <a:r>
              <a:rPr lang="am-ET" sz="8800" b="1" dirty="0">
                <a:latin typeface="NotoSansEthiopic"/>
              </a:rPr>
              <a:t>በኩሉ ል</a:t>
            </a:r>
            <a:r>
              <a:rPr lang="en-US" sz="8800" b="1" dirty="0">
                <a:latin typeface="NotoSansEthiopic"/>
              </a:rPr>
              <a:t>ብ</a:t>
            </a:r>
            <a:r>
              <a:rPr lang="am-ET" sz="8800" b="1" dirty="0">
                <a:latin typeface="NotoSansEthiopic"/>
              </a:rPr>
              <a:t> ናስተብቁዖ ለእግዚአብሔር</a:t>
            </a:r>
            <a:r>
              <a:rPr lang="en-US" sz="8800" b="1" dirty="0">
                <a:latin typeface="NotoSansEthiopic"/>
              </a:rPr>
              <a:t> </a:t>
            </a:r>
            <a:r>
              <a:rPr lang="am-ET" sz="8800" b="1" dirty="0">
                <a:latin typeface="NotoSansEthiopic"/>
              </a:rPr>
              <a:t>አምላክነ ኀብረተ መንፈስ ቅዱስ ሠናየ ከመ</a:t>
            </a:r>
            <a:r>
              <a:rPr lang="en-US" sz="8800" b="1" dirty="0">
                <a:latin typeface="NotoSansEthiopic"/>
              </a:rPr>
              <a:t> </a:t>
            </a:r>
            <a:r>
              <a:rPr lang="am-ET" sz="8800" b="1" dirty="0">
                <a:latin typeface="NotoSansEthiopic"/>
              </a:rPr>
              <a:t>ይ</a:t>
            </a:r>
            <a:r>
              <a:rPr lang="en-US" sz="8800" b="1" dirty="0">
                <a:latin typeface="NotoSansEthiopic"/>
              </a:rPr>
              <a:t>ጸ</a:t>
            </a:r>
            <a:r>
              <a:rPr lang="am-ET" sz="8800" b="1" dirty="0">
                <a:latin typeface="NotoSansEthiopic"/>
              </a:rPr>
              <a:t>ግወነ።</a:t>
            </a:r>
            <a:endParaRPr lang="en-US" sz="9600" b="1" dirty="0"/>
          </a:p>
        </p:txBody>
      </p:sp>
    </p:spTree>
    <p:extLst>
      <p:ext uri="{BB962C8B-B14F-4D97-AF65-F5344CB8AC3E}">
        <p14:creationId xmlns:p14="http://schemas.microsoft.com/office/powerpoint/2010/main" val="1909175998"/>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39CE4A70-EF08-4C5C-B45A-9F1A61662266}"/>
              </a:ext>
            </a:extLst>
          </p:cNvPr>
          <p:cNvSpPr>
            <a:spLocks noGrp="1"/>
          </p:cNvSpPr>
          <p:nvPr>
            <p:ph idx="1"/>
          </p:nvPr>
        </p:nvSpPr>
        <p:spPr>
          <a:xfrm>
            <a:off x="0" y="0"/>
            <a:ext cx="12192000" cy="6858000"/>
          </a:xfrm>
        </p:spPr>
        <p:txBody>
          <a:bodyPr>
            <a:noAutofit/>
          </a:bodyPr>
          <a:lstStyle/>
          <a:p>
            <a:pPr marL="0" indent="0" algn="ctr">
              <a:lnSpc>
                <a:spcPct val="120000"/>
              </a:lnSpc>
              <a:buNone/>
            </a:pPr>
            <a:r>
              <a:rPr lang="am-ET" sz="11500" b="1" dirty="0">
                <a:solidFill>
                  <a:srgbClr val="FF0000"/>
                </a:solidFill>
              </a:rPr>
              <a:t>ይ፡ሕ፦</a:t>
            </a:r>
            <a:r>
              <a:rPr lang="am-ET" sz="11500" b="1" dirty="0"/>
              <a:t>በከመ ሀሎ ህልወ ወይሄሉ</a:t>
            </a:r>
            <a:r>
              <a:rPr lang="en-US" sz="11500" b="1" dirty="0"/>
              <a:t> </a:t>
            </a:r>
            <a:r>
              <a:rPr lang="am-ET" sz="11500" b="1" dirty="0"/>
              <a:t>ለትውልደ ትውልድ</a:t>
            </a:r>
            <a:r>
              <a:rPr lang="en-US" sz="11500" b="1" dirty="0"/>
              <a:t> </a:t>
            </a:r>
            <a:r>
              <a:rPr lang="am-ET" sz="11500" b="1" dirty="0"/>
              <a:t>ለ</a:t>
            </a:r>
            <a:r>
              <a:rPr lang="en-US" sz="11500" b="1" dirty="0"/>
              <a:t>ዓ</a:t>
            </a:r>
            <a:r>
              <a:rPr lang="am-ET" sz="11500" b="1" dirty="0"/>
              <a:t>ለም </a:t>
            </a:r>
            <a:r>
              <a:rPr lang="en-US" sz="11500" b="1" dirty="0"/>
              <a:t>ዓ</a:t>
            </a:r>
            <a:r>
              <a:rPr lang="am-ET" sz="11500" b="1" dirty="0"/>
              <a:t>ለም።</a:t>
            </a:r>
            <a:endParaRPr lang="en-US" sz="11500" b="1" dirty="0"/>
          </a:p>
        </p:txBody>
      </p:sp>
    </p:spTree>
    <p:extLst>
      <p:ext uri="{BB962C8B-B14F-4D97-AF65-F5344CB8AC3E}">
        <p14:creationId xmlns:p14="http://schemas.microsoft.com/office/powerpoint/2010/main" val="2482735540"/>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AF4EB14D-9FB0-617C-561E-42DBA9330962}"/>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9365637-9FC9-6827-91FB-4565AA4E863A}"/>
              </a:ext>
            </a:extLst>
          </p:cNvPr>
          <p:cNvSpPr>
            <a:spLocks noGrp="1"/>
          </p:cNvSpPr>
          <p:nvPr>
            <p:ph idx="1"/>
          </p:nvPr>
        </p:nvSpPr>
        <p:spPr>
          <a:xfrm>
            <a:off x="0" y="1"/>
            <a:ext cx="12192000" cy="6858000"/>
          </a:xfrm>
        </p:spPr>
        <p:txBody>
          <a:bodyPr>
            <a:noAutofit/>
          </a:bodyPr>
          <a:lstStyle/>
          <a:p>
            <a:pPr marL="0" indent="0" algn="ctr">
              <a:buNone/>
            </a:pPr>
            <a:endParaRPr lang="en-US" sz="5400" dirty="0">
              <a:solidFill>
                <a:schemeClr val="bg1"/>
              </a:solidFill>
            </a:endParaRPr>
          </a:p>
          <a:p>
            <a:pPr marL="0" indent="0" algn="ctr">
              <a:buNone/>
            </a:pPr>
            <a:endParaRPr lang="en-US" sz="5400" dirty="0">
              <a:solidFill>
                <a:schemeClr val="bg1"/>
              </a:solidFill>
            </a:endParaRPr>
          </a:p>
          <a:p>
            <a:pPr marL="0" indent="0" algn="ctr">
              <a:buNone/>
            </a:pPr>
            <a:r>
              <a:rPr lang="en-US" sz="8800" b="1" dirty="0" err="1">
                <a:solidFill>
                  <a:srgbClr val="C00000"/>
                </a:solidFill>
              </a:rPr>
              <a:t>የቅድስት</a:t>
            </a:r>
            <a:r>
              <a:rPr lang="en-US" sz="8800" b="1" dirty="0">
                <a:solidFill>
                  <a:srgbClr val="C00000"/>
                </a:solidFill>
              </a:rPr>
              <a:t> </a:t>
            </a:r>
            <a:r>
              <a:rPr lang="en-US" sz="8800" b="1" dirty="0" err="1">
                <a:solidFill>
                  <a:srgbClr val="C00000"/>
                </a:solidFill>
              </a:rPr>
              <a:t>ድንግል</a:t>
            </a:r>
            <a:r>
              <a:rPr lang="en-US" sz="8800" b="1" dirty="0">
                <a:solidFill>
                  <a:srgbClr val="C00000"/>
                </a:solidFill>
              </a:rPr>
              <a:t> </a:t>
            </a:r>
            <a:r>
              <a:rPr lang="en-US" sz="8800" b="1" dirty="0" err="1">
                <a:solidFill>
                  <a:srgbClr val="C00000"/>
                </a:solidFill>
              </a:rPr>
              <a:t>ማርያም</a:t>
            </a:r>
            <a:r>
              <a:rPr lang="en-US" sz="8800" b="1" dirty="0">
                <a:solidFill>
                  <a:srgbClr val="C00000"/>
                </a:solidFill>
              </a:rPr>
              <a:t> </a:t>
            </a:r>
            <a:r>
              <a:rPr lang="en-US" sz="8800" b="1" dirty="0" err="1">
                <a:solidFill>
                  <a:srgbClr val="C00000"/>
                </a:solidFill>
              </a:rPr>
              <a:t>የቁርባን</a:t>
            </a:r>
            <a:r>
              <a:rPr lang="en-US" sz="8800" b="1" dirty="0">
                <a:solidFill>
                  <a:srgbClr val="C00000"/>
                </a:solidFill>
              </a:rPr>
              <a:t> </a:t>
            </a:r>
            <a:r>
              <a:rPr lang="en-US" sz="8800" b="1" dirty="0" err="1">
                <a:solidFill>
                  <a:srgbClr val="C00000"/>
                </a:solidFill>
              </a:rPr>
              <a:t>ጸሎት</a:t>
            </a:r>
            <a:r>
              <a:rPr lang="en-US" sz="8800" b="1" dirty="0">
                <a:solidFill>
                  <a:srgbClr val="C00000"/>
                </a:solidFill>
              </a:rPr>
              <a:t> (</a:t>
            </a:r>
            <a:r>
              <a:rPr lang="en-US" sz="8800" b="1" dirty="0" err="1">
                <a:solidFill>
                  <a:srgbClr val="C00000"/>
                </a:solidFill>
              </a:rPr>
              <a:t>የእመቤታችን</a:t>
            </a:r>
            <a:r>
              <a:rPr lang="en-US" sz="8800" b="1" dirty="0">
                <a:solidFill>
                  <a:srgbClr val="C00000"/>
                </a:solidFill>
              </a:rPr>
              <a:t>)</a:t>
            </a:r>
            <a:endParaRPr lang="am-ET" sz="8800" b="1" dirty="0">
              <a:solidFill>
                <a:srgbClr val="C00000"/>
              </a:solidFill>
            </a:endParaRPr>
          </a:p>
        </p:txBody>
      </p:sp>
    </p:spTree>
    <p:extLst>
      <p:ext uri="{BB962C8B-B14F-4D97-AF65-F5344CB8AC3E}">
        <p14:creationId xmlns:p14="http://schemas.microsoft.com/office/powerpoint/2010/main" val="3065803260"/>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871A9347-828D-9E52-D5B0-919C4BCB67E2}"/>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33632DE-81E4-6F0E-108B-9AD85E9C6E35}"/>
              </a:ext>
            </a:extLst>
          </p:cNvPr>
          <p:cNvSpPr>
            <a:spLocks noGrp="1"/>
          </p:cNvSpPr>
          <p:nvPr>
            <p:ph idx="1"/>
          </p:nvPr>
        </p:nvSpPr>
        <p:spPr>
          <a:xfrm>
            <a:off x="0" y="1"/>
            <a:ext cx="12192000" cy="6858000"/>
          </a:xfrm>
        </p:spPr>
        <p:txBody>
          <a:bodyPr>
            <a:noAutofit/>
          </a:bodyPr>
          <a:lstStyle/>
          <a:p>
            <a:pPr marL="0" indent="0">
              <a:buNone/>
            </a:pPr>
            <a:r>
              <a:rPr lang="am-ET" sz="5400" dirty="0"/>
              <a:t>ይ.ካ. እግዚአብሔር ከሁላችን ጋር ይሁን፡፡</a:t>
            </a:r>
          </a:p>
          <a:p>
            <a:pPr marL="0" indent="0">
              <a:buNone/>
            </a:pPr>
            <a:r>
              <a:rPr lang="am-ET" sz="5400" dirty="0"/>
              <a:t>ይ.ሕ. ከመንፈስህም ጋር፡፡</a:t>
            </a:r>
          </a:p>
          <a:p>
            <a:pPr marL="0" indent="0">
              <a:buNone/>
            </a:pPr>
            <a:r>
              <a:rPr lang="am-ET" sz="5400" dirty="0"/>
              <a:t>ይ.ካ. አምላካችንን አመስግኑት</a:t>
            </a:r>
          </a:p>
          <a:p>
            <a:pPr marL="0" indent="0">
              <a:buNone/>
            </a:pPr>
            <a:r>
              <a:rPr lang="am-ET" sz="5400" dirty="0"/>
              <a:t>ይ.ሕ. እውነት ነው ይገባል፡፡</a:t>
            </a:r>
          </a:p>
          <a:p>
            <a:pPr marL="0" indent="0">
              <a:buNone/>
            </a:pPr>
            <a:r>
              <a:rPr lang="am-ET" sz="5400" dirty="0"/>
              <a:t>ይ.ካ. ልባችሁን ከፍ አድርጉ፡፡</a:t>
            </a:r>
          </a:p>
          <a:p>
            <a:pPr marL="0" indent="0">
              <a:buNone/>
            </a:pPr>
            <a:r>
              <a:rPr lang="am-ET" sz="5400" dirty="0"/>
              <a:t>ይ.ሕ. ልባችን በአምላካችን በእግዚአብሔር ዘንድ ነው፡፡</a:t>
            </a:r>
          </a:p>
        </p:txBody>
      </p:sp>
    </p:spTree>
    <p:extLst>
      <p:ext uri="{BB962C8B-B14F-4D97-AF65-F5344CB8AC3E}">
        <p14:creationId xmlns:p14="http://schemas.microsoft.com/office/powerpoint/2010/main" val="1954498145"/>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1A966C04-212D-674B-3270-5E477BA1463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60BD63A-1A46-F3E0-30EC-FB4963E13515}"/>
              </a:ext>
            </a:extLst>
          </p:cNvPr>
          <p:cNvSpPr>
            <a:spLocks noGrp="1"/>
          </p:cNvSpPr>
          <p:nvPr>
            <p:ph idx="1"/>
          </p:nvPr>
        </p:nvSpPr>
        <p:spPr>
          <a:xfrm>
            <a:off x="0" y="1"/>
            <a:ext cx="12192000" cy="6858000"/>
          </a:xfrm>
        </p:spPr>
        <p:txBody>
          <a:bodyPr>
            <a:noAutofit/>
          </a:bodyPr>
          <a:lstStyle/>
          <a:p>
            <a:pPr marL="0" indent="0">
              <a:buNone/>
            </a:pPr>
            <a:r>
              <a:rPr lang="am-ET" sz="5400" dirty="0"/>
              <a:t>ይ.ካ. ልቤ መልካም ነገርን ያፈልቃል፤ እኔም የድንግልን ምስጋናና ትልቅነትዋን እናገራለሁ፤ በዛሬው ቀን፤ በዚህ ግሩም በሆነው ምሥጢር፤ በዚህ ማዕድና ቁርባን ፊት በትሕትናና በፍቅር እቆማለሁ፡፡ ፈቃዱን የሚፈጽሙትንና የልብ ቅንነት ያላቸውን የሚያድን ቁርባን ነው፡፡ ስለዚህ ማርያም ሆይ እውነተኛ የጽድቅ መብልና እውነተኛ የሕይወት መጠጥ የሆነውን ወልደሽልናልና እንወድሻለን ከፍ ከፍም እናደርግሻለን፡፡</a:t>
            </a:r>
          </a:p>
        </p:txBody>
      </p:sp>
    </p:spTree>
    <p:extLst>
      <p:ext uri="{BB962C8B-B14F-4D97-AF65-F5344CB8AC3E}">
        <p14:creationId xmlns:p14="http://schemas.microsoft.com/office/powerpoint/2010/main" val="1991025461"/>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AE3DB78D-FDCE-A50B-F02E-3D75B8881E8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1E483EB-CF2C-50C3-7286-EF7BCF385B1B}"/>
              </a:ext>
            </a:extLst>
          </p:cNvPr>
          <p:cNvSpPr>
            <a:spLocks noGrp="1"/>
          </p:cNvSpPr>
          <p:nvPr>
            <p:ph idx="1"/>
          </p:nvPr>
        </p:nvSpPr>
        <p:spPr>
          <a:xfrm>
            <a:off x="0" y="1"/>
            <a:ext cx="12192000" cy="6858000"/>
          </a:xfrm>
        </p:spPr>
        <p:txBody>
          <a:bodyPr>
            <a:noAutofit/>
          </a:bodyPr>
          <a:lstStyle/>
          <a:p>
            <a:pPr marL="0" indent="0">
              <a:buNone/>
            </a:pPr>
            <a:r>
              <a:rPr lang="am-ET" sz="4800" dirty="0"/>
              <a:t>ይ.ዲ. ብፅዕትና ደስተኛ ስለሆነችው፤ በሁሉም ዘንድ የተመሰገነችና የተባረከች ስለሆነችው ስለ ቅድስትና ንጽሕት የአምላክ እናት፤ ስለ እመቤታችን ድንግል ማርያም፤ ረቂቃንና ሰማያውያን ኃያላን ስለሆኑት ሊቃነ መላእክት፤ ስለ አጥማቂው ዮሐንስም፤ ስለ ሐዋርያትና ስለ ወንጌላውያን፤ ስለ ሰማዕታትም፤ ጌታ ሆይ ብፁዕና ቅዱስ ርእሰ ሊቃነ ጳጳሳትን አቡነ </a:t>
            </a:r>
            <a:r>
              <a:rPr lang="en-US" sz="4800" dirty="0" err="1"/>
              <a:t>ፍራንቸስኮስ</a:t>
            </a:r>
            <a:r>
              <a:rPr lang="en-US" sz="4800" dirty="0"/>
              <a:t> </a:t>
            </a:r>
            <a:r>
              <a:rPr lang="am-ET" sz="4800" dirty="0"/>
              <a:t>እና ብፁዕ ጳጳሳችን አቡነ </a:t>
            </a:r>
            <a:r>
              <a:rPr lang="en-US" sz="4800" dirty="0" err="1"/>
              <a:t>ብርሐነየሱስ</a:t>
            </a:r>
            <a:r>
              <a:rPr lang="en-US" sz="4800" dirty="0"/>
              <a:t> </a:t>
            </a:r>
            <a:r>
              <a:rPr lang="am-ET" sz="4800" dirty="0"/>
              <a:t>አስታውሳቸው፤ በሕይወታቸው ጠብቃቸው፤ አድናቸው፤ ኃጢአታቸውን ይቅር በልላቸው፤ እኛንም ለዘለዓለም ማረን፡፡</a:t>
            </a:r>
          </a:p>
        </p:txBody>
      </p:sp>
    </p:spTree>
    <p:extLst>
      <p:ext uri="{BB962C8B-B14F-4D97-AF65-F5344CB8AC3E}">
        <p14:creationId xmlns:p14="http://schemas.microsoft.com/office/powerpoint/2010/main" val="282744836"/>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0929292D-F306-D6F7-D6B9-90133FCFAD52}"/>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05C6A68-DBA7-FC36-673D-B9139C800B24}"/>
              </a:ext>
            </a:extLst>
          </p:cNvPr>
          <p:cNvSpPr>
            <a:spLocks noGrp="1"/>
          </p:cNvSpPr>
          <p:nvPr>
            <p:ph idx="1"/>
          </p:nvPr>
        </p:nvSpPr>
        <p:spPr>
          <a:xfrm>
            <a:off x="0" y="1"/>
            <a:ext cx="12192000" cy="6858000"/>
          </a:xfrm>
        </p:spPr>
        <p:txBody>
          <a:bodyPr>
            <a:noAutofit/>
          </a:bodyPr>
          <a:lstStyle/>
          <a:p>
            <a:pPr marL="0" indent="0">
              <a:buNone/>
            </a:pPr>
            <a:r>
              <a:rPr lang="am-ET" sz="4800" dirty="0"/>
              <a:t>ይ.ን.ዲ. ጌታ ሆይ በሞት ከዚህ ዓለም የተለዩትን ሊቃነ፤ ጳጳሳትንና ጳጳሳትን፤ ኤጲስ ቆጶሳትን ካህናትን፤ ዲያቆናትንና ሕዝበ ክርስቲያንን ሁሉ ማራቸው፤ ይቅር በላቸው፡፡</a:t>
            </a:r>
          </a:p>
        </p:txBody>
      </p:sp>
    </p:spTree>
    <p:extLst>
      <p:ext uri="{BB962C8B-B14F-4D97-AF65-F5344CB8AC3E}">
        <p14:creationId xmlns:p14="http://schemas.microsoft.com/office/powerpoint/2010/main" val="2643108367"/>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C0B69969-1D5E-03AA-C3AE-F1FB17DA0C1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3BF3905-A899-7D30-9C98-D491A78A2799}"/>
              </a:ext>
            </a:extLst>
          </p:cNvPr>
          <p:cNvSpPr>
            <a:spLocks noGrp="1"/>
          </p:cNvSpPr>
          <p:nvPr>
            <p:ph idx="1"/>
          </p:nvPr>
        </p:nvSpPr>
        <p:spPr>
          <a:xfrm>
            <a:off x="0" y="1"/>
            <a:ext cx="12192000" cy="6858000"/>
          </a:xfrm>
        </p:spPr>
        <p:txBody>
          <a:bodyPr>
            <a:noAutofit/>
          </a:bodyPr>
          <a:lstStyle/>
          <a:p>
            <a:pPr marL="0" indent="0">
              <a:buNone/>
            </a:pPr>
            <a:r>
              <a:rPr lang="am-ET" sz="4800" dirty="0"/>
              <a:t>ይ.ካ. የነዚህንም የሁሉንም ነፍስ አሳርፍ ይቅር በላቸው፤ የድል አድራጊዎች ሰማዕታት፤ የቡሩካን፤ ጻድቃን፤ የትጉሀን መላእክት ተብሎ በተጠራበት ቦታና በሁሉም ቦታ፤ አንቺ ከሁሉም በላይ ነሽ፤ ስምሽም በእግዚአብሔር ዘንድ ሥልጣን ያለው ነው፡፡</a:t>
            </a:r>
            <a:endParaRPr lang="en-US" sz="4800" dirty="0"/>
          </a:p>
          <a:p>
            <a:pPr marL="0" indent="0">
              <a:buNone/>
            </a:pPr>
            <a:endParaRPr lang="am-ET" sz="4800" dirty="0"/>
          </a:p>
          <a:p>
            <a:pPr marL="0" indent="0">
              <a:buNone/>
            </a:pPr>
            <a:r>
              <a:rPr lang="am-ET" sz="4800" dirty="0"/>
              <a:t>ይ.ዲ. የተቀመጣችሁ ተነሡ፡፡</a:t>
            </a:r>
          </a:p>
        </p:txBody>
      </p:sp>
    </p:spTree>
    <p:extLst>
      <p:ext uri="{BB962C8B-B14F-4D97-AF65-F5344CB8AC3E}">
        <p14:creationId xmlns:p14="http://schemas.microsoft.com/office/powerpoint/2010/main" val="328426343"/>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1CD399C1-0F18-4AC2-69E5-6DD6C46592AC}"/>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95055F1-E644-F77F-82BE-07D94DA9991D}"/>
              </a:ext>
            </a:extLst>
          </p:cNvPr>
          <p:cNvSpPr>
            <a:spLocks noGrp="1"/>
          </p:cNvSpPr>
          <p:nvPr>
            <p:ph idx="1"/>
          </p:nvPr>
        </p:nvSpPr>
        <p:spPr>
          <a:xfrm>
            <a:off x="0" y="1"/>
            <a:ext cx="12192000" cy="6858000"/>
          </a:xfrm>
        </p:spPr>
        <p:txBody>
          <a:bodyPr>
            <a:noAutofit/>
          </a:bodyPr>
          <a:lstStyle/>
          <a:p>
            <a:pPr marL="0" indent="0">
              <a:buNone/>
            </a:pPr>
            <a:r>
              <a:rPr lang="am-ET" sz="4800" dirty="0"/>
              <a:t>ይ.ካ. “አንቺ ጸጋ የመላሽ የደስታ ምንጭ ሆይ፤ ከኪሩቤልና ከሱራፌል ይልቅ የሚበልጥ መልክ ግርማ አለሽ” እያልን በምስጋና የተሞላችውን እስዋን ከፍ ከፍ ለማድረግና ለማመስገን እግዚአብሔርን በመፍራት እንነሣ፡፡ </a:t>
            </a:r>
            <a:endParaRPr lang="en-US" sz="4800" dirty="0"/>
          </a:p>
          <a:p>
            <a:pPr marL="0" indent="0">
              <a:buNone/>
            </a:pPr>
            <a:endParaRPr lang="am-ET" sz="4800" dirty="0"/>
          </a:p>
          <a:p>
            <a:pPr marL="0" indent="0">
              <a:buNone/>
            </a:pPr>
            <a:r>
              <a:rPr lang="am-ET" sz="4800" dirty="0"/>
              <a:t>ይ.ዲ. ወደ መሥራቅ ተመልከቱ፡፡ </a:t>
            </a:r>
          </a:p>
        </p:txBody>
      </p:sp>
    </p:spTree>
    <p:extLst>
      <p:ext uri="{BB962C8B-B14F-4D97-AF65-F5344CB8AC3E}">
        <p14:creationId xmlns:p14="http://schemas.microsoft.com/office/powerpoint/2010/main" val="2965815162"/>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564407B0-DF0F-B6E1-16A9-35FB474334B1}"/>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3F93B5B-7559-3125-E255-8DEB7D214D8E}"/>
              </a:ext>
            </a:extLst>
          </p:cNvPr>
          <p:cNvSpPr>
            <a:spLocks noGrp="1"/>
          </p:cNvSpPr>
          <p:nvPr>
            <p:ph idx="1"/>
          </p:nvPr>
        </p:nvSpPr>
        <p:spPr>
          <a:xfrm>
            <a:off x="0" y="1"/>
            <a:ext cx="12192000" cy="6858000"/>
          </a:xfrm>
        </p:spPr>
        <p:txBody>
          <a:bodyPr>
            <a:noAutofit/>
          </a:bodyPr>
          <a:lstStyle/>
          <a:p>
            <a:pPr marL="0" indent="0">
              <a:buNone/>
            </a:pPr>
            <a:r>
              <a:rPr lang="am-ET" sz="4800" dirty="0"/>
              <a:t>ይ.ካ. እግዚአብሔር አብ በእውነት ወደ ምሥራቅና ወደ ምዕራብ ወደ ሰሜንና ወደ ደቡብ ወደ ዳርቻም ሁሉ ተመለከተና እንዳንቺ ያለ አላገኘም፡፡ ስለዚህ አንቺን መርጦና አፍቅሮ የሚወደውን ልጁን ወዳንቺ ላከ፡፡ </a:t>
            </a:r>
            <a:endParaRPr lang="en-US" sz="4800" dirty="0"/>
          </a:p>
          <a:p>
            <a:pPr marL="0" indent="0">
              <a:buNone/>
            </a:pPr>
            <a:endParaRPr lang="am-ET" sz="4800" dirty="0"/>
          </a:p>
          <a:p>
            <a:pPr marL="0" indent="0">
              <a:buNone/>
            </a:pPr>
            <a:r>
              <a:rPr lang="am-ET" sz="4800" dirty="0"/>
              <a:t>ይ.ዲ. እንመልከት</a:t>
            </a:r>
          </a:p>
        </p:txBody>
      </p:sp>
    </p:spTree>
    <p:extLst>
      <p:ext uri="{BB962C8B-B14F-4D97-AF65-F5344CB8AC3E}">
        <p14:creationId xmlns:p14="http://schemas.microsoft.com/office/powerpoint/2010/main" val="1044495124"/>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FC648102-75E5-0508-B5D7-3211E3F62E6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C44E658-7C48-0FDF-85C0-DCF1D6B958FD}"/>
              </a:ext>
            </a:extLst>
          </p:cNvPr>
          <p:cNvSpPr>
            <a:spLocks noGrp="1"/>
          </p:cNvSpPr>
          <p:nvPr>
            <p:ph idx="1"/>
          </p:nvPr>
        </p:nvSpPr>
        <p:spPr>
          <a:xfrm>
            <a:off x="0" y="1"/>
            <a:ext cx="12192000" cy="6858000"/>
          </a:xfrm>
        </p:spPr>
        <p:txBody>
          <a:bodyPr>
            <a:noAutofit/>
          </a:bodyPr>
          <a:lstStyle/>
          <a:p>
            <a:pPr marL="0" indent="0">
              <a:buNone/>
            </a:pPr>
            <a:r>
              <a:rPr lang="am-ET" sz="4800" dirty="0"/>
              <a:t>ይ.ካ. አንቺን የወደደ እግዚአብሔር አብ ቅዱስ ነው፤ በማኀፀንሽ ያደረ ወልድ ዋሕድ ቅዱስ ነው፤ ያጸናሽ መንፈስ ጰራቅሊጦስ ቅዱስ ነው፡፡ ይህ ነገር ምንኛ ዕፁብ ድንቅ ነው፤ የቀድሞ አባቶች ከሞት ወደ ሕይወት የተሻገሩብሽ ድልድይ ሆይ፤ ከምድር እስከ ሰማይ የምትደርሽ መሰላል ሆይ፤ የፍጥረት ሁሉ መጀመሪያ ባንቺ ነው የታደሰ፤ አዳም ከገነት በተባረረ ጊዜ ተስፋው አንቺ ነበርሽ፤ ድንግል ሆይ የነብያት ትንቢት፤ የሐዋርያት ሞገስ፤ የሰማዕታት እናት፤ የመላእክት እኀት አንቺ ነሽ፤ ድንግል ሆይ በቅድስናና በንጽሕና የተሸለምሽ ነሽ እንጂ በኃጢአት የጸነሽ አይደለሽም፡፡ </a:t>
            </a:r>
          </a:p>
        </p:txBody>
      </p:sp>
    </p:spTree>
    <p:extLst>
      <p:ext uri="{BB962C8B-B14F-4D97-AF65-F5344CB8AC3E}">
        <p14:creationId xmlns:p14="http://schemas.microsoft.com/office/powerpoint/2010/main" val="420075810"/>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7D16C8EC-9D95-DC53-401B-26039B52CBEA}"/>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AD77B6E-6B24-7FD4-8AF6-633F83BBD27F}"/>
              </a:ext>
            </a:extLst>
          </p:cNvPr>
          <p:cNvSpPr>
            <a:spLocks noGrp="1"/>
          </p:cNvSpPr>
          <p:nvPr>
            <p:ph idx="1"/>
          </p:nvPr>
        </p:nvSpPr>
        <p:spPr>
          <a:xfrm>
            <a:off x="0" y="1"/>
            <a:ext cx="12192000" cy="6858000"/>
          </a:xfrm>
        </p:spPr>
        <p:txBody>
          <a:bodyPr>
            <a:noAutofit/>
          </a:bodyPr>
          <a:lstStyle/>
          <a:p>
            <a:pPr marL="0" indent="0">
              <a:buNone/>
            </a:pPr>
            <a:r>
              <a:rPr lang="am-ET" sz="4800" dirty="0"/>
              <a:t>እግዚአብሔር ራሱ ንጽሕናሽን ባየ ጊዜ ገብርኤል የተባለውን ብርሃናዊ መልአኩን ወዳንቺ ላከ፤ እሱም “መንፈስ ቅዱስ ባንቺ ላይ ይመጣል፤ የልዑል እግዚአብሔር ኃይልም ይጋርድሻል” አለሽ፡፡ የእግዚአብሔር ቃል ከአባቱ አጠገብ ሳይለይ ወዳንቺ መጣ፤ ወሰን ሳይኖረው፤ አንቺ ፀነስሽው ከላይ ሳይጐድል፤ ከታች ሳይጨምር በማኀፀንሽ አደረ፡፡</a:t>
            </a:r>
            <a:endParaRPr lang="en-US" sz="4800" dirty="0"/>
          </a:p>
          <a:p>
            <a:pPr marL="0" indent="0">
              <a:buNone/>
            </a:pPr>
            <a:endParaRPr lang="am-ET" sz="4800" dirty="0"/>
          </a:p>
        </p:txBody>
      </p:sp>
    </p:spTree>
    <p:extLst>
      <p:ext uri="{BB962C8B-B14F-4D97-AF65-F5344CB8AC3E}">
        <p14:creationId xmlns:p14="http://schemas.microsoft.com/office/powerpoint/2010/main" val="3846802157"/>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15443EA8-8B5E-B9BE-23FD-265836FD4F14}"/>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23D541D-E285-E10A-054B-368E355C5694}"/>
              </a:ext>
            </a:extLst>
          </p:cNvPr>
          <p:cNvSpPr>
            <a:spLocks noGrp="1"/>
          </p:cNvSpPr>
          <p:nvPr>
            <p:ph idx="1"/>
          </p:nvPr>
        </p:nvSpPr>
        <p:spPr>
          <a:xfrm>
            <a:off x="0" y="1"/>
            <a:ext cx="12192000" cy="6858000"/>
          </a:xfrm>
        </p:spPr>
        <p:txBody>
          <a:bodyPr>
            <a:noAutofit/>
          </a:bodyPr>
          <a:lstStyle/>
          <a:p>
            <a:pPr marL="0" indent="0">
              <a:lnSpc>
                <a:spcPct val="120000"/>
              </a:lnSpc>
              <a:buNone/>
            </a:pPr>
            <a:endParaRPr lang="en-US" sz="5400" dirty="0">
              <a:latin typeface="NotoSansEthiopic"/>
            </a:endParaRPr>
          </a:p>
          <a:p>
            <a:pPr marL="0" indent="0">
              <a:lnSpc>
                <a:spcPct val="120000"/>
              </a:lnSpc>
              <a:buNone/>
            </a:pPr>
            <a:r>
              <a:rPr lang="am-ET" sz="5400" dirty="0">
                <a:latin typeface="NotoSansEthiopic"/>
              </a:rPr>
              <a:t>ይ፡ዲ፦አውሥኡ።</a:t>
            </a:r>
            <a:endParaRPr lang="en-US" sz="5400" dirty="0">
              <a:latin typeface="NotoSansEthiopic"/>
            </a:endParaRPr>
          </a:p>
          <a:p>
            <a:pPr marL="0" indent="0">
              <a:lnSpc>
                <a:spcPct val="120000"/>
              </a:lnSpc>
              <a:buNone/>
            </a:pPr>
            <a:endParaRPr lang="am-ET" sz="5400" dirty="0">
              <a:latin typeface="NotoSansEthiopic"/>
            </a:endParaRPr>
          </a:p>
          <a:p>
            <a:pPr marL="0" indent="0">
              <a:lnSpc>
                <a:spcPct val="120000"/>
              </a:lnSpc>
              <a:buNone/>
            </a:pPr>
            <a:r>
              <a:rPr lang="am-ET" sz="5400" dirty="0">
                <a:latin typeface="NotoSansEthiopic"/>
              </a:rPr>
              <a:t>ይ፡ሕ፦ቅዱስ ቅዱስ ቅዱስ እግዚአብሔር </a:t>
            </a:r>
            <a:r>
              <a:rPr lang="en-US" sz="5400" dirty="0">
                <a:latin typeface="NotoSansEthiopic"/>
              </a:rPr>
              <a:t>ጸ</a:t>
            </a:r>
            <a:r>
              <a:rPr lang="am-ET" sz="5400" dirty="0">
                <a:latin typeface="NotoSansEthiopic"/>
              </a:rPr>
              <a:t>ባኦት</a:t>
            </a:r>
            <a:r>
              <a:rPr lang="en-US" sz="5400" dirty="0">
                <a:latin typeface="NotoSansEthiopic"/>
              </a:rPr>
              <a:t> </a:t>
            </a:r>
            <a:r>
              <a:rPr lang="am-ET" sz="5400" dirty="0">
                <a:latin typeface="NotoSansEthiopic"/>
              </a:rPr>
              <a:t>ፍፁም ምሉ</a:t>
            </a:r>
            <a:r>
              <a:rPr lang="en-US" sz="5400" dirty="0">
                <a:latin typeface="NotoSansEthiopic"/>
              </a:rPr>
              <a:t>እ</a:t>
            </a:r>
            <a:r>
              <a:rPr lang="am-ET" sz="5400" dirty="0">
                <a:latin typeface="NotoSansEthiopic"/>
              </a:rPr>
              <a:t> ሰማያተ ወምድረ ቅድሳ</a:t>
            </a:r>
            <a:r>
              <a:rPr lang="en-US" sz="5400" dirty="0">
                <a:latin typeface="NotoSansEthiopic"/>
              </a:rPr>
              <a:t>ተ </a:t>
            </a:r>
            <a:r>
              <a:rPr lang="am-ET" sz="5400" dirty="0">
                <a:latin typeface="NotoSansEthiopic"/>
              </a:rPr>
              <a:t>ስብሐቲከ።</a:t>
            </a:r>
            <a:endParaRPr lang="en-US" sz="2000" dirty="0"/>
          </a:p>
        </p:txBody>
      </p:sp>
    </p:spTree>
    <p:extLst>
      <p:ext uri="{BB962C8B-B14F-4D97-AF65-F5344CB8AC3E}">
        <p14:creationId xmlns:p14="http://schemas.microsoft.com/office/powerpoint/2010/main" val="471430928"/>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4976851B-FF64-29FC-473B-0A8F2A789CAC}"/>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4F53A7D-63FA-4289-9E10-456AB82F3056}"/>
              </a:ext>
            </a:extLst>
          </p:cNvPr>
          <p:cNvSpPr>
            <a:spLocks noGrp="1"/>
          </p:cNvSpPr>
          <p:nvPr>
            <p:ph idx="1"/>
          </p:nvPr>
        </p:nvSpPr>
        <p:spPr>
          <a:xfrm>
            <a:off x="0" y="1"/>
            <a:ext cx="12192000" cy="6858000"/>
          </a:xfrm>
        </p:spPr>
        <p:txBody>
          <a:bodyPr>
            <a:noAutofit/>
          </a:bodyPr>
          <a:lstStyle/>
          <a:p>
            <a:pPr marL="0" indent="0">
              <a:buNone/>
            </a:pPr>
            <a:r>
              <a:rPr lang="am-ET" sz="5400" dirty="0"/>
              <a:t>ይ.ካ. አሁንም ምስጋና ላንተ፤ ምስጋና ለመንግሥትህ ይሁን ከንጹሕ ዕጣን ጋር ላንተ ምስጋና እናቀርባለን እያልን ልጅሽን እናመሰግነው፡፡</a:t>
            </a:r>
          </a:p>
        </p:txBody>
      </p:sp>
    </p:spTree>
    <p:extLst>
      <p:ext uri="{BB962C8B-B14F-4D97-AF65-F5344CB8AC3E}">
        <p14:creationId xmlns:p14="http://schemas.microsoft.com/office/powerpoint/2010/main" val="3314722424"/>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7C9A8D20-A097-359A-9B7E-22ABC928458C}"/>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6567AC6-E1F3-11C6-1FDE-1FB62CDC8F53}"/>
              </a:ext>
            </a:extLst>
          </p:cNvPr>
          <p:cNvSpPr>
            <a:spLocks noGrp="1"/>
          </p:cNvSpPr>
          <p:nvPr>
            <p:ph idx="1"/>
          </p:nvPr>
        </p:nvSpPr>
        <p:spPr>
          <a:xfrm>
            <a:off x="0" y="1"/>
            <a:ext cx="12192000" cy="6858000"/>
          </a:xfrm>
        </p:spPr>
        <p:txBody>
          <a:bodyPr>
            <a:noAutofit/>
          </a:bodyPr>
          <a:lstStyle/>
          <a:p>
            <a:pPr marL="0" indent="0">
              <a:lnSpc>
                <a:spcPct val="120000"/>
              </a:lnSpc>
              <a:buNone/>
            </a:pPr>
            <a:r>
              <a:rPr lang="am-ET" sz="5400" dirty="0">
                <a:latin typeface="NotoSansEthiopic"/>
              </a:rPr>
              <a:t>ይ፡ሕ፦ተዘከረነ እግዚኦ በው</a:t>
            </a:r>
            <a:r>
              <a:rPr lang="en-US" sz="5400" dirty="0">
                <a:latin typeface="NotoSansEthiopic"/>
              </a:rPr>
              <a:t>ስ</a:t>
            </a:r>
            <a:r>
              <a:rPr lang="am-ET" sz="5400" dirty="0">
                <a:latin typeface="NotoSansEthiopic"/>
              </a:rPr>
              <a:t>ተ መንግሥትከ ተዘከረነ</a:t>
            </a:r>
            <a:r>
              <a:rPr lang="en-US" sz="5400" dirty="0">
                <a:latin typeface="NotoSansEthiopic"/>
              </a:rPr>
              <a:t> </a:t>
            </a:r>
            <a:r>
              <a:rPr lang="am-ET" sz="5400" dirty="0">
                <a:latin typeface="NotoSansEthiopic"/>
              </a:rPr>
              <a:t>እግዚኦ ኦሊቅነ ተዘከረነ እግዚኦ በውስተ</a:t>
            </a:r>
            <a:r>
              <a:rPr lang="en-US" sz="5400" dirty="0">
                <a:latin typeface="NotoSansEthiopic"/>
              </a:rPr>
              <a:t> </a:t>
            </a:r>
            <a:r>
              <a:rPr lang="am-ET" sz="5400" dirty="0">
                <a:latin typeface="NotoSansEthiopic"/>
              </a:rPr>
              <a:t>መንግስትከ በከመ ተዘከርኮ ለ</a:t>
            </a:r>
            <a:r>
              <a:rPr lang="en-US" sz="5400" dirty="0">
                <a:latin typeface="NotoSansEthiopic"/>
              </a:rPr>
              <a:t>ፈ</a:t>
            </a:r>
            <a:r>
              <a:rPr lang="am-ET" sz="5400" dirty="0">
                <a:latin typeface="NotoSansEthiopic"/>
              </a:rPr>
              <a:t>ያታዊ ዘየማን</a:t>
            </a:r>
            <a:r>
              <a:rPr lang="en-US" sz="5400" dirty="0">
                <a:latin typeface="NotoSansEthiopic"/>
              </a:rPr>
              <a:t> </a:t>
            </a:r>
            <a:r>
              <a:rPr lang="am-ET" sz="5400" dirty="0">
                <a:latin typeface="NotoSansEthiopic"/>
              </a:rPr>
              <a:t>እንዘ ሀሎከ ዲበ ዕፅ መስቀል ቅዱስ</a:t>
            </a:r>
            <a:r>
              <a:rPr lang="en-US" sz="5400" dirty="0">
                <a:latin typeface="NotoSansEthiopic"/>
              </a:rPr>
              <a:t>።</a:t>
            </a:r>
            <a:endParaRPr lang="en-US" sz="5400" dirty="0"/>
          </a:p>
        </p:txBody>
      </p:sp>
    </p:spTree>
    <p:extLst>
      <p:ext uri="{BB962C8B-B14F-4D97-AF65-F5344CB8AC3E}">
        <p14:creationId xmlns:p14="http://schemas.microsoft.com/office/powerpoint/2010/main" val="2000750774"/>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0D3574DB-5C26-1F59-B0D6-8188E2562ED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2866659-88B0-824A-173F-FC329C2CFDF2}"/>
              </a:ext>
            </a:extLst>
          </p:cNvPr>
          <p:cNvSpPr>
            <a:spLocks noGrp="1"/>
          </p:cNvSpPr>
          <p:nvPr>
            <p:ph idx="1"/>
          </p:nvPr>
        </p:nvSpPr>
        <p:spPr>
          <a:xfrm>
            <a:off x="0" y="1"/>
            <a:ext cx="12192000" cy="6858000"/>
          </a:xfrm>
        </p:spPr>
        <p:txBody>
          <a:bodyPr>
            <a:noAutofit/>
          </a:bodyPr>
          <a:lstStyle/>
          <a:p>
            <a:pPr marL="0" indent="0">
              <a:buNone/>
            </a:pPr>
            <a:r>
              <a:rPr lang="am-ET" sz="5400" dirty="0"/>
              <a:t>ይ.ሕ. ጌታ ሆይ በመንግሥትህ አስታውሰን መምህራችን ሆይ አስታውሰን ጌታ ሆይ በቅዱስ መስቀል ላይ ሳለህ በቀኝህ የተሰቀለውን በደለኛ እንዳስታወስከው በመንግሥትህ አስታውሰን፡፡</a:t>
            </a:r>
          </a:p>
        </p:txBody>
      </p:sp>
    </p:spTree>
    <p:extLst>
      <p:ext uri="{BB962C8B-B14F-4D97-AF65-F5344CB8AC3E}">
        <p14:creationId xmlns:p14="http://schemas.microsoft.com/office/powerpoint/2010/main" val="164710051"/>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3AC4FA92-325A-B6FE-63E1-158B06569A01}"/>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8AD0111-EE8F-3472-9E37-5FBCEF248000}"/>
              </a:ext>
            </a:extLst>
          </p:cNvPr>
          <p:cNvSpPr>
            <a:spLocks noGrp="1"/>
          </p:cNvSpPr>
          <p:nvPr>
            <p:ph idx="1"/>
          </p:nvPr>
        </p:nvSpPr>
        <p:spPr>
          <a:xfrm>
            <a:off x="0" y="1"/>
            <a:ext cx="12192000" cy="6858000"/>
          </a:xfrm>
        </p:spPr>
        <p:txBody>
          <a:bodyPr>
            <a:noAutofit/>
          </a:bodyPr>
          <a:lstStyle/>
          <a:p>
            <a:pPr marL="0" indent="0">
              <a:buNone/>
            </a:pPr>
            <a:r>
              <a:rPr lang="am-ET" sz="5400" dirty="0"/>
              <a:t>ይ.ካ. ሰውነቱን ለሞት በሰጠበት በዚያች ሌሊት፤ ለደቀ መዛሙርቱ ስለ ስቅለቱና ስለ ሕማማቱ፤ ስማ ሞቱና ቀድሞ እንደነበረው በሥጋና በነፍስ፤ በአጥንትና በደም፤ በሶስተኛው ቀን ስለመነሣቱ በብዙ ምልክቶች ገለጸላቸው፡፡ አሥራ ሁለቱ ደቀ መዛሙርት ከእሱ ጋር በቀኙና በግራው እንዳሉ በእነሱም ውስጥ በተፈጥሮ ከስንዴ ጋር እንደተቀላቀለ እንክርዳድ የሆነው ይሁዳን እንዳለ</a:t>
            </a:r>
            <a:r>
              <a:rPr lang="en-US" sz="5400" dirty="0"/>
              <a:t> </a:t>
            </a:r>
            <a:r>
              <a:rPr lang="am-ET" sz="5400" dirty="0"/>
              <a:t>ያን ጊዜ ጌታችን ኢየሱስ ክርስቶስ በቅዱሳት እጆቹን እድፍ በሌለባቸው ጣቶቹ  ኀብስትን ያዘ </a:t>
            </a:r>
          </a:p>
        </p:txBody>
      </p:sp>
    </p:spTree>
    <p:extLst>
      <p:ext uri="{BB962C8B-B14F-4D97-AF65-F5344CB8AC3E}">
        <p14:creationId xmlns:p14="http://schemas.microsoft.com/office/powerpoint/2010/main" val="2254152088"/>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86EDE0D5-C37A-4121-DC70-70E0494AF927}"/>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56D19A8-D549-348B-D6EC-C4666750352E}"/>
              </a:ext>
            </a:extLst>
          </p:cNvPr>
          <p:cNvSpPr>
            <a:spLocks noGrp="1"/>
          </p:cNvSpPr>
          <p:nvPr>
            <p:ph idx="1"/>
          </p:nvPr>
        </p:nvSpPr>
        <p:spPr>
          <a:xfrm>
            <a:off x="0" y="1"/>
            <a:ext cx="12192000" cy="6858000"/>
          </a:xfrm>
        </p:spPr>
        <p:txBody>
          <a:bodyPr>
            <a:noAutofit/>
          </a:bodyPr>
          <a:lstStyle/>
          <a:p>
            <a:pPr marL="0" indent="0">
              <a:buNone/>
            </a:pPr>
            <a:r>
              <a:rPr lang="am-ET" sz="5400" dirty="0"/>
              <a:t>ይ.ሕ. ይህ እንደሆነ እናምናለን በውነት እናምናለን፡፡</a:t>
            </a:r>
            <a:endParaRPr lang="en-US" sz="5400" dirty="0"/>
          </a:p>
          <a:p>
            <a:pPr marL="0" indent="0">
              <a:buNone/>
            </a:pPr>
            <a:r>
              <a:rPr lang="am-ET" sz="5400" dirty="0"/>
              <a:t>ይ.ካ. ወደ ሰማይ፤ ወደ አንተ፤ ወደ አባቱ ራሱን ቀና አደረገ አባቱን አማለደ፡፡ ደቀመዛሙርቱን ከክፉ ሁሉ እንዲጠብቃቸው አደራ አለው፤ ራሱ ቡሩክ ሲሆን ባርኮ፤ ራሱ ቅዱስ ሲሆን ቀድሶ፤ ቆርሶም ለደቀመዛሙርቱ እንዲህ ሲል ሰጣቸው፤ እንካችሁ ሁላችሁም ከሱ ብሉ ለዓለም ሁሉ ቤዛ ስለእናንተ የሚሰጥ ይህ ሥጋዬ ነው፡፡</a:t>
            </a:r>
          </a:p>
        </p:txBody>
      </p:sp>
    </p:spTree>
    <p:extLst>
      <p:ext uri="{BB962C8B-B14F-4D97-AF65-F5344CB8AC3E}">
        <p14:creationId xmlns:p14="http://schemas.microsoft.com/office/powerpoint/2010/main" val="2562209855"/>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FA68EC53-11B6-D099-6310-BEE3321A1BA2}"/>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659C2E2-8660-DC95-A585-2EB568A3103E}"/>
              </a:ext>
            </a:extLst>
          </p:cNvPr>
          <p:cNvSpPr>
            <a:spLocks noGrp="1"/>
          </p:cNvSpPr>
          <p:nvPr>
            <p:ph idx="1"/>
          </p:nvPr>
        </p:nvSpPr>
        <p:spPr>
          <a:xfrm>
            <a:off x="0" y="1"/>
            <a:ext cx="12192000" cy="6858000"/>
          </a:xfrm>
        </p:spPr>
        <p:txBody>
          <a:bodyPr>
            <a:noAutofit/>
          </a:bodyPr>
          <a:lstStyle/>
          <a:p>
            <a:pPr marL="0" indent="0">
              <a:buNone/>
            </a:pPr>
            <a:r>
              <a:rPr lang="am-ET" sz="5400" dirty="0"/>
              <a:t>ይ.ሕ. አሜን አሜን አሜን እናምናለን እንታመንማለን ጌታችንና አምላካችን ሆይ እናመሰግንሃለን ይህ ሥጋህ መሆኑን በውነት እናምናለን፡፡</a:t>
            </a:r>
          </a:p>
          <a:p>
            <a:pPr marL="0" indent="0">
              <a:buNone/>
            </a:pPr>
            <a:r>
              <a:rPr lang="am-ET" sz="5400" dirty="0"/>
              <a:t>ይ.ካ. እንዲሁም ከእራት በኋላ ጽዋውን ተመለከተ እንዲህም አለ እንካችሁ ሁሉም ከሱ ጠጡ ስለ እናንተ ለኃጢአት ይቅርታ የሚፈስ ይህ ጽዋ ደሜ ነው፡፡</a:t>
            </a:r>
          </a:p>
          <a:p>
            <a:pPr marL="0" indent="0">
              <a:buNone/>
            </a:pPr>
            <a:endParaRPr lang="am-ET" sz="5400" dirty="0"/>
          </a:p>
        </p:txBody>
      </p:sp>
    </p:spTree>
    <p:extLst>
      <p:ext uri="{BB962C8B-B14F-4D97-AF65-F5344CB8AC3E}">
        <p14:creationId xmlns:p14="http://schemas.microsoft.com/office/powerpoint/2010/main" val="2894355371"/>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7F928FCC-EEFC-48FA-B6B9-FEE313485015}"/>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6CF24D3-5CA0-1F2E-E0F8-2BC1B6A315B1}"/>
              </a:ext>
            </a:extLst>
          </p:cNvPr>
          <p:cNvSpPr>
            <a:spLocks noGrp="1"/>
          </p:cNvSpPr>
          <p:nvPr>
            <p:ph idx="1"/>
          </p:nvPr>
        </p:nvSpPr>
        <p:spPr>
          <a:xfrm>
            <a:off x="0" y="1"/>
            <a:ext cx="12192000" cy="6858000"/>
          </a:xfrm>
        </p:spPr>
        <p:txBody>
          <a:bodyPr>
            <a:noAutofit/>
          </a:bodyPr>
          <a:lstStyle/>
          <a:p>
            <a:pPr marL="0" indent="0">
              <a:buNone/>
            </a:pPr>
            <a:r>
              <a:rPr lang="am-ET" sz="5400" dirty="0"/>
              <a:t>ይ.ሕ. አሜን አሜን አሜን እናምናለን እንታመንማለን ጌታችንና አምላካችን ሆይ እናመሰግንሃለን ይህ ደምህ መሆኑን በውነት እናምናለን</a:t>
            </a:r>
            <a:r>
              <a:rPr lang="en-US" sz="5400" dirty="0"/>
              <a:t>።</a:t>
            </a:r>
          </a:p>
          <a:p>
            <a:pPr marL="0" indent="0">
              <a:buNone/>
            </a:pPr>
            <a:r>
              <a:rPr lang="am-ET" sz="5400" dirty="0"/>
              <a:t>ይ.ካ. ይህን ስታደርጉ የሞትን መታሰቢያ ታደርጋላችሁ፤ የኔን ትንሣኤም ትናገራላችሁ፡፡</a:t>
            </a:r>
          </a:p>
        </p:txBody>
      </p:sp>
    </p:spTree>
    <p:extLst>
      <p:ext uri="{BB962C8B-B14F-4D97-AF65-F5344CB8AC3E}">
        <p14:creationId xmlns:p14="http://schemas.microsoft.com/office/powerpoint/2010/main" val="1651932147"/>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39CE4A70-EF08-4C5C-B45A-9F1A61662266}"/>
              </a:ext>
            </a:extLst>
          </p:cNvPr>
          <p:cNvSpPr>
            <a:spLocks noGrp="1"/>
          </p:cNvSpPr>
          <p:nvPr>
            <p:ph idx="1"/>
          </p:nvPr>
        </p:nvSpPr>
        <p:spPr>
          <a:xfrm>
            <a:off x="136478" y="150126"/>
            <a:ext cx="11832609" cy="6605517"/>
          </a:xfrm>
        </p:spPr>
        <p:txBody>
          <a:bodyPr>
            <a:normAutofit fontScale="70000" lnSpcReduction="20000"/>
          </a:bodyPr>
          <a:lstStyle/>
          <a:p>
            <a:pPr marL="0" indent="0">
              <a:lnSpc>
                <a:spcPct val="120000"/>
              </a:lnSpc>
              <a:buNone/>
            </a:pPr>
            <a:r>
              <a:rPr lang="am-ET" sz="8000" dirty="0">
                <a:latin typeface="NotoSansEthiopic"/>
              </a:rPr>
              <a:t>ይ፡ዲ፦ ጸልዩ በእንተ አበዊነ ጳጳሳት ወአበዊነ ኤጲስ ቆጶሳት ወአበዊነ ቀሳውስት ወአኃዊነ ዲያቆናት</a:t>
            </a:r>
          </a:p>
          <a:p>
            <a:pPr marL="0" indent="0">
              <a:lnSpc>
                <a:spcPct val="120000"/>
              </a:lnSpc>
              <a:buNone/>
            </a:pPr>
            <a:r>
              <a:rPr lang="am-ET" sz="8000" dirty="0">
                <a:latin typeface="NotoSansEthiopic"/>
              </a:rPr>
              <a:t>ጸልዩ ወሉደ ዛቲ ቤተክርስቲያን በእንተ መሃይምናን ወመህይምት</a:t>
            </a:r>
            <a:r>
              <a:rPr lang="en-US" sz="8000" dirty="0">
                <a:latin typeface="NotoSansEthiopic"/>
              </a:rPr>
              <a:t>፣</a:t>
            </a:r>
            <a:r>
              <a:rPr lang="am-ET" sz="8000" dirty="0">
                <a:latin typeface="NotoSansEthiopic"/>
              </a:rPr>
              <a:t>ወካበ ጸልዩ በእንተ ደናግል ወመነኮሳት በእንተ ደቂቅ ወሕፃናት ወበእንተ አእሩግ  ወወራዙት ወመዓስባት</a:t>
            </a:r>
            <a:r>
              <a:rPr lang="en-US" sz="8000" dirty="0">
                <a:latin typeface="NotoSansEthiopic"/>
              </a:rPr>
              <a:t>፣</a:t>
            </a:r>
            <a:r>
              <a:rPr lang="am-ET" sz="8000" dirty="0">
                <a:latin typeface="NotoSansEthiopic"/>
              </a:rPr>
              <a:t>ቁሙ ሠናየ ቁሙ ከመ ሰላሙ እግዚኣብሔር የሃሉ ምስለኩልክሙ።</a:t>
            </a:r>
            <a:endParaRPr lang="en-US" sz="9500" dirty="0"/>
          </a:p>
        </p:txBody>
      </p:sp>
    </p:spTree>
    <p:extLst>
      <p:ext uri="{BB962C8B-B14F-4D97-AF65-F5344CB8AC3E}">
        <p14:creationId xmlns:p14="http://schemas.microsoft.com/office/powerpoint/2010/main" val="2274403863"/>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D0E2454-242B-4A17-B572-1809BBF16F2D}"/>
              </a:ext>
            </a:extLst>
          </p:cNvPr>
          <p:cNvSpPr>
            <a:spLocks noGrp="1"/>
          </p:cNvSpPr>
          <p:nvPr>
            <p:ph idx="1"/>
          </p:nvPr>
        </p:nvSpPr>
        <p:spPr>
          <a:xfrm>
            <a:off x="5570" y="2"/>
            <a:ext cx="12180861" cy="6858000"/>
          </a:xfrm>
        </p:spPr>
        <p:txBody>
          <a:bodyPr>
            <a:noAutofit/>
          </a:bodyPr>
          <a:lstStyle/>
          <a:p>
            <a:pPr marL="0" indent="0">
              <a:buNone/>
            </a:pPr>
            <a:r>
              <a:rPr lang="am-ET" sz="5921" dirty="0">
                <a:solidFill>
                  <a:srgbClr val="FF0000"/>
                </a:solidFill>
              </a:rPr>
              <a:t>ይ.ካ</a:t>
            </a:r>
            <a:r>
              <a:rPr lang="am-ET" sz="5921" dirty="0"/>
              <a:t>. በመንፈስ ቅዱስም አንድ እንድንሆን አድርገን፤ ለዘላለም ባንተ ሕይወት እንድናገኝ፤ በዚህ ቁርባን አድነን፤ የእግዚአብሔር ስም የተመሰገነ ይሁን፤ በእግዚአብሔር ስም የሚመጣ የተመሰገነ ይሁን፤ ገናና ስሙ የተመሰገነ ይሁን፤ የመንፈስ ቅዱስን ጸጋ ስጠን፡፡</a:t>
            </a:r>
          </a:p>
        </p:txBody>
      </p:sp>
    </p:spTree>
    <p:extLst>
      <p:ext uri="{BB962C8B-B14F-4D97-AF65-F5344CB8AC3E}">
        <p14:creationId xmlns:p14="http://schemas.microsoft.com/office/powerpoint/2010/main" val="3013223714"/>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39CE4A70-EF08-4C5C-B45A-9F1A61662266}"/>
              </a:ext>
            </a:extLst>
          </p:cNvPr>
          <p:cNvSpPr>
            <a:spLocks noGrp="1"/>
          </p:cNvSpPr>
          <p:nvPr>
            <p:ph idx="1"/>
          </p:nvPr>
        </p:nvSpPr>
        <p:spPr>
          <a:xfrm>
            <a:off x="0" y="0"/>
            <a:ext cx="12192000" cy="6858000"/>
          </a:xfrm>
        </p:spPr>
        <p:txBody>
          <a:bodyPr>
            <a:noAutofit/>
          </a:bodyPr>
          <a:lstStyle/>
          <a:p>
            <a:pPr marL="0" indent="0" algn="ctr">
              <a:lnSpc>
                <a:spcPct val="100000"/>
              </a:lnSpc>
              <a:buNone/>
            </a:pPr>
            <a:r>
              <a:rPr lang="am-ET" sz="8000" b="1" dirty="0">
                <a:latin typeface="NotoSansEthiopic"/>
              </a:rPr>
              <a:t>ሀበነ ንኀበር በዘዚአከ መንፈስ ቅዱስ</a:t>
            </a:r>
            <a:r>
              <a:rPr lang="en-US" sz="8000" b="1" dirty="0">
                <a:latin typeface="NotoSansEthiopic"/>
              </a:rPr>
              <a:t> </a:t>
            </a:r>
            <a:r>
              <a:rPr lang="am-ET" sz="8000" b="1" dirty="0">
                <a:latin typeface="NotoSansEthiopic"/>
              </a:rPr>
              <a:t>፤ወፈውሰነ በዝንቱ ጵርስፎራ፤ከመ</a:t>
            </a:r>
            <a:r>
              <a:rPr lang="en-US" sz="8000" b="1" dirty="0">
                <a:latin typeface="NotoSansEthiopic"/>
              </a:rPr>
              <a:t> </a:t>
            </a:r>
            <a:r>
              <a:rPr lang="am-ET" sz="8000" b="1" dirty="0">
                <a:latin typeface="NotoSansEthiopic"/>
              </a:rPr>
              <a:t>ብከ ንሕየው</a:t>
            </a:r>
            <a:r>
              <a:rPr lang="en-US" sz="8000" b="1" dirty="0">
                <a:latin typeface="NotoSansEthiopic"/>
              </a:rPr>
              <a:t> </a:t>
            </a:r>
            <a:r>
              <a:rPr lang="am-ET" sz="8000" b="1" dirty="0">
                <a:latin typeface="NotoSansEthiopic"/>
              </a:rPr>
              <a:t>ዘለኵሉ</a:t>
            </a:r>
            <a:r>
              <a:rPr lang="en-US" sz="8000" b="1" dirty="0">
                <a:latin typeface="NotoSansEthiopic"/>
              </a:rPr>
              <a:t> </a:t>
            </a:r>
            <a:r>
              <a:rPr lang="am-ET" sz="8000" b="1" dirty="0">
                <a:latin typeface="NotoSansEthiopic"/>
              </a:rPr>
              <a:t>ዓለም፤ወለዓለመ ዓለም፤ ብሩክ ስሙ</a:t>
            </a:r>
            <a:r>
              <a:rPr lang="en-US" sz="8000" b="1" dirty="0">
                <a:latin typeface="NotoSansEthiopic"/>
              </a:rPr>
              <a:t> </a:t>
            </a:r>
            <a:r>
              <a:rPr lang="am-ET" sz="8000" b="1" dirty="0">
                <a:latin typeface="NotoSansEthiopic"/>
              </a:rPr>
              <a:t>ለእግዚአብሔር፤</a:t>
            </a:r>
            <a:endParaRPr lang="en-US" sz="8000" b="1" dirty="0"/>
          </a:p>
        </p:txBody>
      </p:sp>
    </p:spTree>
    <p:extLst>
      <p:ext uri="{BB962C8B-B14F-4D97-AF65-F5344CB8AC3E}">
        <p14:creationId xmlns:p14="http://schemas.microsoft.com/office/powerpoint/2010/main" val="3553806756"/>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39CE4A70-EF08-4C5C-B45A-9F1A61662266}"/>
              </a:ext>
            </a:extLst>
          </p:cNvPr>
          <p:cNvSpPr>
            <a:spLocks noGrp="1"/>
          </p:cNvSpPr>
          <p:nvPr>
            <p:ph idx="1"/>
          </p:nvPr>
        </p:nvSpPr>
        <p:spPr>
          <a:xfrm>
            <a:off x="0" y="0"/>
            <a:ext cx="12192000" cy="6858000"/>
          </a:xfrm>
        </p:spPr>
        <p:txBody>
          <a:bodyPr>
            <a:noAutofit/>
          </a:bodyPr>
          <a:lstStyle/>
          <a:p>
            <a:pPr marL="0" indent="0" algn="ctr">
              <a:lnSpc>
                <a:spcPct val="100000"/>
              </a:lnSpc>
              <a:buNone/>
            </a:pPr>
            <a:r>
              <a:rPr lang="am-ET" sz="8000" b="1" dirty="0">
                <a:latin typeface="NotoSansEthiopic"/>
              </a:rPr>
              <a:t>ወቡሩክ ዘይመ</a:t>
            </a:r>
            <a:r>
              <a:rPr lang="en-US" sz="8000" b="1" dirty="0">
                <a:latin typeface="NotoSansEthiopic"/>
              </a:rPr>
              <a:t>ጽ</a:t>
            </a:r>
            <a:r>
              <a:rPr lang="am-ET" sz="8000" b="1" dirty="0">
                <a:latin typeface="NotoSansEthiopic"/>
              </a:rPr>
              <a:t>እ በስመ እግዚአብሔር ፤ ወይትባረክ ስመ ስብሐቲሁ ፤ ለይኩን ፤ ለይኩን ፤ </a:t>
            </a:r>
            <a:r>
              <a:rPr lang="en-US" sz="8000" b="1" dirty="0" err="1">
                <a:latin typeface="NotoSansEthiopic"/>
              </a:rPr>
              <a:t>ቡሩከ</a:t>
            </a:r>
            <a:r>
              <a:rPr lang="en-US" sz="8000" b="1" dirty="0">
                <a:latin typeface="NotoSansEthiopic"/>
              </a:rPr>
              <a:t> </a:t>
            </a:r>
            <a:r>
              <a:rPr lang="en-US" sz="8000" b="1" dirty="0" err="1">
                <a:latin typeface="NotoSansEthiopic"/>
              </a:rPr>
              <a:t>ለይኩን</a:t>
            </a:r>
            <a:r>
              <a:rPr lang="en-US" sz="8000" b="1" dirty="0">
                <a:latin typeface="NotoSansEthiopic"/>
              </a:rPr>
              <a:t>፤ </a:t>
            </a:r>
            <a:r>
              <a:rPr lang="am-ET" sz="8000" b="1" dirty="0">
                <a:latin typeface="NotoSansEthiopic"/>
              </a:rPr>
              <a:t>ፈኑ ፤ ፀጋ መንፈስ ቅዱስ ላዕሌነ፡፡</a:t>
            </a:r>
            <a:endParaRPr lang="en-US" sz="8000" b="1" dirty="0"/>
          </a:p>
        </p:txBody>
      </p:sp>
    </p:spTree>
    <p:extLst>
      <p:ext uri="{BB962C8B-B14F-4D97-AF65-F5344CB8AC3E}">
        <p14:creationId xmlns:p14="http://schemas.microsoft.com/office/powerpoint/2010/main" val="4229237643"/>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39CE4A70-EF08-4C5C-B45A-9F1A61662266}"/>
              </a:ext>
            </a:extLst>
          </p:cNvPr>
          <p:cNvSpPr>
            <a:spLocks noGrp="1"/>
          </p:cNvSpPr>
          <p:nvPr>
            <p:ph idx="1"/>
          </p:nvPr>
        </p:nvSpPr>
        <p:spPr>
          <a:xfrm>
            <a:off x="179695" y="0"/>
            <a:ext cx="11832609" cy="6482687"/>
          </a:xfrm>
        </p:spPr>
        <p:txBody>
          <a:bodyPr>
            <a:normAutofit fontScale="92500" lnSpcReduction="20000"/>
          </a:bodyPr>
          <a:lstStyle/>
          <a:p>
            <a:pPr marL="0" indent="0">
              <a:buNone/>
            </a:pPr>
            <a:endParaRPr lang="en-US" sz="9600" dirty="0">
              <a:latin typeface="NotoSansEthiopic"/>
            </a:endParaRPr>
          </a:p>
          <a:p>
            <a:pPr marL="0" indent="0">
              <a:buNone/>
            </a:pPr>
            <a:r>
              <a:rPr lang="am-ET" sz="11500" dirty="0">
                <a:solidFill>
                  <a:srgbClr val="FF0000"/>
                </a:solidFill>
                <a:latin typeface="NotoSansEthiopic"/>
              </a:rPr>
              <a:t>ይ፡ዲ፦ </a:t>
            </a:r>
            <a:r>
              <a:rPr lang="en-US" sz="11500" dirty="0" err="1">
                <a:latin typeface="NotoSansEthiopic"/>
              </a:rPr>
              <a:t>ተንሥኡ</a:t>
            </a:r>
            <a:r>
              <a:rPr lang="en-US" sz="11500" dirty="0">
                <a:latin typeface="NotoSansEthiopic"/>
              </a:rPr>
              <a:t> </a:t>
            </a:r>
            <a:r>
              <a:rPr lang="en-US" sz="11500" dirty="0" err="1">
                <a:latin typeface="NotoSansEthiopic"/>
              </a:rPr>
              <a:t>ለጸሎት</a:t>
            </a:r>
            <a:endParaRPr lang="en-US" sz="11500" dirty="0">
              <a:latin typeface="NotoSansEthiopic"/>
            </a:endParaRPr>
          </a:p>
          <a:p>
            <a:pPr marL="0" indent="0">
              <a:buNone/>
            </a:pPr>
            <a:r>
              <a:rPr lang="am-ET" sz="11500" dirty="0">
                <a:solidFill>
                  <a:srgbClr val="FF0000"/>
                </a:solidFill>
                <a:latin typeface="NotoSansEthiopic"/>
              </a:rPr>
              <a:t>ይ፡</a:t>
            </a:r>
            <a:r>
              <a:rPr lang="en-US" sz="11500" dirty="0">
                <a:solidFill>
                  <a:srgbClr val="FF0000"/>
                </a:solidFill>
                <a:latin typeface="NotoSansEthiopic"/>
              </a:rPr>
              <a:t>ሕ</a:t>
            </a:r>
            <a:r>
              <a:rPr lang="am-ET" sz="11500" dirty="0">
                <a:solidFill>
                  <a:srgbClr val="FF0000"/>
                </a:solidFill>
                <a:latin typeface="NotoSansEthiopic"/>
              </a:rPr>
              <a:t>፦</a:t>
            </a:r>
            <a:r>
              <a:rPr lang="en-US" sz="11500" dirty="0">
                <a:solidFill>
                  <a:srgbClr val="FF0000"/>
                </a:solidFill>
                <a:latin typeface="NotoSansEthiopic"/>
              </a:rPr>
              <a:t> </a:t>
            </a:r>
            <a:r>
              <a:rPr lang="en-US" sz="11500" dirty="0" err="1">
                <a:latin typeface="NotoSansEthiopic"/>
              </a:rPr>
              <a:t>እግዚኦ</a:t>
            </a:r>
            <a:r>
              <a:rPr lang="en-US" sz="11500" dirty="0">
                <a:latin typeface="NotoSansEthiopic"/>
              </a:rPr>
              <a:t> </a:t>
            </a:r>
            <a:r>
              <a:rPr lang="en-US" sz="11500" dirty="0" err="1">
                <a:latin typeface="NotoSansEthiopic"/>
              </a:rPr>
              <a:t>ተሣሀለነ</a:t>
            </a:r>
            <a:endParaRPr lang="en-US" sz="11500" dirty="0">
              <a:latin typeface="NotoSansEthiopic"/>
            </a:endParaRPr>
          </a:p>
          <a:p>
            <a:pPr marL="0" indent="0">
              <a:buNone/>
            </a:pPr>
            <a:r>
              <a:rPr lang="am-ET" sz="11500" dirty="0">
                <a:solidFill>
                  <a:srgbClr val="FF0000"/>
                </a:solidFill>
                <a:latin typeface="NotoSansEthiopic"/>
              </a:rPr>
              <a:t>ይ፡</a:t>
            </a:r>
            <a:r>
              <a:rPr lang="en-US" sz="11500" dirty="0">
                <a:solidFill>
                  <a:srgbClr val="FF0000"/>
                </a:solidFill>
                <a:latin typeface="NotoSansEthiopic"/>
              </a:rPr>
              <a:t>ካ</a:t>
            </a:r>
            <a:r>
              <a:rPr lang="am-ET" sz="11500" dirty="0">
                <a:solidFill>
                  <a:srgbClr val="FF0000"/>
                </a:solidFill>
                <a:latin typeface="NotoSansEthiopic"/>
              </a:rPr>
              <a:t>፦</a:t>
            </a:r>
            <a:r>
              <a:rPr lang="en-US" sz="11500" dirty="0">
                <a:solidFill>
                  <a:srgbClr val="FF0000"/>
                </a:solidFill>
                <a:latin typeface="NotoSansEthiopic"/>
              </a:rPr>
              <a:t>  </a:t>
            </a:r>
            <a:r>
              <a:rPr lang="en-US" sz="11500" dirty="0" err="1">
                <a:latin typeface="NotoSansEthiopic"/>
              </a:rPr>
              <a:t>ሰላም</a:t>
            </a:r>
            <a:r>
              <a:rPr lang="en-US" sz="11500" dirty="0">
                <a:latin typeface="NotoSansEthiopic"/>
              </a:rPr>
              <a:t> </a:t>
            </a:r>
            <a:r>
              <a:rPr lang="en-US" sz="11500" dirty="0" err="1">
                <a:latin typeface="NotoSansEthiopic"/>
              </a:rPr>
              <a:t>ለኩልክሙ</a:t>
            </a:r>
            <a:endParaRPr lang="en-US" sz="11500" dirty="0">
              <a:latin typeface="NotoSansEthiopic"/>
            </a:endParaRPr>
          </a:p>
          <a:p>
            <a:pPr marL="0" indent="0">
              <a:buNone/>
            </a:pPr>
            <a:r>
              <a:rPr lang="am-ET" sz="11500" dirty="0">
                <a:solidFill>
                  <a:srgbClr val="FF0000"/>
                </a:solidFill>
                <a:latin typeface="NotoSansEthiopic"/>
              </a:rPr>
              <a:t>ይ፡</a:t>
            </a:r>
            <a:r>
              <a:rPr lang="en-US" sz="11500" dirty="0">
                <a:solidFill>
                  <a:srgbClr val="FF0000"/>
                </a:solidFill>
                <a:latin typeface="NotoSansEthiopic"/>
              </a:rPr>
              <a:t>ሕ</a:t>
            </a:r>
            <a:r>
              <a:rPr lang="am-ET" sz="11500" dirty="0">
                <a:solidFill>
                  <a:srgbClr val="FF0000"/>
                </a:solidFill>
                <a:latin typeface="NotoSansEthiopic"/>
              </a:rPr>
              <a:t>፦</a:t>
            </a:r>
            <a:r>
              <a:rPr lang="en-US" sz="11500" dirty="0">
                <a:solidFill>
                  <a:srgbClr val="FF0000"/>
                </a:solidFill>
                <a:latin typeface="NotoSansEthiopic"/>
              </a:rPr>
              <a:t> </a:t>
            </a:r>
            <a:r>
              <a:rPr lang="en-US" sz="11500" dirty="0" err="1">
                <a:latin typeface="NotoSansEthiopic"/>
              </a:rPr>
              <a:t>ምስለ</a:t>
            </a:r>
            <a:r>
              <a:rPr lang="en-US" sz="11500" dirty="0">
                <a:latin typeface="NotoSansEthiopic"/>
              </a:rPr>
              <a:t> </a:t>
            </a:r>
            <a:r>
              <a:rPr lang="en-US" sz="11500" dirty="0" err="1">
                <a:latin typeface="NotoSansEthiopic"/>
              </a:rPr>
              <a:t>መንፈስከ</a:t>
            </a:r>
            <a:endParaRPr lang="en-US" sz="11500" dirty="0">
              <a:latin typeface="NotoSansEthiopic"/>
            </a:endParaRPr>
          </a:p>
          <a:p>
            <a:pPr marL="0" indent="0">
              <a:buNone/>
            </a:pPr>
            <a:endParaRPr lang="en-US" sz="11500" dirty="0">
              <a:latin typeface="NotoSansEthiopic"/>
            </a:endParaRPr>
          </a:p>
        </p:txBody>
      </p:sp>
    </p:spTree>
    <p:extLst>
      <p:ext uri="{BB962C8B-B14F-4D97-AF65-F5344CB8AC3E}">
        <p14:creationId xmlns:p14="http://schemas.microsoft.com/office/powerpoint/2010/main" val="3538593761"/>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39CE4A70-EF08-4C5C-B45A-9F1A61662266}"/>
              </a:ext>
            </a:extLst>
          </p:cNvPr>
          <p:cNvSpPr>
            <a:spLocks noGrp="1"/>
          </p:cNvSpPr>
          <p:nvPr>
            <p:ph idx="1"/>
          </p:nvPr>
        </p:nvSpPr>
        <p:spPr>
          <a:xfrm>
            <a:off x="2" y="1"/>
            <a:ext cx="12191998" cy="6857999"/>
          </a:xfrm>
        </p:spPr>
        <p:txBody>
          <a:bodyPr>
            <a:noAutofit/>
          </a:bodyPr>
          <a:lstStyle/>
          <a:p>
            <a:pPr marL="0" indent="0" algn="ctr">
              <a:lnSpc>
                <a:spcPct val="100000"/>
              </a:lnSpc>
              <a:buNone/>
            </a:pPr>
            <a:r>
              <a:rPr lang="en-US" sz="7200" b="1" dirty="0" err="1">
                <a:solidFill>
                  <a:srgbClr val="FF0000"/>
                </a:solidFill>
                <a:latin typeface="NotoSansEthiopic"/>
              </a:rPr>
              <a:t>ይ.ዲ</a:t>
            </a:r>
            <a:r>
              <a:rPr lang="en-US" sz="7200" b="1" dirty="0">
                <a:solidFill>
                  <a:srgbClr val="FF0000"/>
                </a:solidFill>
                <a:latin typeface="NotoSansEthiopic"/>
              </a:rPr>
              <a:t>. </a:t>
            </a:r>
            <a:r>
              <a:rPr lang="en-US" sz="7200" b="1" dirty="0" err="1">
                <a:latin typeface="NotoSansEthiopic"/>
              </a:rPr>
              <a:t>ጸልዩ</a:t>
            </a:r>
            <a:endParaRPr lang="en-US" sz="7200" b="1" dirty="0">
              <a:latin typeface="NotoSansEthiopic"/>
            </a:endParaRPr>
          </a:p>
          <a:p>
            <a:pPr marL="0" indent="0" algn="ctr">
              <a:lnSpc>
                <a:spcPct val="100000"/>
              </a:lnSpc>
              <a:buNone/>
            </a:pPr>
            <a:r>
              <a:rPr lang="am-ET" sz="7200" b="1" dirty="0">
                <a:solidFill>
                  <a:srgbClr val="FF0000"/>
                </a:solidFill>
                <a:latin typeface="NotoSansEthiopic"/>
              </a:rPr>
              <a:t>ይ፡ሕ፦</a:t>
            </a:r>
            <a:r>
              <a:rPr lang="am-ET" sz="7200" b="1" dirty="0">
                <a:latin typeface="NotoSansEthiopic"/>
              </a:rPr>
              <a:t>አቡነ ዘበሰማያት ይትቀደስ ስምከ ፤ ትምጻ</a:t>
            </a:r>
            <a:r>
              <a:rPr lang="en-US" sz="7200" b="1" dirty="0">
                <a:latin typeface="NotoSansEthiopic"/>
              </a:rPr>
              <a:t>እ </a:t>
            </a:r>
            <a:r>
              <a:rPr lang="am-ET" sz="7200" b="1" dirty="0">
                <a:latin typeface="NotoSansEthiopic"/>
              </a:rPr>
              <a:t>መንግ</a:t>
            </a:r>
            <a:r>
              <a:rPr lang="en-US" sz="7200" b="1" dirty="0">
                <a:latin typeface="NotoSansEthiopic"/>
              </a:rPr>
              <a:t>ሥ</a:t>
            </a:r>
            <a:r>
              <a:rPr lang="am-ET" sz="7200" b="1" dirty="0">
                <a:latin typeface="NotoSansEthiopic"/>
              </a:rPr>
              <a:t>ትከ ወይኩን ፈቃድከ በከመ በሰማይ</a:t>
            </a:r>
            <a:r>
              <a:rPr lang="en-US" sz="7200" b="1" dirty="0">
                <a:latin typeface="NotoSansEthiopic"/>
              </a:rPr>
              <a:t> </a:t>
            </a:r>
            <a:r>
              <a:rPr lang="am-ET" sz="7200" b="1" dirty="0">
                <a:latin typeface="NotoSansEthiopic"/>
              </a:rPr>
              <a:t>ከማሁ በምድር ፡፡ ሲሳየነ ዘለለዕለትነ ሀበነ ዮም</a:t>
            </a:r>
            <a:r>
              <a:rPr lang="en-US" sz="7200" b="1" dirty="0">
                <a:latin typeface="NotoSansEthiopic"/>
              </a:rPr>
              <a:t> </a:t>
            </a:r>
            <a:r>
              <a:rPr lang="am-ET" sz="7200" b="1" dirty="0">
                <a:latin typeface="NotoSansEthiopic"/>
              </a:rPr>
              <a:t>፤ </a:t>
            </a:r>
            <a:r>
              <a:rPr lang="en-US" sz="7200" b="1" dirty="0">
                <a:latin typeface="NotoSansEthiopic"/>
              </a:rPr>
              <a:t>ኅ</a:t>
            </a:r>
            <a:r>
              <a:rPr lang="am-ET" sz="7200" b="1" dirty="0">
                <a:latin typeface="NotoSansEthiopic"/>
              </a:rPr>
              <a:t>ድግ ለነ አበሳነ ወጌጋየነ ከመ ንሕነኒ</a:t>
            </a:r>
            <a:r>
              <a:rPr lang="en-US" sz="7200" b="1" dirty="0">
                <a:latin typeface="NotoSansEthiopic"/>
              </a:rPr>
              <a:t> </a:t>
            </a:r>
            <a:r>
              <a:rPr lang="am-ET" sz="7200" b="1" dirty="0">
                <a:latin typeface="NotoSansEthiopic"/>
              </a:rPr>
              <a:t>ን</a:t>
            </a:r>
            <a:r>
              <a:rPr lang="en-US" sz="7200" b="1" dirty="0">
                <a:latin typeface="NotoSansEthiopic"/>
              </a:rPr>
              <a:t>ኅ</a:t>
            </a:r>
            <a:r>
              <a:rPr lang="am-ET" sz="7200" b="1" dirty="0">
                <a:latin typeface="NotoSansEthiopic"/>
              </a:rPr>
              <a:t>ድግ ለዘአበሰ ለነ </a:t>
            </a:r>
            <a:endParaRPr lang="en-US" b="1" dirty="0"/>
          </a:p>
        </p:txBody>
      </p:sp>
    </p:spTree>
    <p:extLst>
      <p:ext uri="{BB962C8B-B14F-4D97-AF65-F5344CB8AC3E}">
        <p14:creationId xmlns:p14="http://schemas.microsoft.com/office/powerpoint/2010/main" val="376464946"/>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39CE4A70-EF08-4C5C-B45A-9F1A61662266}"/>
              </a:ext>
            </a:extLst>
          </p:cNvPr>
          <p:cNvSpPr>
            <a:spLocks noGrp="1"/>
          </p:cNvSpPr>
          <p:nvPr>
            <p:ph idx="1"/>
          </p:nvPr>
        </p:nvSpPr>
        <p:spPr>
          <a:xfrm>
            <a:off x="2" y="106681"/>
            <a:ext cx="11969087" cy="6648963"/>
          </a:xfrm>
        </p:spPr>
        <p:txBody>
          <a:bodyPr>
            <a:normAutofit fontScale="92500"/>
          </a:bodyPr>
          <a:lstStyle/>
          <a:p>
            <a:pPr marL="0" indent="0" algn="ctr">
              <a:lnSpc>
                <a:spcPct val="120000"/>
              </a:lnSpc>
              <a:buNone/>
            </a:pPr>
            <a:r>
              <a:rPr lang="am-ET" sz="8000" b="1" dirty="0">
                <a:latin typeface="NotoSansEthiopic"/>
              </a:rPr>
              <a:t>ኢታብአነ እግዚኦ ውስተ መንሱት ፤ አላ አድኀነነ ወባልሐነ እምኩሉ እኩይ ፤እስመ ዚአከ ይእቲ መንግሥት ኃይል ወስብሐት ለ</a:t>
            </a:r>
            <a:r>
              <a:rPr lang="en-US" sz="8000" b="1" dirty="0">
                <a:latin typeface="NotoSansEthiopic"/>
              </a:rPr>
              <a:t>ዓ</a:t>
            </a:r>
            <a:r>
              <a:rPr lang="am-ET" sz="8000" b="1" dirty="0">
                <a:latin typeface="NotoSansEthiopic"/>
              </a:rPr>
              <a:t>ለመ </a:t>
            </a:r>
            <a:r>
              <a:rPr lang="en-US" sz="8000" b="1" dirty="0">
                <a:latin typeface="NotoSansEthiopic"/>
              </a:rPr>
              <a:t>ዓ</a:t>
            </a:r>
            <a:r>
              <a:rPr lang="am-ET" sz="8000" b="1" dirty="0">
                <a:latin typeface="NotoSansEthiopic"/>
              </a:rPr>
              <a:t>ለም፡፡</a:t>
            </a:r>
            <a:endParaRPr lang="en-US" sz="3200" b="1" dirty="0"/>
          </a:p>
        </p:txBody>
      </p:sp>
    </p:spTree>
    <p:extLst>
      <p:ext uri="{BB962C8B-B14F-4D97-AF65-F5344CB8AC3E}">
        <p14:creationId xmlns:p14="http://schemas.microsoft.com/office/powerpoint/2010/main" val="4042998972"/>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39CE4A70-EF08-4C5C-B45A-9F1A61662266}"/>
              </a:ext>
            </a:extLst>
          </p:cNvPr>
          <p:cNvSpPr>
            <a:spLocks noGrp="1"/>
          </p:cNvSpPr>
          <p:nvPr>
            <p:ph sz="quarter" idx="4294967295"/>
          </p:nvPr>
        </p:nvSpPr>
        <p:spPr>
          <a:xfrm>
            <a:off x="2" y="106681"/>
            <a:ext cx="11969087" cy="6648963"/>
          </a:xfrm>
          <a:prstGeom prst="rect">
            <a:avLst/>
          </a:prstGeom>
        </p:spPr>
        <p:txBody>
          <a:bodyPr>
            <a:normAutofit/>
          </a:bodyPr>
          <a:lstStyle/>
          <a:p>
            <a:pPr marL="0" indent="0" algn="ctr">
              <a:lnSpc>
                <a:spcPct val="120000"/>
              </a:lnSpc>
              <a:buNone/>
            </a:pPr>
            <a:r>
              <a:rPr lang="am-ET" sz="9600" dirty="0">
                <a:latin typeface="NotoSansEthiopic"/>
              </a:rPr>
              <a:t>ይ፡ሕ፦ </a:t>
            </a:r>
            <a:r>
              <a:rPr lang="en-US" sz="9600" b="1" dirty="0" err="1">
                <a:latin typeface="NotoSansEthiopic"/>
              </a:rPr>
              <a:t>በከመ</a:t>
            </a:r>
            <a:r>
              <a:rPr lang="en-US" sz="9600" b="1" dirty="0">
                <a:latin typeface="NotoSansEthiopic"/>
              </a:rPr>
              <a:t> </a:t>
            </a:r>
            <a:r>
              <a:rPr lang="en-US" sz="9600" b="1" dirty="0" err="1">
                <a:latin typeface="NotoSansEthiopic"/>
              </a:rPr>
              <a:t>ምሕረትከ</a:t>
            </a:r>
            <a:r>
              <a:rPr lang="en-US" sz="9600" b="1" dirty="0">
                <a:latin typeface="NotoSansEthiopic"/>
              </a:rPr>
              <a:t> </a:t>
            </a:r>
            <a:r>
              <a:rPr lang="en-US" sz="9600" b="1" dirty="0" err="1">
                <a:latin typeface="NotoSansEthiopic"/>
              </a:rPr>
              <a:t>አምላክነ</a:t>
            </a:r>
            <a:r>
              <a:rPr lang="en-US" sz="9600" b="1" dirty="0">
                <a:latin typeface="NotoSansEthiopic"/>
              </a:rPr>
              <a:t> </a:t>
            </a:r>
            <a:r>
              <a:rPr lang="en-US" sz="9600" b="1" dirty="0" err="1">
                <a:latin typeface="NotoSansEthiopic"/>
              </a:rPr>
              <a:t>ወአኮ</a:t>
            </a:r>
            <a:r>
              <a:rPr lang="en-US" sz="9600" b="1" dirty="0">
                <a:latin typeface="NotoSansEthiopic"/>
              </a:rPr>
              <a:t> </a:t>
            </a:r>
            <a:r>
              <a:rPr lang="en-US" sz="9600" b="1" dirty="0" err="1">
                <a:latin typeface="NotoSansEthiopic"/>
              </a:rPr>
              <a:t>በከመ</a:t>
            </a:r>
            <a:r>
              <a:rPr lang="en-US" sz="9600" b="1" dirty="0">
                <a:latin typeface="NotoSansEthiopic"/>
              </a:rPr>
              <a:t> </a:t>
            </a:r>
            <a:r>
              <a:rPr lang="en-US" sz="9600" b="1" dirty="0" err="1">
                <a:latin typeface="NotoSansEthiopic"/>
              </a:rPr>
              <a:t>አበሳነ</a:t>
            </a:r>
            <a:r>
              <a:rPr lang="en-US" sz="9600" b="1" dirty="0">
                <a:latin typeface="NotoSansEthiopic"/>
              </a:rPr>
              <a:t> (3 </a:t>
            </a:r>
            <a:r>
              <a:rPr lang="en-US" sz="9600" b="1" dirty="0" err="1">
                <a:latin typeface="NotoSansEthiopic"/>
              </a:rPr>
              <a:t>ጊዜ</a:t>
            </a:r>
            <a:r>
              <a:rPr lang="en-US" sz="9600" b="1" dirty="0">
                <a:latin typeface="NotoSansEthiopic"/>
              </a:rPr>
              <a:t>)</a:t>
            </a:r>
            <a:endParaRPr lang="en-US" sz="4000" b="1" dirty="0"/>
          </a:p>
        </p:txBody>
      </p:sp>
    </p:spTree>
    <p:extLst>
      <p:ext uri="{BB962C8B-B14F-4D97-AF65-F5344CB8AC3E}">
        <p14:creationId xmlns:p14="http://schemas.microsoft.com/office/powerpoint/2010/main" val="665372536"/>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4294967295"/>
          </p:nvPr>
        </p:nvSpPr>
        <p:spPr>
          <a:xfrm>
            <a:off x="0" y="0"/>
            <a:ext cx="12192000" cy="6858000"/>
          </a:xfrm>
          <a:prstGeom prst="rect">
            <a:avLst/>
          </a:prstGeom>
        </p:spPr>
        <p:txBody>
          <a:bodyPr>
            <a:noAutofit/>
          </a:bodyPr>
          <a:lstStyle/>
          <a:p>
            <a:pPr marL="0" indent="0" algn="ctr">
              <a:buNone/>
            </a:pPr>
            <a:r>
              <a:rPr lang="en-US" sz="7200" b="1" dirty="0" err="1"/>
              <a:t>ሰራዊተ</a:t>
            </a:r>
            <a:r>
              <a:rPr lang="en-US" sz="7200" b="1" dirty="0"/>
              <a:t> </a:t>
            </a:r>
            <a:r>
              <a:rPr lang="en-US" sz="7200" b="1" dirty="0" err="1"/>
              <a:t>መላእክቲሁ</a:t>
            </a:r>
            <a:r>
              <a:rPr lang="en-US" sz="7200" b="1" dirty="0"/>
              <a:t> </a:t>
            </a:r>
            <a:r>
              <a:rPr lang="en-US" sz="7200" b="1" dirty="0" err="1"/>
              <a:t>ለመድኃኔ</a:t>
            </a:r>
            <a:r>
              <a:rPr lang="en-US" sz="7200" b="1" dirty="0"/>
              <a:t> </a:t>
            </a:r>
            <a:r>
              <a:rPr lang="en-US" sz="7200" b="1" dirty="0" err="1"/>
              <a:t>ዓለም</a:t>
            </a:r>
            <a:r>
              <a:rPr lang="en-US" sz="7200" b="1" dirty="0"/>
              <a:t> ፤</a:t>
            </a:r>
            <a:r>
              <a:rPr lang="en-US" sz="7200" b="1" dirty="0" err="1"/>
              <a:t>ይቀዉሙ</a:t>
            </a:r>
            <a:r>
              <a:rPr lang="en-US" sz="7200" b="1" dirty="0"/>
              <a:t> </a:t>
            </a:r>
            <a:r>
              <a:rPr lang="en-US" sz="7200" b="1" dirty="0" err="1"/>
              <a:t>ቅድሜሁ</a:t>
            </a:r>
            <a:r>
              <a:rPr lang="en-US" sz="7200" b="1" dirty="0"/>
              <a:t> </a:t>
            </a:r>
            <a:r>
              <a:rPr lang="en-US" sz="7200" b="1" dirty="0" err="1"/>
              <a:t>ለመድኃኔ</a:t>
            </a:r>
            <a:r>
              <a:rPr lang="en-US" sz="7200" b="1" dirty="0"/>
              <a:t> </a:t>
            </a:r>
            <a:r>
              <a:rPr lang="en-US" sz="7200" b="1" dirty="0" err="1"/>
              <a:t>ዓለም</a:t>
            </a:r>
            <a:r>
              <a:rPr lang="en-US" sz="7200" b="1" dirty="0"/>
              <a:t>፡፡</a:t>
            </a:r>
          </a:p>
          <a:p>
            <a:pPr marL="0" indent="0" algn="ctr">
              <a:buNone/>
            </a:pPr>
            <a:r>
              <a:rPr lang="en-US" sz="7200" b="1" dirty="0" err="1"/>
              <a:t>ወይኬልልዎ</a:t>
            </a:r>
            <a:r>
              <a:rPr lang="en-US" sz="7200" b="1" dirty="0"/>
              <a:t> </a:t>
            </a:r>
            <a:r>
              <a:rPr lang="en-US" sz="7200" b="1" dirty="0" err="1"/>
              <a:t>ለመድኃኔ</a:t>
            </a:r>
            <a:r>
              <a:rPr lang="en-US" sz="7200" b="1" dirty="0"/>
              <a:t> </a:t>
            </a:r>
            <a:r>
              <a:rPr lang="en-US" sz="7200" b="1" dirty="0" err="1"/>
              <a:t>ዓለም</a:t>
            </a:r>
            <a:r>
              <a:rPr lang="en-US" sz="7200" b="1" dirty="0"/>
              <a:t> ፤</a:t>
            </a:r>
            <a:r>
              <a:rPr lang="en-US" sz="7200" b="1" dirty="0" err="1"/>
              <a:t>ሥጋሁ</a:t>
            </a:r>
            <a:r>
              <a:rPr lang="en-US" sz="7200" b="1" dirty="0"/>
              <a:t> </a:t>
            </a:r>
            <a:r>
              <a:rPr lang="en-US" sz="7200" b="1" dirty="0" err="1"/>
              <a:t>ወደሙ</a:t>
            </a:r>
            <a:r>
              <a:rPr lang="en-US" sz="7200" b="1" dirty="0"/>
              <a:t> </a:t>
            </a:r>
            <a:r>
              <a:rPr lang="en-US" sz="7200" b="1" dirty="0" err="1"/>
              <a:t>ለመድኃኔ</a:t>
            </a:r>
            <a:r>
              <a:rPr lang="en-US" sz="7200" b="1" dirty="0"/>
              <a:t> </a:t>
            </a:r>
            <a:r>
              <a:rPr lang="en-US" sz="7200" b="1" dirty="0" err="1"/>
              <a:t>ዓለም</a:t>
            </a:r>
            <a:r>
              <a:rPr lang="en-US" sz="7200" b="1" dirty="0"/>
              <a:t>፡፡</a:t>
            </a:r>
          </a:p>
          <a:p>
            <a:pPr marL="0" indent="0" algn="ctr">
              <a:buNone/>
            </a:pPr>
            <a:r>
              <a:rPr lang="en-US" sz="7200" b="1" dirty="0" err="1"/>
              <a:t>ወንብጻሕ</a:t>
            </a:r>
            <a:r>
              <a:rPr lang="en-US" sz="7200" b="1" dirty="0"/>
              <a:t> </a:t>
            </a:r>
            <a:r>
              <a:rPr lang="en-US" sz="7200" b="1" dirty="0" err="1"/>
              <a:t>ቅድመ</a:t>
            </a:r>
            <a:r>
              <a:rPr lang="en-US" sz="7200" b="1" dirty="0"/>
              <a:t> </a:t>
            </a:r>
            <a:r>
              <a:rPr lang="en-US" sz="7200" b="1" dirty="0" err="1"/>
              <a:t>ገጹ</a:t>
            </a:r>
            <a:r>
              <a:rPr lang="en-US" sz="7200" b="1" dirty="0"/>
              <a:t> </a:t>
            </a:r>
            <a:r>
              <a:rPr lang="en-US" sz="7200" b="1" dirty="0" err="1"/>
              <a:t>ለመድኃኔ</a:t>
            </a:r>
            <a:r>
              <a:rPr lang="en-US" sz="7200" b="1" dirty="0"/>
              <a:t> </a:t>
            </a:r>
            <a:r>
              <a:rPr lang="en-US" sz="7200" b="1" dirty="0" err="1"/>
              <a:t>ዓለም</a:t>
            </a:r>
            <a:r>
              <a:rPr lang="en-US" sz="7200" b="1" dirty="0"/>
              <a:t> ፤</a:t>
            </a:r>
            <a:r>
              <a:rPr lang="en-US" sz="7200" b="1" dirty="0" err="1"/>
              <a:t>በአሚነ</a:t>
            </a:r>
            <a:r>
              <a:rPr lang="en-US" sz="7200" b="1" dirty="0"/>
              <a:t> </a:t>
            </a:r>
            <a:r>
              <a:rPr lang="en-US" sz="7200" b="1" dirty="0" err="1"/>
              <a:t>ዚአሁ</a:t>
            </a:r>
            <a:r>
              <a:rPr lang="en-US" sz="7200" b="1" dirty="0"/>
              <a:t> </a:t>
            </a:r>
            <a:r>
              <a:rPr lang="en-US" sz="7200" b="1" dirty="0" err="1"/>
              <a:t>ሐዋርይት</a:t>
            </a:r>
            <a:r>
              <a:rPr lang="en-US" sz="7200" b="1" dirty="0"/>
              <a:t> </a:t>
            </a:r>
            <a:r>
              <a:rPr lang="en-US" sz="7200" b="1" dirty="0" err="1"/>
              <a:t>ተለዉ</a:t>
            </a:r>
            <a:r>
              <a:rPr lang="en-US" sz="7200" b="1" dirty="0"/>
              <a:t> </a:t>
            </a:r>
            <a:r>
              <a:rPr lang="en-US" sz="7200" b="1" dirty="0" err="1"/>
              <a:t>አሠሮ</a:t>
            </a:r>
            <a:r>
              <a:rPr lang="en-US" sz="7200" b="1" dirty="0"/>
              <a:t>፡፡</a:t>
            </a:r>
          </a:p>
        </p:txBody>
      </p:sp>
    </p:spTree>
    <p:extLst>
      <p:ext uri="{BB962C8B-B14F-4D97-AF65-F5344CB8AC3E}">
        <p14:creationId xmlns:p14="http://schemas.microsoft.com/office/powerpoint/2010/main" val="1025186318"/>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39CE4A70-EF08-4C5C-B45A-9F1A61662266}"/>
              </a:ext>
            </a:extLst>
          </p:cNvPr>
          <p:cNvSpPr>
            <a:spLocks noGrp="1"/>
          </p:cNvSpPr>
          <p:nvPr>
            <p:ph idx="1"/>
          </p:nvPr>
        </p:nvSpPr>
        <p:spPr>
          <a:xfrm>
            <a:off x="2" y="106681"/>
            <a:ext cx="11969087" cy="6648963"/>
          </a:xfrm>
        </p:spPr>
        <p:txBody>
          <a:bodyPr>
            <a:noAutofit/>
          </a:bodyPr>
          <a:lstStyle/>
          <a:p>
            <a:pPr marL="0" indent="0" algn="ctr">
              <a:lnSpc>
                <a:spcPct val="120000"/>
              </a:lnSpc>
              <a:buNone/>
            </a:pPr>
            <a:r>
              <a:rPr lang="am-ET" sz="7200" b="1" dirty="0">
                <a:solidFill>
                  <a:srgbClr val="FF0000"/>
                </a:solidFill>
                <a:latin typeface="NotoSansEthiopic"/>
              </a:rPr>
              <a:t>ይ፡</a:t>
            </a:r>
            <a:r>
              <a:rPr lang="en-US" sz="7200" b="1" dirty="0">
                <a:solidFill>
                  <a:srgbClr val="FF0000"/>
                </a:solidFill>
                <a:latin typeface="NotoSansEthiopic"/>
              </a:rPr>
              <a:t>ዲ</a:t>
            </a:r>
            <a:r>
              <a:rPr lang="am-ET" sz="7200" b="1" dirty="0">
                <a:solidFill>
                  <a:srgbClr val="FF0000"/>
                </a:solidFill>
                <a:latin typeface="NotoSansEthiopic"/>
              </a:rPr>
              <a:t>፦ </a:t>
            </a:r>
            <a:r>
              <a:rPr lang="en-US" sz="7200" b="1" dirty="0" err="1">
                <a:latin typeface="NotoSansEthiopic"/>
              </a:rPr>
              <a:t>እለ</a:t>
            </a:r>
            <a:r>
              <a:rPr lang="en-US" sz="7200" b="1" dirty="0">
                <a:latin typeface="NotoSansEthiopic"/>
              </a:rPr>
              <a:t> </a:t>
            </a:r>
            <a:r>
              <a:rPr lang="en-US" sz="7200" b="1" dirty="0" err="1">
                <a:latin typeface="NotoSansEthiopic"/>
              </a:rPr>
              <a:t>ትቀውም</a:t>
            </a:r>
            <a:r>
              <a:rPr lang="en-US" sz="7200" b="1" dirty="0">
                <a:latin typeface="NotoSansEthiopic"/>
              </a:rPr>
              <a:t> </a:t>
            </a:r>
            <a:r>
              <a:rPr lang="en-US" sz="7200" b="1" dirty="0" err="1">
                <a:latin typeface="NotoSansEthiopic"/>
              </a:rPr>
              <a:t>አትሕቱ</a:t>
            </a:r>
            <a:r>
              <a:rPr lang="en-US" sz="7200" b="1" dirty="0">
                <a:latin typeface="NotoSansEthiopic"/>
              </a:rPr>
              <a:t> </a:t>
            </a:r>
            <a:r>
              <a:rPr lang="en-US" sz="7200" b="1" dirty="0" err="1">
                <a:latin typeface="NotoSansEthiopic"/>
              </a:rPr>
              <a:t>ርእሰክሙ</a:t>
            </a:r>
            <a:r>
              <a:rPr lang="en-US" sz="7200" b="1" dirty="0">
                <a:latin typeface="NotoSansEthiopic"/>
              </a:rPr>
              <a:t> </a:t>
            </a:r>
            <a:r>
              <a:rPr lang="en-US" sz="7200" b="1" dirty="0" err="1">
                <a:latin typeface="NotoSansEthiopic"/>
              </a:rPr>
              <a:t>ስግዱ</a:t>
            </a:r>
            <a:r>
              <a:rPr lang="en-US" sz="7200" b="1" dirty="0">
                <a:latin typeface="NotoSansEthiopic"/>
              </a:rPr>
              <a:t> </a:t>
            </a:r>
            <a:r>
              <a:rPr lang="en-US" sz="7200" b="1" dirty="0" err="1">
                <a:latin typeface="NotoSansEthiopic"/>
              </a:rPr>
              <a:t>ለእግዚአብሔር</a:t>
            </a:r>
            <a:r>
              <a:rPr lang="en-US" sz="7200" b="1" dirty="0">
                <a:latin typeface="NotoSansEthiopic"/>
              </a:rPr>
              <a:t> </a:t>
            </a:r>
            <a:r>
              <a:rPr lang="en-US" sz="7200" b="1" dirty="0" err="1">
                <a:latin typeface="NotoSansEthiopic"/>
              </a:rPr>
              <a:t>በፍርሀት</a:t>
            </a:r>
            <a:endParaRPr lang="en-US" sz="7200" b="1" dirty="0">
              <a:latin typeface="NotoSansEthiopic"/>
            </a:endParaRPr>
          </a:p>
          <a:p>
            <a:pPr marL="0" indent="0" algn="ctr">
              <a:lnSpc>
                <a:spcPct val="120000"/>
              </a:lnSpc>
              <a:buNone/>
            </a:pPr>
            <a:r>
              <a:rPr lang="am-ET" sz="7200" b="1" dirty="0">
                <a:solidFill>
                  <a:srgbClr val="FF0000"/>
                </a:solidFill>
                <a:latin typeface="NotoSansEthiopic"/>
              </a:rPr>
              <a:t>ይ፡</a:t>
            </a:r>
            <a:r>
              <a:rPr lang="en-US" sz="7200" b="1" dirty="0">
                <a:solidFill>
                  <a:srgbClr val="FF0000"/>
                </a:solidFill>
                <a:latin typeface="NotoSansEthiopic"/>
              </a:rPr>
              <a:t>ዲ</a:t>
            </a:r>
            <a:r>
              <a:rPr lang="am-ET" sz="7200" b="1" dirty="0">
                <a:solidFill>
                  <a:srgbClr val="FF0000"/>
                </a:solidFill>
                <a:latin typeface="NotoSansEthiopic"/>
              </a:rPr>
              <a:t>፦</a:t>
            </a:r>
            <a:r>
              <a:rPr lang="en-US" sz="7200" b="1" dirty="0">
                <a:solidFill>
                  <a:srgbClr val="FF0000"/>
                </a:solidFill>
                <a:latin typeface="NotoSansEthiopic"/>
              </a:rPr>
              <a:t> </a:t>
            </a:r>
            <a:r>
              <a:rPr lang="en-US" sz="7200" b="1" dirty="0" err="1">
                <a:latin typeface="NotoSansEthiopic"/>
              </a:rPr>
              <a:t>ቅድሜከ</a:t>
            </a:r>
            <a:r>
              <a:rPr lang="en-US" sz="7200" b="1" dirty="0">
                <a:latin typeface="NotoSansEthiopic"/>
              </a:rPr>
              <a:t> </a:t>
            </a:r>
            <a:r>
              <a:rPr lang="en-US" sz="7200" b="1" dirty="0" err="1">
                <a:latin typeface="NotoSansEthiopic"/>
              </a:rPr>
              <a:t>እግዚኦ</a:t>
            </a:r>
            <a:r>
              <a:rPr lang="en-US" sz="7200" b="1" dirty="0">
                <a:latin typeface="NotoSansEthiopic"/>
              </a:rPr>
              <a:t> </a:t>
            </a:r>
            <a:r>
              <a:rPr lang="en-US" sz="7200" b="1" dirty="0" err="1">
                <a:latin typeface="NotoSansEthiopic"/>
              </a:rPr>
              <a:t>ንሰግድ</a:t>
            </a:r>
            <a:r>
              <a:rPr lang="en-US" sz="7200" b="1" dirty="0">
                <a:latin typeface="NotoSansEthiopic"/>
              </a:rPr>
              <a:t> </a:t>
            </a:r>
            <a:r>
              <a:rPr lang="en-US" sz="7200" b="1" dirty="0" err="1">
                <a:latin typeface="NotoSansEthiopic"/>
              </a:rPr>
              <a:t>ወንሴብሐከ</a:t>
            </a:r>
            <a:endParaRPr lang="en-US" sz="7200" b="1" dirty="0">
              <a:latin typeface="NotoSansEthiopic"/>
            </a:endParaRPr>
          </a:p>
        </p:txBody>
      </p:sp>
    </p:spTree>
    <p:extLst>
      <p:ext uri="{BB962C8B-B14F-4D97-AF65-F5344CB8AC3E}">
        <p14:creationId xmlns:p14="http://schemas.microsoft.com/office/powerpoint/2010/main" val="3412801451"/>
      </p:ext>
    </p:ext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39CE4A70-EF08-4C5C-B45A-9F1A61662266}"/>
              </a:ext>
            </a:extLst>
          </p:cNvPr>
          <p:cNvSpPr>
            <a:spLocks noGrp="1"/>
          </p:cNvSpPr>
          <p:nvPr>
            <p:ph idx="1"/>
          </p:nvPr>
        </p:nvSpPr>
        <p:spPr>
          <a:xfrm>
            <a:off x="86144" y="67112"/>
            <a:ext cx="11832609" cy="6635692"/>
          </a:xfrm>
        </p:spPr>
        <p:txBody>
          <a:bodyPr>
            <a:normAutofit fontScale="92500" lnSpcReduction="10000"/>
          </a:bodyPr>
          <a:lstStyle/>
          <a:p>
            <a:pPr marL="0" indent="0" algn="ctr">
              <a:lnSpc>
                <a:spcPct val="120000"/>
              </a:lnSpc>
              <a:buNone/>
            </a:pPr>
            <a:r>
              <a:rPr lang="am-ET" sz="6000" b="1" dirty="0">
                <a:solidFill>
                  <a:srgbClr val="FF0000"/>
                </a:solidFill>
                <a:latin typeface="NotoSansEthiopic"/>
              </a:rPr>
              <a:t>ይ፡ዲ፦</a:t>
            </a:r>
            <a:r>
              <a:rPr lang="am-ET" sz="6000" b="1" dirty="0">
                <a:latin typeface="NotoSansEthiopic"/>
              </a:rPr>
              <a:t>ነፅር።</a:t>
            </a:r>
          </a:p>
          <a:p>
            <a:pPr marL="0" indent="0" algn="ctr">
              <a:lnSpc>
                <a:spcPct val="120000"/>
              </a:lnSpc>
              <a:buNone/>
            </a:pPr>
            <a:r>
              <a:rPr lang="am-ET" sz="6000" b="1" dirty="0">
                <a:solidFill>
                  <a:srgbClr val="FF0000"/>
                </a:solidFill>
                <a:latin typeface="NotoSansEthiopic"/>
              </a:rPr>
              <a:t>ይ፡ካ፦</a:t>
            </a:r>
            <a:r>
              <a:rPr lang="am-ET" sz="6000" b="1" dirty="0">
                <a:latin typeface="NotoSansEthiopic"/>
              </a:rPr>
              <a:t>ቅድሳት ለቅዱሳን።</a:t>
            </a:r>
          </a:p>
          <a:p>
            <a:pPr marL="0" indent="0" algn="ctr">
              <a:lnSpc>
                <a:spcPct val="120000"/>
              </a:lnSpc>
              <a:buNone/>
            </a:pPr>
            <a:r>
              <a:rPr lang="am-ET" sz="6000" b="1" dirty="0">
                <a:solidFill>
                  <a:srgbClr val="FF0000"/>
                </a:solidFill>
                <a:latin typeface="NotoSansEthiopic"/>
              </a:rPr>
              <a:t>ይ፡ሕ፦</a:t>
            </a:r>
            <a:r>
              <a:rPr lang="am-ET" sz="6000" b="1" dirty="0">
                <a:latin typeface="NotoSansEthiopic"/>
              </a:rPr>
              <a:t>አሐዱ አብ ቅዱስ፤ አሐዱ ወልድ ቅዱስ፤</a:t>
            </a:r>
          </a:p>
          <a:p>
            <a:pPr marL="0" indent="0" algn="ctr">
              <a:lnSpc>
                <a:spcPct val="120000"/>
              </a:lnSpc>
              <a:buNone/>
            </a:pPr>
            <a:r>
              <a:rPr lang="am-ET" sz="6000" b="1" dirty="0">
                <a:latin typeface="NotoSansEthiopic"/>
              </a:rPr>
              <a:t>አሐዱ ዉእቱ መንፈስ ቅዱስ።</a:t>
            </a:r>
          </a:p>
          <a:p>
            <a:pPr marL="0" indent="0" algn="ctr">
              <a:lnSpc>
                <a:spcPct val="120000"/>
              </a:lnSpc>
              <a:buNone/>
            </a:pPr>
            <a:r>
              <a:rPr lang="am-ET" sz="6000" b="1" dirty="0">
                <a:solidFill>
                  <a:srgbClr val="FF0000"/>
                </a:solidFill>
                <a:latin typeface="NotoSansEthiopic"/>
              </a:rPr>
              <a:t>ይ፡ካ፦</a:t>
            </a:r>
            <a:r>
              <a:rPr lang="am-ET" sz="6000" b="1" dirty="0">
                <a:latin typeface="NotoSansEthiopic"/>
              </a:rPr>
              <a:t>እግዚአብሔር</a:t>
            </a:r>
            <a:r>
              <a:rPr lang="en-US" sz="6000" b="1" dirty="0">
                <a:latin typeface="NotoSansEthiopic"/>
              </a:rPr>
              <a:t> </a:t>
            </a:r>
            <a:r>
              <a:rPr lang="am-ET" sz="6000" b="1" dirty="0">
                <a:latin typeface="NotoSansEthiopic"/>
              </a:rPr>
              <a:t>ምስለ</a:t>
            </a:r>
            <a:r>
              <a:rPr lang="en-US" sz="6000" b="1" dirty="0">
                <a:latin typeface="NotoSansEthiopic"/>
              </a:rPr>
              <a:t> </a:t>
            </a:r>
            <a:r>
              <a:rPr lang="am-ET" sz="6000" b="1" dirty="0">
                <a:latin typeface="NotoSansEthiopic"/>
              </a:rPr>
              <a:t>ኵልክሙ።</a:t>
            </a:r>
          </a:p>
          <a:p>
            <a:pPr marL="0" indent="0" algn="ctr">
              <a:lnSpc>
                <a:spcPct val="120000"/>
              </a:lnSpc>
              <a:buNone/>
            </a:pPr>
            <a:r>
              <a:rPr lang="am-ET" sz="6000" b="1" dirty="0">
                <a:solidFill>
                  <a:srgbClr val="FF0000"/>
                </a:solidFill>
                <a:latin typeface="NotoSansEthiopic"/>
              </a:rPr>
              <a:t>ይ፡ሕ፦</a:t>
            </a:r>
            <a:r>
              <a:rPr lang="am-ET" sz="6000" b="1" dirty="0">
                <a:latin typeface="NotoSansEthiopic"/>
              </a:rPr>
              <a:t>ምስለ መንፈስከ።</a:t>
            </a:r>
            <a:endParaRPr lang="en-US" sz="2400" b="1" dirty="0"/>
          </a:p>
        </p:txBody>
      </p:sp>
    </p:spTree>
    <p:extLst>
      <p:ext uri="{BB962C8B-B14F-4D97-AF65-F5344CB8AC3E}">
        <p14:creationId xmlns:p14="http://schemas.microsoft.com/office/powerpoint/2010/main" val="464333285"/>
      </p:ext>
    </p:extLst>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39CE4A70-EF08-4C5C-B45A-9F1A61662266}"/>
              </a:ext>
            </a:extLst>
          </p:cNvPr>
          <p:cNvSpPr>
            <a:spLocks noGrp="1"/>
          </p:cNvSpPr>
          <p:nvPr>
            <p:ph idx="1"/>
          </p:nvPr>
        </p:nvSpPr>
        <p:spPr>
          <a:xfrm>
            <a:off x="136478" y="182881"/>
            <a:ext cx="11832609" cy="6572763"/>
          </a:xfrm>
        </p:spPr>
        <p:txBody>
          <a:bodyPr>
            <a:normAutofit fontScale="85000" lnSpcReduction="10000"/>
          </a:bodyPr>
          <a:lstStyle/>
          <a:p>
            <a:pPr marL="0" indent="0">
              <a:lnSpc>
                <a:spcPct val="120000"/>
              </a:lnSpc>
              <a:buNone/>
            </a:pPr>
            <a:endParaRPr lang="en-US" sz="9600" dirty="0">
              <a:latin typeface="NotoSansEthiopic"/>
            </a:endParaRPr>
          </a:p>
          <a:p>
            <a:pPr marL="0" indent="0">
              <a:lnSpc>
                <a:spcPct val="120000"/>
              </a:lnSpc>
              <a:buNone/>
            </a:pPr>
            <a:r>
              <a:rPr lang="am-ET" sz="9600" dirty="0">
                <a:solidFill>
                  <a:srgbClr val="FF0000"/>
                </a:solidFill>
                <a:latin typeface="NotoSansEthiopic"/>
              </a:rPr>
              <a:t>ይ፡ካ፦</a:t>
            </a:r>
            <a:r>
              <a:rPr lang="en-US" sz="9600" dirty="0" err="1">
                <a:latin typeface="NotoSansEthiopic"/>
              </a:rPr>
              <a:t>እግዚኦ</a:t>
            </a:r>
            <a:r>
              <a:rPr lang="en-US" sz="9600" dirty="0">
                <a:latin typeface="NotoSansEthiopic"/>
              </a:rPr>
              <a:t> </a:t>
            </a:r>
            <a:r>
              <a:rPr lang="en-US" sz="9600" dirty="0" err="1">
                <a:latin typeface="NotoSansEthiopic"/>
              </a:rPr>
              <a:t>መሐረነ</a:t>
            </a:r>
            <a:r>
              <a:rPr lang="en-US" sz="9600" dirty="0">
                <a:latin typeface="NotoSansEthiopic"/>
              </a:rPr>
              <a:t> </a:t>
            </a:r>
            <a:r>
              <a:rPr lang="en-US" sz="9600" dirty="0" err="1">
                <a:latin typeface="NotoSansEthiopic"/>
              </a:rPr>
              <a:t>ክርስቶስ</a:t>
            </a:r>
            <a:r>
              <a:rPr lang="en-US" sz="9600" dirty="0">
                <a:latin typeface="NotoSansEthiopic"/>
              </a:rPr>
              <a:t>።</a:t>
            </a:r>
            <a:endParaRPr lang="am-ET" sz="9600" dirty="0">
              <a:latin typeface="NotoSansEthiopic"/>
            </a:endParaRPr>
          </a:p>
          <a:p>
            <a:pPr marL="0" indent="0">
              <a:lnSpc>
                <a:spcPct val="120000"/>
              </a:lnSpc>
              <a:buNone/>
            </a:pPr>
            <a:r>
              <a:rPr lang="am-ET" sz="9600" dirty="0">
                <a:solidFill>
                  <a:srgbClr val="FF0000"/>
                </a:solidFill>
                <a:latin typeface="NotoSansEthiopic"/>
              </a:rPr>
              <a:t>ይ፡ሕ፦</a:t>
            </a:r>
            <a:r>
              <a:rPr lang="en-US" sz="9600" dirty="0">
                <a:latin typeface="NotoSansEthiopic"/>
              </a:rPr>
              <a:t> </a:t>
            </a:r>
            <a:r>
              <a:rPr lang="en-US" sz="9600" dirty="0" err="1">
                <a:latin typeface="NotoSansEthiopic"/>
              </a:rPr>
              <a:t>እግዚኦ</a:t>
            </a:r>
            <a:r>
              <a:rPr lang="en-US" sz="9600" dirty="0">
                <a:latin typeface="NotoSansEthiopic"/>
              </a:rPr>
              <a:t> </a:t>
            </a:r>
            <a:r>
              <a:rPr lang="en-US" sz="9600" dirty="0" err="1">
                <a:latin typeface="NotoSansEthiopic"/>
              </a:rPr>
              <a:t>መሐረነ</a:t>
            </a:r>
            <a:r>
              <a:rPr lang="en-US" sz="9600" dirty="0">
                <a:latin typeface="NotoSansEthiopic"/>
              </a:rPr>
              <a:t> </a:t>
            </a:r>
            <a:r>
              <a:rPr lang="en-US" sz="9600" dirty="0" err="1">
                <a:latin typeface="NotoSansEthiopic"/>
              </a:rPr>
              <a:t>ክርስቶስ</a:t>
            </a:r>
            <a:r>
              <a:rPr lang="en-US" sz="9600" dirty="0">
                <a:latin typeface="NotoSansEthiopic"/>
              </a:rPr>
              <a:t>።</a:t>
            </a:r>
            <a:endParaRPr lang="am-ET" sz="9600" dirty="0">
              <a:latin typeface="NotoSansEthiopic"/>
            </a:endParaRPr>
          </a:p>
        </p:txBody>
      </p:sp>
    </p:spTree>
    <p:extLst>
      <p:ext uri="{BB962C8B-B14F-4D97-AF65-F5344CB8AC3E}">
        <p14:creationId xmlns:p14="http://schemas.microsoft.com/office/powerpoint/2010/main" val="3250918138"/>
      </p:ext>
    </p:extLst>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D0E2454-242B-4A17-B572-1809BBF16F2D}"/>
              </a:ext>
            </a:extLst>
          </p:cNvPr>
          <p:cNvSpPr>
            <a:spLocks noGrp="1"/>
          </p:cNvSpPr>
          <p:nvPr>
            <p:ph idx="1"/>
          </p:nvPr>
        </p:nvSpPr>
        <p:spPr>
          <a:xfrm>
            <a:off x="0" y="1"/>
            <a:ext cx="12192000" cy="6858000"/>
          </a:xfrm>
        </p:spPr>
        <p:txBody>
          <a:bodyPr>
            <a:noAutofit/>
          </a:bodyPr>
          <a:lstStyle/>
          <a:p>
            <a:pPr marL="0" indent="0">
              <a:buNone/>
            </a:pPr>
            <a:r>
              <a:rPr lang="am-ET" sz="6600" dirty="0">
                <a:solidFill>
                  <a:srgbClr val="FF0000"/>
                </a:solidFill>
              </a:rPr>
              <a:t>ይ.</a:t>
            </a:r>
            <a:r>
              <a:rPr lang="en-US" sz="6600" dirty="0">
                <a:solidFill>
                  <a:srgbClr val="FF0000"/>
                </a:solidFill>
              </a:rPr>
              <a:t>ዲ</a:t>
            </a:r>
            <a:r>
              <a:rPr lang="am-ET" sz="6600" dirty="0">
                <a:solidFill>
                  <a:srgbClr val="FF0000"/>
                </a:solidFill>
              </a:rPr>
              <a:t>. </a:t>
            </a:r>
            <a:r>
              <a:rPr lang="en-US" sz="6600" dirty="0" err="1"/>
              <a:t>በንሰሐ</a:t>
            </a:r>
            <a:r>
              <a:rPr lang="en-US" sz="6600" dirty="0"/>
              <a:t> </a:t>
            </a:r>
            <a:r>
              <a:rPr lang="en-US" sz="6600" dirty="0" err="1"/>
              <a:t>ላይ</a:t>
            </a:r>
            <a:r>
              <a:rPr lang="en-US" sz="6600" dirty="0"/>
              <a:t> </a:t>
            </a:r>
            <a:r>
              <a:rPr lang="en-US" sz="6600" dirty="0" err="1"/>
              <a:t>ያላችሁ</a:t>
            </a:r>
            <a:r>
              <a:rPr lang="en-US" sz="6600" dirty="0"/>
              <a:t> </a:t>
            </a:r>
            <a:r>
              <a:rPr lang="en-US" sz="6600" dirty="0" err="1"/>
              <a:t>ራሳችሁን</a:t>
            </a:r>
            <a:r>
              <a:rPr lang="en-US" sz="6600" dirty="0"/>
              <a:t> </a:t>
            </a:r>
            <a:r>
              <a:rPr lang="en-US" sz="6600" dirty="0" err="1"/>
              <a:t>ዝቅ</a:t>
            </a:r>
            <a:r>
              <a:rPr lang="en-US" sz="6600" dirty="0"/>
              <a:t> </a:t>
            </a:r>
            <a:r>
              <a:rPr lang="en-US" sz="6600" dirty="0" err="1"/>
              <a:t>አድርጉ</a:t>
            </a:r>
            <a:r>
              <a:rPr lang="en-US" sz="6600" dirty="0"/>
              <a:t>።</a:t>
            </a:r>
          </a:p>
          <a:p>
            <a:pPr marL="0" indent="0">
              <a:buNone/>
            </a:pPr>
            <a:r>
              <a:rPr lang="am-ET" sz="6600" dirty="0">
                <a:solidFill>
                  <a:srgbClr val="FF0000"/>
                </a:solidFill>
              </a:rPr>
              <a:t>ይ.ዲ. </a:t>
            </a:r>
            <a:r>
              <a:rPr lang="am-ET" sz="6600" dirty="0"/>
              <a:t>ለጸሎት ተነሡ፡፡</a:t>
            </a:r>
          </a:p>
          <a:p>
            <a:pPr marL="0" indent="0">
              <a:buNone/>
            </a:pPr>
            <a:r>
              <a:rPr lang="am-ET" sz="6600" dirty="0">
                <a:solidFill>
                  <a:srgbClr val="FF0000"/>
                </a:solidFill>
              </a:rPr>
              <a:t>ይ.ሕ. </a:t>
            </a:r>
            <a:r>
              <a:rPr lang="am-ET" sz="6600" dirty="0"/>
              <a:t>ጌታ ሆይ ይቅር በለን፡፡</a:t>
            </a:r>
          </a:p>
          <a:p>
            <a:pPr marL="0" indent="0">
              <a:buNone/>
            </a:pPr>
            <a:r>
              <a:rPr lang="am-ET" sz="6600" dirty="0">
                <a:solidFill>
                  <a:srgbClr val="FF0000"/>
                </a:solidFill>
              </a:rPr>
              <a:t>ይ.ካ. </a:t>
            </a:r>
            <a:r>
              <a:rPr lang="am-ET" sz="6600" dirty="0"/>
              <a:t>ሰላም ለሁላችሁ ይሁን፡፡</a:t>
            </a:r>
            <a:endParaRPr lang="en-US" sz="6600" dirty="0"/>
          </a:p>
          <a:p>
            <a:pPr marL="0" indent="0">
              <a:buNone/>
            </a:pPr>
            <a:r>
              <a:rPr lang="am-ET" sz="6600" dirty="0">
                <a:solidFill>
                  <a:srgbClr val="FF0000"/>
                </a:solidFill>
              </a:rPr>
              <a:t>ይ.ሕ. </a:t>
            </a:r>
            <a:r>
              <a:rPr lang="am-ET" sz="6600" dirty="0"/>
              <a:t>ከመንፈስህም ጋር፡፡</a:t>
            </a:r>
          </a:p>
        </p:txBody>
      </p:sp>
    </p:spTree>
    <p:extLst>
      <p:ext uri="{BB962C8B-B14F-4D97-AF65-F5344CB8AC3E}">
        <p14:creationId xmlns:p14="http://schemas.microsoft.com/office/powerpoint/2010/main" val="226948025"/>
      </p:ext>
    </p:extLst>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39CE4A70-EF08-4C5C-B45A-9F1A61662266}"/>
              </a:ext>
            </a:extLst>
          </p:cNvPr>
          <p:cNvSpPr>
            <a:spLocks noGrp="1"/>
          </p:cNvSpPr>
          <p:nvPr>
            <p:ph idx="1"/>
          </p:nvPr>
        </p:nvSpPr>
        <p:spPr>
          <a:xfrm>
            <a:off x="68239" y="142618"/>
            <a:ext cx="12055522" cy="6572763"/>
          </a:xfrm>
        </p:spPr>
        <p:txBody>
          <a:bodyPr>
            <a:normAutofit fontScale="25000" lnSpcReduction="20000"/>
          </a:bodyPr>
          <a:lstStyle/>
          <a:p>
            <a:pPr marL="0" indent="0">
              <a:lnSpc>
                <a:spcPct val="120000"/>
              </a:lnSpc>
              <a:buNone/>
            </a:pPr>
            <a:r>
              <a:rPr lang="am-ET" sz="28000" dirty="0">
                <a:latin typeface="NotoSansEthiopic"/>
              </a:rPr>
              <a:t>ይ፡</a:t>
            </a:r>
            <a:r>
              <a:rPr lang="en-US" sz="28000" dirty="0">
                <a:latin typeface="NotoSansEthiopic"/>
              </a:rPr>
              <a:t>ዲ</a:t>
            </a:r>
            <a:r>
              <a:rPr lang="am-ET" sz="28000" dirty="0">
                <a:latin typeface="NotoSansEthiopic"/>
              </a:rPr>
              <a:t>፦</a:t>
            </a:r>
            <a:r>
              <a:rPr lang="en-US" sz="28000" dirty="0" err="1">
                <a:latin typeface="NotoSansEthiopic"/>
              </a:rPr>
              <a:t>እለ</a:t>
            </a:r>
            <a:r>
              <a:rPr lang="en-US" sz="28000" dirty="0">
                <a:latin typeface="NotoSansEthiopic"/>
              </a:rPr>
              <a:t> </a:t>
            </a:r>
            <a:r>
              <a:rPr lang="en-US" sz="28000" dirty="0" err="1">
                <a:latin typeface="NotoSansEthiopic"/>
              </a:rPr>
              <a:t>ውስተ</a:t>
            </a:r>
            <a:r>
              <a:rPr lang="en-US" sz="28000" dirty="0">
                <a:latin typeface="NotoSansEthiopic"/>
              </a:rPr>
              <a:t> </a:t>
            </a:r>
            <a:r>
              <a:rPr lang="en-US" sz="28000" dirty="0" err="1">
                <a:latin typeface="NotoSansEthiopic"/>
              </a:rPr>
              <a:t>ንስሓ</a:t>
            </a:r>
            <a:r>
              <a:rPr lang="en-US" sz="28000" dirty="0">
                <a:latin typeface="NotoSansEthiopic"/>
              </a:rPr>
              <a:t> </a:t>
            </a:r>
            <a:r>
              <a:rPr lang="en-US" sz="28000" dirty="0" err="1">
                <a:latin typeface="NotoSansEthiopic"/>
              </a:rPr>
              <a:t>ሀሎክሙ</a:t>
            </a:r>
            <a:r>
              <a:rPr lang="en-US" sz="28000" dirty="0">
                <a:latin typeface="NotoSansEthiopic"/>
              </a:rPr>
              <a:t> </a:t>
            </a:r>
          </a:p>
          <a:p>
            <a:pPr marL="0" indent="0">
              <a:lnSpc>
                <a:spcPct val="120000"/>
              </a:lnSpc>
              <a:buNone/>
            </a:pPr>
            <a:r>
              <a:rPr lang="en-US" sz="28000" dirty="0" err="1">
                <a:latin typeface="NotoSansEthiopic"/>
              </a:rPr>
              <a:t>አትሕቱ</a:t>
            </a:r>
            <a:r>
              <a:rPr lang="en-US" sz="28000" dirty="0">
                <a:latin typeface="NotoSansEthiopic"/>
              </a:rPr>
              <a:t> </a:t>
            </a:r>
            <a:r>
              <a:rPr lang="en-US" sz="28000" dirty="0" err="1">
                <a:latin typeface="NotoSansEthiopic"/>
              </a:rPr>
              <a:t>ርእሰክሙ</a:t>
            </a:r>
            <a:r>
              <a:rPr lang="en-US" sz="28000" dirty="0">
                <a:latin typeface="NotoSansEthiopic"/>
              </a:rPr>
              <a:t>።</a:t>
            </a:r>
          </a:p>
          <a:p>
            <a:pPr marL="0" indent="0">
              <a:lnSpc>
                <a:spcPct val="120000"/>
              </a:lnSpc>
              <a:buNone/>
            </a:pPr>
            <a:endParaRPr lang="am-ET" sz="14700" dirty="0">
              <a:latin typeface="NotoSansEthiopic"/>
            </a:endParaRPr>
          </a:p>
          <a:p>
            <a:pPr marL="0" indent="0">
              <a:buNone/>
            </a:pPr>
            <a:r>
              <a:rPr lang="am-ET" sz="28000" dirty="0">
                <a:latin typeface="NotoSansEthiopic"/>
              </a:rPr>
              <a:t>ይ፡ዲ፦ </a:t>
            </a:r>
            <a:r>
              <a:rPr lang="en-US" sz="28000" dirty="0" err="1">
                <a:latin typeface="NotoSansEthiopic"/>
              </a:rPr>
              <a:t>ተንሥኡ</a:t>
            </a:r>
            <a:r>
              <a:rPr lang="en-US" sz="28000" dirty="0">
                <a:latin typeface="NotoSansEthiopic"/>
              </a:rPr>
              <a:t> </a:t>
            </a:r>
            <a:r>
              <a:rPr lang="en-US" sz="28000" dirty="0" err="1">
                <a:latin typeface="NotoSansEthiopic"/>
              </a:rPr>
              <a:t>ለጸሎት</a:t>
            </a:r>
            <a:endParaRPr lang="en-US" sz="28000" dirty="0">
              <a:latin typeface="NotoSansEthiopic"/>
            </a:endParaRPr>
          </a:p>
          <a:p>
            <a:pPr marL="0" indent="0">
              <a:buNone/>
            </a:pPr>
            <a:r>
              <a:rPr lang="am-ET" sz="28000" dirty="0">
                <a:latin typeface="NotoSansEthiopic"/>
              </a:rPr>
              <a:t>ይ፡</a:t>
            </a:r>
            <a:r>
              <a:rPr lang="en-US" sz="28000" dirty="0">
                <a:latin typeface="NotoSansEthiopic"/>
              </a:rPr>
              <a:t>ሕ</a:t>
            </a:r>
            <a:r>
              <a:rPr lang="am-ET" sz="28000" dirty="0">
                <a:latin typeface="NotoSansEthiopic"/>
              </a:rPr>
              <a:t>፦</a:t>
            </a:r>
            <a:r>
              <a:rPr lang="en-US" sz="28000" dirty="0">
                <a:latin typeface="NotoSansEthiopic"/>
              </a:rPr>
              <a:t> </a:t>
            </a:r>
            <a:r>
              <a:rPr lang="en-US" sz="28000" dirty="0" err="1">
                <a:latin typeface="NotoSansEthiopic"/>
              </a:rPr>
              <a:t>እግዚኦ</a:t>
            </a:r>
            <a:r>
              <a:rPr lang="en-US" sz="28000" dirty="0">
                <a:latin typeface="NotoSansEthiopic"/>
              </a:rPr>
              <a:t> </a:t>
            </a:r>
            <a:r>
              <a:rPr lang="en-US" sz="28000" dirty="0" err="1">
                <a:latin typeface="NotoSansEthiopic"/>
              </a:rPr>
              <a:t>ተሣሀለነ</a:t>
            </a:r>
            <a:endParaRPr lang="en-US" sz="28000" dirty="0">
              <a:latin typeface="NotoSansEthiopic"/>
            </a:endParaRPr>
          </a:p>
          <a:p>
            <a:pPr marL="0" indent="0">
              <a:buNone/>
            </a:pPr>
            <a:r>
              <a:rPr lang="am-ET" sz="28000" dirty="0">
                <a:latin typeface="NotoSansEthiopic"/>
              </a:rPr>
              <a:t>ይ፡</a:t>
            </a:r>
            <a:r>
              <a:rPr lang="en-US" sz="28000" dirty="0">
                <a:latin typeface="NotoSansEthiopic"/>
              </a:rPr>
              <a:t>ካ</a:t>
            </a:r>
            <a:r>
              <a:rPr lang="am-ET" sz="28000" dirty="0">
                <a:latin typeface="NotoSansEthiopic"/>
              </a:rPr>
              <a:t>፦</a:t>
            </a:r>
            <a:r>
              <a:rPr lang="en-US" sz="28000" dirty="0">
                <a:latin typeface="NotoSansEthiopic"/>
              </a:rPr>
              <a:t>  </a:t>
            </a:r>
            <a:r>
              <a:rPr lang="en-US" sz="28000" dirty="0" err="1">
                <a:latin typeface="NotoSansEthiopic"/>
              </a:rPr>
              <a:t>ሰላም</a:t>
            </a:r>
            <a:r>
              <a:rPr lang="en-US" sz="28000" dirty="0">
                <a:latin typeface="NotoSansEthiopic"/>
              </a:rPr>
              <a:t> </a:t>
            </a:r>
            <a:r>
              <a:rPr lang="en-US" sz="28000" dirty="0" err="1">
                <a:latin typeface="NotoSansEthiopic"/>
              </a:rPr>
              <a:t>ለኩልክሙ</a:t>
            </a:r>
            <a:endParaRPr lang="en-US" sz="28000" dirty="0">
              <a:latin typeface="NotoSansEthiopic"/>
            </a:endParaRPr>
          </a:p>
          <a:p>
            <a:pPr marL="0" indent="0">
              <a:buNone/>
            </a:pPr>
            <a:r>
              <a:rPr lang="am-ET" sz="28000" dirty="0">
                <a:latin typeface="NotoSansEthiopic"/>
              </a:rPr>
              <a:t>ይ፡</a:t>
            </a:r>
            <a:r>
              <a:rPr lang="en-US" sz="28000" dirty="0">
                <a:latin typeface="NotoSansEthiopic"/>
              </a:rPr>
              <a:t>ሕ</a:t>
            </a:r>
            <a:r>
              <a:rPr lang="am-ET" sz="28000" dirty="0">
                <a:latin typeface="NotoSansEthiopic"/>
              </a:rPr>
              <a:t>፦</a:t>
            </a:r>
            <a:r>
              <a:rPr lang="en-US" sz="28000" dirty="0">
                <a:latin typeface="NotoSansEthiopic"/>
              </a:rPr>
              <a:t> </a:t>
            </a:r>
            <a:r>
              <a:rPr lang="en-US" sz="28000" dirty="0" err="1">
                <a:latin typeface="NotoSansEthiopic"/>
              </a:rPr>
              <a:t>ምስለ</a:t>
            </a:r>
            <a:r>
              <a:rPr lang="en-US" sz="28000" dirty="0">
                <a:latin typeface="NotoSansEthiopic"/>
              </a:rPr>
              <a:t> </a:t>
            </a:r>
            <a:r>
              <a:rPr lang="en-US" sz="28000" dirty="0" err="1">
                <a:latin typeface="NotoSansEthiopic"/>
              </a:rPr>
              <a:t>መንፈስከ</a:t>
            </a:r>
            <a:endParaRPr lang="en-US" sz="28000" dirty="0">
              <a:latin typeface="NotoSansEthiopic"/>
            </a:endParaRPr>
          </a:p>
        </p:txBody>
      </p:sp>
    </p:spTree>
    <p:extLst>
      <p:ext uri="{BB962C8B-B14F-4D97-AF65-F5344CB8AC3E}">
        <p14:creationId xmlns:p14="http://schemas.microsoft.com/office/powerpoint/2010/main" val="3401865968"/>
      </p:ext>
    </p:extLst>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39CE4A70-EF08-4C5C-B45A-9F1A61662266}"/>
              </a:ext>
            </a:extLst>
          </p:cNvPr>
          <p:cNvSpPr>
            <a:spLocks noGrp="1"/>
          </p:cNvSpPr>
          <p:nvPr>
            <p:ph idx="1"/>
          </p:nvPr>
        </p:nvSpPr>
        <p:spPr>
          <a:xfrm>
            <a:off x="0" y="0"/>
            <a:ext cx="12192000" cy="6858000"/>
          </a:xfrm>
        </p:spPr>
        <p:txBody>
          <a:bodyPr>
            <a:normAutofit fontScale="92500"/>
          </a:bodyPr>
          <a:lstStyle/>
          <a:p>
            <a:pPr marL="0" indent="0" algn="ctr">
              <a:lnSpc>
                <a:spcPct val="120000"/>
              </a:lnSpc>
              <a:buNone/>
            </a:pPr>
            <a:r>
              <a:rPr lang="am-ET" sz="6600" b="1" dirty="0">
                <a:solidFill>
                  <a:srgbClr val="FF0000"/>
                </a:solidFill>
                <a:latin typeface="NotoSansEthiopic"/>
              </a:rPr>
              <a:t>ይ፡ሕ፦</a:t>
            </a:r>
            <a:r>
              <a:rPr lang="am-ET" sz="6600" b="1" dirty="0">
                <a:latin typeface="NotoSansEthiopic"/>
              </a:rPr>
              <a:t>ጌታ ኢየሱስ ክርስቶስ ሆይ ስላስቆጣሁህና ስላሳዘንኵህ</a:t>
            </a:r>
            <a:r>
              <a:rPr lang="en-US" sz="6600" b="1" dirty="0">
                <a:latin typeface="NotoSansEthiopic"/>
              </a:rPr>
              <a:t> </a:t>
            </a:r>
            <a:r>
              <a:rPr lang="am-ET" sz="6600" b="1" dirty="0">
                <a:latin typeface="NotoSansEthiopic"/>
              </a:rPr>
              <a:t>በፊትህም ክፋት ስለሠራሁ በአርአያህና በአምሳልህ የፈጠርከውን</a:t>
            </a:r>
            <a:r>
              <a:rPr lang="en-US" sz="6600" b="1" dirty="0">
                <a:latin typeface="NotoSansEthiopic"/>
              </a:rPr>
              <a:t> </a:t>
            </a:r>
            <a:r>
              <a:rPr lang="am-ET" sz="6600" b="1" dirty="0">
                <a:latin typeface="NotoSansEthiopic"/>
              </a:rPr>
              <a:t>ነፍሴንና ሥጋዬን ትእዛዝህን በማፍረስ ስላረከስኩ ምንም ደግ ስራም</a:t>
            </a:r>
            <a:r>
              <a:rPr lang="en-US" sz="6600" b="1" dirty="0">
                <a:latin typeface="NotoSansEthiopic"/>
              </a:rPr>
              <a:t> </a:t>
            </a:r>
            <a:r>
              <a:rPr lang="am-ET" sz="6600" b="1" dirty="0">
                <a:latin typeface="NotoSansEthiopic"/>
              </a:rPr>
              <a:t>ስለሌለኝ ወደ ረከሰችው ቤቴ ትገባ ዘንድ አይገባኝም።</a:t>
            </a:r>
            <a:endParaRPr lang="en-US" sz="2400" b="1" dirty="0"/>
          </a:p>
        </p:txBody>
      </p:sp>
    </p:spTree>
    <p:extLst>
      <p:ext uri="{BB962C8B-B14F-4D97-AF65-F5344CB8AC3E}">
        <p14:creationId xmlns:p14="http://schemas.microsoft.com/office/powerpoint/2010/main" val="3142311606"/>
      </p:ext>
    </p:extLst>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39CE4A70-EF08-4C5C-B45A-9F1A61662266}"/>
              </a:ext>
            </a:extLst>
          </p:cNvPr>
          <p:cNvSpPr>
            <a:spLocks noGrp="1"/>
          </p:cNvSpPr>
          <p:nvPr>
            <p:ph idx="1"/>
          </p:nvPr>
        </p:nvSpPr>
        <p:spPr>
          <a:xfrm>
            <a:off x="0" y="0"/>
            <a:ext cx="12192000" cy="6858000"/>
          </a:xfrm>
        </p:spPr>
        <p:txBody>
          <a:bodyPr>
            <a:normAutofit lnSpcReduction="10000"/>
          </a:bodyPr>
          <a:lstStyle/>
          <a:p>
            <a:pPr marL="0" indent="0" algn="ctr">
              <a:lnSpc>
                <a:spcPct val="120000"/>
              </a:lnSpc>
              <a:buNone/>
            </a:pPr>
            <a:r>
              <a:rPr lang="am-ET" sz="5400" b="1" dirty="0">
                <a:latin typeface="NotoSansEthiopic"/>
              </a:rPr>
              <a:t>ነገር ግን</a:t>
            </a:r>
            <a:r>
              <a:rPr lang="en-US" sz="5400" b="1" dirty="0">
                <a:latin typeface="NotoSansEthiopic"/>
              </a:rPr>
              <a:t> </a:t>
            </a:r>
            <a:r>
              <a:rPr lang="am-ET" sz="5400" b="1" dirty="0">
                <a:latin typeface="NotoSansEthiopic"/>
              </a:rPr>
              <a:t>ስለ ጥበበኛው ሥራህና እኔን ለማዳን ሰው ስለመሆንህ ስለ ክቡር</a:t>
            </a:r>
            <a:r>
              <a:rPr lang="en-US" sz="5400" b="1" dirty="0">
                <a:latin typeface="NotoSansEthiopic"/>
              </a:rPr>
              <a:t> </a:t>
            </a:r>
            <a:r>
              <a:rPr lang="am-ET" sz="5400" b="1" dirty="0">
                <a:latin typeface="NotoSansEthiopic"/>
              </a:rPr>
              <a:t>መስቀልህና ሕይወት ሰጭ ስለሆነችው ሞትህ በሦስተኛው ቀን</a:t>
            </a:r>
            <a:r>
              <a:rPr lang="en-US" sz="5400" b="1" dirty="0">
                <a:latin typeface="NotoSansEthiopic"/>
              </a:rPr>
              <a:t> </a:t>
            </a:r>
            <a:r>
              <a:rPr lang="am-ET" sz="5400" b="1" dirty="0">
                <a:latin typeface="NotoSansEthiopic"/>
              </a:rPr>
              <a:t>ከሙታን መነሳትህ ጌታዬ ሆይ ከበደልና ከርግማን ሁሉ ከኃ</a:t>
            </a:r>
            <a:r>
              <a:rPr lang="en-US" sz="5400" b="1" dirty="0" err="1">
                <a:latin typeface="NotoSansEthiopic"/>
              </a:rPr>
              <a:t>ጢአት</a:t>
            </a:r>
            <a:r>
              <a:rPr lang="en-US" sz="5400" b="1" dirty="0">
                <a:latin typeface="NotoSansEthiopic"/>
              </a:rPr>
              <a:t> ር</a:t>
            </a:r>
            <a:r>
              <a:rPr lang="am-ET" sz="5400" b="1" dirty="0">
                <a:latin typeface="NotoSansEthiopic"/>
              </a:rPr>
              <a:t>ክ</a:t>
            </a:r>
            <a:r>
              <a:rPr lang="en-US" sz="5400" b="1" dirty="0">
                <a:latin typeface="NotoSansEthiopic"/>
              </a:rPr>
              <a:t>ሰ</a:t>
            </a:r>
            <a:r>
              <a:rPr lang="am-ET" sz="5400" b="1" dirty="0">
                <a:latin typeface="NotoSansEthiopic"/>
              </a:rPr>
              <a:t>ት ሁሉ እንድታነፃኝ እለምንሀለው። ቅዱስ</a:t>
            </a:r>
            <a:r>
              <a:rPr lang="en-US" sz="5400" b="1" dirty="0">
                <a:latin typeface="NotoSansEthiopic"/>
              </a:rPr>
              <a:t> </a:t>
            </a:r>
            <a:r>
              <a:rPr lang="am-ET" sz="5400" b="1" dirty="0">
                <a:latin typeface="NotoSansEthiopic"/>
              </a:rPr>
              <a:t>ምስጢርህን</a:t>
            </a:r>
            <a:r>
              <a:rPr lang="en-US" sz="5400" b="1" dirty="0">
                <a:latin typeface="NotoSansEthiopic"/>
              </a:rPr>
              <a:t> </a:t>
            </a:r>
            <a:r>
              <a:rPr lang="am-ET" sz="5400" b="1" dirty="0">
                <a:latin typeface="NotoSansEthiopic"/>
              </a:rPr>
              <a:t>ስንቀበል እንደምረትህ ብዛት ማረኝ ይቅር በለን እንጂ ለወቀሳና</a:t>
            </a:r>
            <a:r>
              <a:rPr lang="en-US" sz="5400" b="1" dirty="0">
                <a:latin typeface="NotoSansEthiopic"/>
              </a:rPr>
              <a:t> </a:t>
            </a:r>
            <a:r>
              <a:rPr lang="am-ET" sz="5400" b="1" dirty="0">
                <a:latin typeface="NotoSansEthiopic"/>
              </a:rPr>
              <a:t>ለፍርድ አይሁንብኝ። </a:t>
            </a:r>
            <a:endParaRPr lang="en-US" sz="5400" b="1" dirty="0">
              <a:latin typeface="NotoSansEthiopic"/>
            </a:endParaRPr>
          </a:p>
        </p:txBody>
      </p:sp>
    </p:spTree>
    <p:extLst>
      <p:ext uri="{BB962C8B-B14F-4D97-AF65-F5344CB8AC3E}">
        <p14:creationId xmlns:p14="http://schemas.microsoft.com/office/powerpoint/2010/main" val="1890059580"/>
      </p:ext>
    </p:extLst>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39CE4A70-EF08-4C5C-B45A-9F1A61662266}"/>
              </a:ext>
            </a:extLst>
          </p:cNvPr>
          <p:cNvSpPr>
            <a:spLocks noGrp="1"/>
          </p:cNvSpPr>
          <p:nvPr>
            <p:ph idx="1"/>
          </p:nvPr>
        </p:nvSpPr>
        <p:spPr>
          <a:xfrm>
            <a:off x="0" y="0"/>
            <a:ext cx="12192000" cy="6858000"/>
          </a:xfrm>
        </p:spPr>
        <p:txBody>
          <a:bodyPr>
            <a:noAutofit/>
          </a:bodyPr>
          <a:lstStyle/>
          <a:p>
            <a:pPr marL="0" indent="0" algn="ctr">
              <a:lnSpc>
                <a:spcPct val="120000"/>
              </a:lnSpc>
              <a:buNone/>
            </a:pPr>
            <a:r>
              <a:rPr lang="am-ET" sz="5400" b="1" dirty="0">
                <a:latin typeface="NotoSansEthiopic"/>
              </a:rPr>
              <a:t>የአለም ሕይወት ሆይ በእመቤታችን በቅድስት</a:t>
            </a:r>
            <a:r>
              <a:rPr lang="en-US" sz="5400" b="1" dirty="0">
                <a:latin typeface="NotoSansEthiopic"/>
              </a:rPr>
              <a:t> </a:t>
            </a:r>
            <a:r>
              <a:rPr lang="am-ET" sz="5400" b="1" dirty="0">
                <a:latin typeface="NotoSansEthiopic"/>
              </a:rPr>
              <a:t>ድንግል ማርያምና በመጥምቁ ዩሐንስ አማላጅነት በቅዱሳን</a:t>
            </a:r>
            <a:r>
              <a:rPr lang="en-US" sz="5400" b="1" dirty="0">
                <a:latin typeface="NotoSansEthiopic"/>
              </a:rPr>
              <a:t> </a:t>
            </a:r>
            <a:r>
              <a:rPr lang="am-ET" sz="5400" b="1" dirty="0">
                <a:latin typeface="NotoSansEthiopic"/>
              </a:rPr>
              <a:t>መላእክትና በመልካም በተጋደሉ ሰማእታት ፃድቃን ሁሉ ፀሎት</a:t>
            </a:r>
            <a:r>
              <a:rPr lang="en-US" sz="5400" b="1" dirty="0">
                <a:latin typeface="NotoSansEthiopic"/>
              </a:rPr>
              <a:t> </a:t>
            </a:r>
            <a:r>
              <a:rPr lang="am-ET" sz="5400" b="1" dirty="0">
                <a:latin typeface="NotoSansEthiopic"/>
              </a:rPr>
              <a:t>በምሕረትህ</a:t>
            </a:r>
            <a:r>
              <a:rPr lang="en-US" sz="5400" b="1" dirty="0">
                <a:latin typeface="NotoSansEthiopic"/>
              </a:rPr>
              <a:t> </a:t>
            </a:r>
            <a:r>
              <a:rPr lang="am-ET" sz="5400" b="1" dirty="0">
                <a:latin typeface="NotoSansEthiopic"/>
              </a:rPr>
              <a:t>የኃጥአቴ ሥርየት የነፍሴንና የሥጋዬ ሕይወት እስከ</a:t>
            </a:r>
            <a:r>
              <a:rPr lang="en-US" sz="5400" b="1" dirty="0">
                <a:latin typeface="NotoSansEthiopic"/>
              </a:rPr>
              <a:t> </a:t>
            </a:r>
            <a:r>
              <a:rPr lang="am-ET" sz="5400" b="1" dirty="0">
                <a:latin typeface="NotoSansEthiopic"/>
              </a:rPr>
              <a:t>ዘለአለም ስጠኝ። </a:t>
            </a:r>
            <a:endParaRPr lang="en-US" sz="5400" b="1" dirty="0">
              <a:latin typeface="NotoSansEthiopic"/>
            </a:endParaRPr>
          </a:p>
          <a:p>
            <a:pPr marL="0" indent="0" algn="ctr">
              <a:lnSpc>
                <a:spcPct val="120000"/>
              </a:lnSpc>
              <a:buNone/>
            </a:pPr>
            <a:r>
              <a:rPr lang="am-ET" sz="5400" b="1" dirty="0">
                <a:latin typeface="NotoSansEthiopic"/>
              </a:rPr>
              <a:t>አሜን።</a:t>
            </a:r>
            <a:endParaRPr lang="en-US" sz="2400" b="1" dirty="0"/>
          </a:p>
        </p:txBody>
      </p:sp>
    </p:spTree>
    <p:extLst>
      <p:ext uri="{BB962C8B-B14F-4D97-AF65-F5344CB8AC3E}">
        <p14:creationId xmlns:p14="http://schemas.microsoft.com/office/powerpoint/2010/main" val="2674376132"/>
      </p:ext>
    </p:extLst>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39CE4A70-EF08-4C5C-B45A-9F1A61662266}"/>
              </a:ext>
            </a:extLst>
          </p:cNvPr>
          <p:cNvSpPr>
            <a:spLocks noGrp="1"/>
          </p:cNvSpPr>
          <p:nvPr>
            <p:ph idx="1"/>
          </p:nvPr>
        </p:nvSpPr>
        <p:spPr>
          <a:xfrm>
            <a:off x="0" y="0"/>
            <a:ext cx="12192000" cy="6858000"/>
          </a:xfrm>
        </p:spPr>
        <p:txBody>
          <a:bodyPr>
            <a:normAutofit/>
          </a:bodyPr>
          <a:lstStyle/>
          <a:p>
            <a:pPr marL="0" indent="0" algn="ctr">
              <a:lnSpc>
                <a:spcPct val="120000"/>
              </a:lnSpc>
              <a:buNone/>
            </a:pPr>
            <a:r>
              <a:rPr lang="am-ET" sz="8000" b="1" dirty="0">
                <a:solidFill>
                  <a:srgbClr val="FF0000"/>
                </a:solidFill>
                <a:latin typeface="NotoSansEthiopic"/>
              </a:rPr>
              <a:t>ይ፡ዲ፦</a:t>
            </a:r>
            <a:r>
              <a:rPr lang="am-ET" sz="8000" b="1" dirty="0">
                <a:latin typeface="NotoSansEthiopic"/>
              </a:rPr>
              <a:t>ፀልዩ በእንቲአነ ወበእንተ ኵሉሙ ሕዘበ</a:t>
            </a:r>
            <a:r>
              <a:rPr lang="en-US" sz="8000" b="1" dirty="0">
                <a:latin typeface="NotoSansEthiopic"/>
              </a:rPr>
              <a:t> </a:t>
            </a:r>
            <a:r>
              <a:rPr lang="am-ET" sz="8000" b="1" dirty="0">
                <a:latin typeface="NotoSansEthiopic"/>
              </a:rPr>
              <a:t>ክርስቲያን </a:t>
            </a:r>
            <a:r>
              <a:rPr lang="en-US" sz="8000" b="1" dirty="0">
                <a:latin typeface="NotoSansEthiopic"/>
              </a:rPr>
              <a:t>እ</a:t>
            </a:r>
            <a:r>
              <a:rPr lang="am-ET" sz="8000" b="1" dirty="0">
                <a:latin typeface="NotoSansEthiopic"/>
              </a:rPr>
              <a:t>ለ ይቤሉነ ግበሩ ተዝካሮሙ</a:t>
            </a:r>
            <a:r>
              <a:rPr lang="en-US" sz="8000" b="1" dirty="0">
                <a:latin typeface="NotoSansEthiopic"/>
              </a:rPr>
              <a:t> </a:t>
            </a:r>
            <a:r>
              <a:rPr lang="am-ET" sz="8000" b="1" dirty="0">
                <a:latin typeface="NotoSansEthiopic"/>
              </a:rPr>
              <a:t>በሰላም ወበፍቅረ ኢየሱስ ክርስቶስ ስብሑ</a:t>
            </a:r>
            <a:r>
              <a:rPr lang="en-US" sz="8000" b="1" dirty="0">
                <a:latin typeface="NotoSansEthiopic"/>
              </a:rPr>
              <a:t> </a:t>
            </a:r>
            <a:r>
              <a:rPr lang="am-ET" sz="8000" b="1" dirty="0">
                <a:latin typeface="NotoSansEthiopic"/>
              </a:rPr>
              <a:t>ወዘምሩ።</a:t>
            </a:r>
            <a:endParaRPr lang="en-US" sz="4000" b="1" dirty="0"/>
          </a:p>
        </p:txBody>
      </p:sp>
    </p:spTree>
    <p:extLst>
      <p:ext uri="{BB962C8B-B14F-4D97-AF65-F5344CB8AC3E}">
        <p14:creationId xmlns:p14="http://schemas.microsoft.com/office/powerpoint/2010/main" val="2288018974"/>
      </p:ext>
    </p:extLst>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B81212-907F-7638-00C8-B9F72B84090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ACC02D8-68EC-6F97-2977-D7CE4D117431}"/>
              </a:ext>
            </a:extLst>
          </p:cNvPr>
          <p:cNvSpPr>
            <a:spLocks noGrp="1"/>
          </p:cNvSpPr>
          <p:nvPr>
            <p:ph type="title"/>
          </p:nvPr>
        </p:nvSpPr>
        <p:spPr>
          <a:xfrm>
            <a:off x="1567544" y="1455576"/>
            <a:ext cx="12316708" cy="3775949"/>
          </a:xfrm>
        </p:spPr>
        <p:txBody>
          <a:bodyPr>
            <a:noAutofit/>
          </a:bodyPr>
          <a:lstStyle/>
          <a:p>
            <a:r>
              <a:rPr lang="en-US" sz="9600" b="1" dirty="0" err="1">
                <a:solidFill>
                  <a:schemeClr val="accent1"/>
                </a:solidFill>
              </a:rPr>
              <a:t>ተሸከመው</a:t>
            </a:r>
            <a:r>
              <a:rPr lang="en-US" sz="9600" b="1" dirty="0">
                <a:solidFill>
                  <a:schemeClr val="accent1"/>
                </a:solidFill>
              </a:rPr>
              <a:t> </a:t>
            </a:r>
            <a:r>
              <a:rPr lang="en-US" sz="9600" b="1" dirty="0" err="1">
                <a:solidFill>
                  <a:schemeClr val="accent1"/>
                </a:solidFill>
              </a:rPr>
              <a:t>ኃጢአቴን</a:t>
            </a:r>
            <a:br>
              <a:rPr lang="en-US" sz="9600" b="1" dirty="0">
                <a:solidFill>
                  <a:schemeClr val="accent1"/>
                </a:solidFill>
              </a:rPr>
            </a:br>
            <a:br>
              <a:rPr lang="en-US" sz="9600" b="1" dirty="0"/>
            </a:br>
            <a:endParaRPr lang="en-US" sz="9600" b="1" dirty="0"/>
          </a:p>
        </p:txBody>
      </p:sp>
    </p:spTree>
    <p:extLst>
      <p:ext uri="{BB962C8B-B14F-4D97-AF65-F5344CB8AC3E}">
        <p14:creationId xmlns:p14="http://schemas.microsoft.com/office/powerpoint/2010/main" val="1447467136"/>
      </p:ext>
    </p:extLst>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96A771A-F485-9508-B836-4856E5A1F8B9}"/>
              </a:ext>
            </a:extLst>
          </p:cNvPr>
          <p:cNvSpPr txBox="1"/>
          <p:nvPr/>
        </p:nvSpPr>
        <p:spPr>
          <a:xfrm>
            <a:off x="2547959" y="1372608"/>
            <a:ext cx="8121445" cy="3416320"/>
          </a:xfrm>
          <a:prstGeom prst="rect">
            <a:avLst/>
          </a:prstGeom>
          <a:noFill/>
        </p:spPr>
        <p:txBody>
          <a:bodyPr wrap="square">
            <a:spAutoFit/>
          </a:bodyPr>
          <a:lstStyle/>
          <a:p>
            <a:r>
              <a:rPr lang="en-US" sz="5400" b="1" dirty="0" err="1"/>
              <a:t>በደል</a:t>
            </a:r>
            <a:r>
              <a:rPr lang="en-US" sz="5400" b="1" dirty="0"/>
              <a:t> </a:t>
            </a:r>
            <a:r>
              <a:rPr lang="en-US" sz="5400" b="1" dirty="0" err="1"/>
              <a:t>ሳይኖርበት</a:t>
            </a:r>
            <a:r>
              <a:rPr lang="en-US" sz="5400" b="1" dirty="0"/>
              <a:t> </a:t>
            </a:r>
            <a:r>
              <a:rPr lang="en-US" sz="5400" b="1" dirty="0" err="1"/>
              <a:t>ሆኖ</a:t>
            </a:r>
            <a:r>
              <a:rPr lang="en-US" sz="5400" b="1" dirty="0"/>
              <a:t> </a:t>
            </a:r>
            <a:r>
              <a:rPr lang="en-US" sz="5400" b="1" dirty="0" err="1"/>
              <a:t>በደለኛ</a:t>
            </a:r>
            <a:r>
              <a:rPr lang="en-US" sz="5400" b="1" dirty="0"/>
              <a:t> </a:t>
            </a:r>
          </a:p>
          <a:p>
            <a:r>
              <a:rPr lang="en-US" sz="5400" b="1" dirty="0" err="1"/>
              <a:t>ታስሮ</a:t>
            </a:r>
            <a:r>
              <a:rPr lang="en-US" sz="5400" b="1" dirty="0"/>
              <a:t> </a:t>
            </a:r>
            <a:r>
              <a:rPr lang="en-US" sz="5400" b="1" dirty="0" err="1"/>
              <a:t>ተገረፈ</a:t>
            </a:r>
            <a:r>
              <a:rPr lang="en-US" sz="5400" b="1" dirty="0"/>
              <a:t> </a:t>
            </a:r>
            <a:r>
              <a:rPr lang="en-US" sz="5400" b="1" dirty="0" err="1"/>
              <a:t>እንደ</a:t>
            </a:r>
            <a:r>
              <a:rPr lang="en-US" sz="5400" b="1" dirty="0"/>
              <a:t> </a:t>
            </a:r>
            <a:r>
              <a:rPr lang="en-US" sz="5400" b="1" dirty="0" err="1"/>
              <a:t>ወንጀለኛ</a:t>
            </a:r>
            <a:r>
              <a:rPr lang="en-US" sz="5400" b="1" dirty="0"/>
              <a:t> </a:t>
            </a:r>
          </a:p>
          <a:p>
            <a:r>
              <a:rPr lang="en-US" sz="5400" b="1" dirty="0" err="1"/>
              <a:t>እንደ</a:t>
            </a:r>
            <a:r>
              <a:rPr lang="en-US" sz="5400" b="1" dirty="0"/>
              <a:t> </a:t>
            </a:r>
            <a:r>
              <a:rPr lang="en-US" sz="5400" b="1" dirty="0" err="1"/>
              <a:t>በግ</a:t>
            </a:r>
            <a:r>
              <a:rPr lang="en-US" sz="5400" b="1" dirty="0"/>
              <a:t> </a:t>
            </a:r>
            <a:r>
              <a:rPr lang="en-US" sz="5400" b="1" dirty="0" err="1"/>
              <a:t>ጎተቱት</a:t>
            </a:r>
            <a:r>
              <a:rPr lang="en-US" sz="5400" b="1" dirty="0"/>
              <a:t> </a:t>
            </a:r>
            <a:r>
              <a:rPr lang="en-US" sz="5400" b="1" dirty="0" err="1"/>
              <a:t>ግፍን</a:t>
            </a:r>
            <a:r>
              <a:rPr lang="en-US" sz="5400" b="1" dirty="0"/>
              <a:t> </a:t>
            </a:r>
            <a:r>
              <a:rPr lang="en-US" sz="5400" b="1" dirty="0" err="1"/>
              <a:t>ተቀበለ</a:t>
            </a:r>
            <a:r>
              <a:rPr lang="en-US" sz="5400" b="1" dirty="0"/>
              <a:t> </a:t>
            </a:r>
          </a:p>
          <a:p>
            <a:r>
              <a:rPr lang="en-US" sz="5400" b="1" dirty="0" err="1"/>
              <a:t>ስለእኔ</a:t>
            </a:r>
            <a:r>
              <a:rPr lang="en-US" sz="5400" b="1" dirty="0"/>
              <a:t> </a:t>
            </a:r>
            <a:r>
              <a:rPr lang="en-US" sz="5400" b="1" dirty="0" err="1"/>
              <a:t>ኃጢኣት</a:t>
            </a:r>
            <a:r>
              <a:rPr lang="en-US" sz="5400" b="1" dirty="0"/>
              <a:t> </a:t>
            </a:r>
            <a:r>
              <a:rPr lang="en-US" sz="5400" b="1" dirty="0" err="1"/>
              <a:t>በመስቀል</a:t>
            </a:r>
            <a:r>
              <a:rPr lang="en-US" sz="5400" b="1" dirty="0"/>
              <a:t> </a:t>
            </a:r>
            <a:r>
              <a:rPr lang="en-US" sz="5400" b="1" dirty="0" err="1"/>
              <a:t>ላይ</a:t>
            </a:r>
            <a:r>
              <a:rPr lang="en-US" sz="5400" b="1" dirty="0"/>
              <a:t> </a:t>
            </a:r>
            <a:r>
              <a:rPr lang="en-US" sz="5400" b="1" dirty="0" err="1"/>
              <a:t>ዋለ</a:t>
            </a:r>
            <a:r>
              <a:rPr lang="en-US" sz="5400" b="1" dirty="0"/>
              <a:t> </a:t>
            </a:r>
          </a:p>
        </p:txBody>
      </p:sp>
    </p:spTree>
    <p:extLst>
      <p:ext uri="{BB962C8B-B14F-4D97-AF65-F5344CB8AC3E}">
        <p14:creationId xmlns:p14="http://schemas.microsoft.com/office/powerpoint/2010/main" val="2020825223"/>
      </p:ext>
    </p:extLst>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2A6116-E492-426B-3240-36ECE34E197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6E4A6D2-C25B-0D02-E897-5E79A5114AA6}"/>
              </a:ext>
            </a:extLst>
          </p:cNvPr>
          <p:cNvSpPr>
            <a:spLocks noGrp="1"/>
          </p:cNvSpPr>
          <p:nvPr>
            <p:ph type="title"/>
          </p:nvPr>
        </p:nvSpPr>
        <p:spPr>
          <a:xfrm>
            <a:off x="2755489" y="1897062"/>
            <a:ext cx="10783529" cy="3063875"/>
          </a:xfrm>
        </p:spPr>
        <p:txBody>
          <a:bodyPr>
            <a:normAutofit/>
          </a:bodyPr>
          <a:lstStyle/>
          <a:p>
            <a:r>
              <a:rPr lang="en-US" sz="5400" b="1" dirty="0" err="1"/>
              <a:t>ተሸከመው</a:t>
            </a:r>
            <a:r>
              <a:rPr lang="en-US" sz="5400" b="1" dirty="0"/>
              <a:t> </a:t>
            </a:r>
            <a:r>
              <a:rPr lang="en-US" sz="5400" b="1" dirty="0" err="1"/>
              <a:t>ኃጢአቴን</a:t>
            </a:r>
            <a:r>
              <a:rPr lang="en-US" sz="5400" b="1" dirty="0"/>
              <a:t> /2/ </a:t>
            </a:r>
            <a:br>
              <a:rPr lang="en-US" sz="5400" b="1" dirty="0"/>
            </a:br>
            <a:r>
              <a:rPr lang="en-US" sz="5400" b="1" dirty="0" err="1"/>
              <a:t>ኢየሱስ</a:t>
            </a:r>
            <a:r>
              <a:rPr lang="en-US" sz="5400" b="1" dirty="0"/>
              <a:t> </a:t>
            </a:r>
            <a:r>
              <a:rPr lang="en-US" sz="5400" b="1" dirty="0" err="1"/>
              <a:t>መድኃኒቴ</a:t>
            </a:r>
            <a:r>
              <a:rPr lang="en-US" sz="5400" b="1" dirty="0"/>
              <a:t> </a:t>
            </a:r>
            <a:br>
              <a:rPr lang="en-US" sz="5400" b="1" dirty="0"/>
            </a:br>
            <a:endParaRPr lang="en-US" sz="5400" b="1" dirty="0"/>
          </a:p>
        </p:txBody>
      </p:sp>
    </p:spTree>
    <p:extLst>
      <p:ext uri="{BB962C8B-B14F-4D97-AF65-F5344CB8AC3E}">
        <p14:creationId xmlns:p14="http://schemas.microsoft.com/office/powerpoint/2010/main" val="184586925"/>
      </p:ext>
    </p:extLst>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0BEE6A8-EAD2-8792-05D2-F18080780EF2}"/>
              </a:ext>
            </a:extLst>
          </p:cNvPr>
          <p:cNvSpPr txBox="1"/>
          <p:nvPr/>
        </p:nvSpPr>
        <p:spPr>
          <a:xfrm>
            <a:off x="2090056" y="1381035"/>
            <a:ext cx="9133115" cy="3416320"/>
          </a:xfrm>
          <a:prstGeom prst="rect">
            <a:avLst/>
          </a:prstGeom>
          <a:noFill/>
        </p:spPr>
        <p:txBody>
          <a:bodyPr wrap="square">
            <a:spAutoFit/>
          </a:bodyPr>
          <a:lstStyle/>
          <a:p>
            <a:r>
              <a:rPr lang="en-US" sz="5400" b="1" dirty="0" err="1"/>
              <a:t>መቼ</a:t>
            </a:r>
            <a:r>
              <a:rPr lang="en-US" sz="5400" b="1" dirty="0"/>
              <a:t> </a:t>
            </a:r>
            <a:r>
              <a:rPr lang="en-US" sz="5400" b="1" dirty="0" err="1"/>
              <a:t>እርሱ</a:t>
            </a:r>
            <a:r>
              <a:rPr lang="en-US" sz="5400" b="1" dirty="0"/>
              <a:t> </a:t>
            </a:r>
            <a:r>
              <a:rPr lang="en-US" sz="5400" b="1" dirty="0" err="1"/>
              <a:t>ታየው</a:t>
            </a:r>
            <a:r>
              <a:rPr lang="en-US" sz="5400" b="1" dirty="0"/>
              <a:t> </a:t>
            </a:r>
            <a:r>
              <a:rPr lang="en-US" sz="5400" b="1" dirty="0" err="1"/>
              <a:t>የኔ</a:t>
            </a:r>
            <a:r>
              <a:rPr lang="en-US" sz="5400" b="1" dirty="0"/>
              <a:t> </a:t>
            </a:r>
            <a:r>
              <a:rPr lang="en-US" sz="5400" b="1" dirty="0" err="1"/>
              <a:t>በደል</a:t>
            </a:r>
            <a:r>
              <a:rPr lang="en-US" sz="5400" b="1" dirty="0"/>
              <a:t> </a:t>
            </a:r>
            <a:r>
              <a:rPr lang="en-US" sz="5400" b="1" dirty="0" err="1"/>
              <a:t>ኃጢአት</a:t>
            </a:r>
            <a:r>
              <a:rPr lang="en-US" sz="5400" b="1" dirty="0"/>
              <a:t> </a:t>
            </a:r>
          </a:p>
          <a:p>
            <a:r>
              <a:rPr lang="en-US" sz="5400" b="1" dirty="0" err="1"/>
              <a:t>ምሕረትና</a:t>
            </a:r>
            <a:r>
              <a:rPr lang="en-US" sz="5400" b="1" dirty="0"/>
              <a:t> </a:t>
            </a:r>
            <a:r>
              <a:rPr lang="en-US" sz="5400" b="1" dirty="0" err="1"/>
              <a:t>ፍቅር</a:t>
            </a:r>
            <a:r>
              <a:rPr lang="en-US" sz="5400" b="1" dirty="0"/>
              <a:t> </a:t>
            </a:r>
            <a:r>
              <a:rPr lang="en-US" sz="5400" b="1" dirty="0" err="1"/>
              <a:t>ነበር</a:t>
            </a:r>
            <a:r>
              <a:rPr lang="en-US" sz="5400" b="1" dirty="0"/>
              <a:t> </a:t>
            </a:r>
            <a:r>
              <a:rPr lang="en-US" sz="5400" b="1" dirty="0" err="1"/>
              <a:t>የእርሱ</a:t>
            </a:r>
            <a:r>
              <a:rPr lang="en-US" sz="5400" b="1" dirty="0"/>
              <a:t> </a:t>
            </a:r>
            <a:r>
              <a:rPr lang="en-US" sz="5400" b="1" dirty="0" err="1"/>
              <a:t>ጥማት</a:t>
            </a:r>
            <a:r>
              <a:rPr lang="en-US" sz="5400" b="1" dirty="0"/>
              <a:t> </a:t>
            </a:r>
          </a:p>
          <a:p>
            <a:r>
              <a:rPr lang="en-US" sz="5400" b="1" dirty="0" err="1"/>
              <a:t>በእኔ</a:t>
            </a:r>
            <a:r>
              <a:rPr lang="en-US" sz="5400" b="1" dirty="0"/>
              <a:t> </a:t>
            </a:r>
            <a:r>
              <a:rPr lang="en-US" sz="5400" b="1" dirty="0" err="1"/>
              <a:t>ምትክ</a:t>
            </a:r>
            <a:r>
              <a:rPr lang="en-US" sz="5400" b="1" dirty="0"/>
              <a:t> </a:t>
            </a:r>
            <a:r>
              <a:rPr lang="en-US" sz="5400" b="1" dirty="0" err="1"/>
              <a:t>ሆኖ</a:t>
            </a:r>
            <a:r>
              <a:rPr lang="en-US" sz="5400" b="1" dirty="0"/>
              <a:t> </a:t>
            </a:r>
            <a:r>
              <a:rPr lang="en-US" sz="5400" b="1" dirty="0" err="1"/>
              <a:t>እኔን</a:t>
            </a:r>
            <a:r>
              <a:rPr lang="en-US" sz="5400" b="1" dirty="0"/>
              <a:t> </a:t>
            </a:r>
            <a:r>
              <a:rPr lang="en-US" sz="5400" b="1" dirty="0" err="1"/>
              <a:t>ነጻ</a:t>
            </a:r>
            <a:r>
              <a:rPr lang="en-US" sz="5400" b="1" dirty="0"/>
              <a:t> </a:t>
            </a:r>
            <a:r>
              <a:rPr lang="en-US" sz="5400" b="1" dirty="0" err="1"/>
              <a:t>አወጣኝ</a:t>
            </a:r>
            <a:r>
              <a:rPr lang="en-US" sz="5400" b="1" dirty="0"/>
              <a:t> </a:t>
            </a:r>
          </a:p>
          <a:p>
            <a:r>
              <a:rPr lang="en-US" sz="5400" b="1" dirty="0" err="1"/>
              <a:t>እውነተኛ</a:t>
            </a:r>
            <a:r>
              <a:rPr lang="en-US" sz="5400" b="1" dirty="0"/>
              <a:t> </a:t>
            </a:r>
            <a:r>
              <a:rPr lang="en-US" sz="5400" b="1" dirty="0" err="1"/>
              <a:t>ፍቅሩን</a:t>
            </a:r>
            <a:r>
              <a:rPr lang="en-US" sz="5400" b="1" dirty="0"/>
              <a:t> </a:t>
            </a:r>
            <a:r>
              <a:rPr lang="en-US" sz="5400" b="1" dirty="0" err="1"/>
              <a:t>በሞት</a:t>
            </a:r>
            <a:r>
              <a:rPr lang="en-US" sz="5400" b="1" dirty="0"/>
              <a:t> </a:t>
            </a:r>
            <a:r>
              <a:rPr lang="en-US" sz="5400" b="1" dirty="0" err="1"/>
              <a:t>ገለፀልኝ</a:t>
            </a:r>
            <a:r>
              <a:rPr lang="en-US" sz="5400" b="1" dirty="0"/>
              <a:t> </a:t>
            </a:r>
          </a:p>
        </p:txBody>
      </p:sp>
    </p:spTree>
    <p:extLst>
      <p:ext uri="{BB962C8B-B14F-4D97-AF65-F5344CB8AC3E}">
        <p14:creationId xmlns:p14="http://schemas.microsoft.com/office/powerpoint/2010/main" val="3889520365"/>
      </p:ext>
    </p:extLst>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6E971F-B9B7-4FF1-F50A-608A22F9BD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2471B3-71A7-0636-06B2-D9EE622E3FCE}"/>
              </a:ext>
            </a:extLst>
          </p:cNvPr>
          <p:cNvSpPr>
            <a:spLocks noGrp="1"/>
          </p:cNvSpPr>
          <p:nvPr>
            <p:ph type="title"/>
          </p:nvPr>
        </p:nvSpPr>
        <p:spPr>
          <a:xfrm>
            <a:off x="2755489" y="1897062"/>
            <a:ext cx="10783529" cy="3063875"/>
          </a:xfrm>
        </p:spPr>
        <p:txBody>
          <a:bodyPr>
            <a:normAutofit/>
          </a:bodyPr>
          <a:lstStyle/>
          <a:p>
            <a:r>
              <a:rPr lang="en-US" sz="5400" b="1" dirty="0" err="1"/>
              <a:t>ተሸከመው</a:t>
            </a:r>
            <a:r>
              <a:rPr lang="en-US" sz="5400" b="1" dirty="0"/>
              <a:t> </a:t>
            </a:r>
            <a:r>
              <a:rPr lang="en-US" sz="5400" b="1" dirty="0" err="1"/>
              <a:t>ኃጢአቴን</a:t>
            </a:r>
            <a:r>
              <a:rPr lang="en-US" sz="5400" b="1" dirty="0"/>
              <a:t> /2/ </a:t>
            </a:r>
            <a:br>
              <a:rPr lang="en-US" sz="5400" b="1" dirty="0"/>
            </a:br>
            <a:r>
              <a:rPr lang="en-US" sz="5400" b="1" dirty="0" err="1"/>
              <a:t>ኢየሱስ</a:t>
            </a:r>
            <a:r>
              <a:rPr lang="en-US" sz="5400" b="1" dirty="0"/>
              <a:t> </a:t>
            </a:r>
            <a:r>
              <a:rPr lang="en-US" sz="5400" b="1" dirty="0" err="1"/>
              <a:t>መድኃኒቴ</a:t>
            </a:r>
            <a:r>
              <a:rPr lang="en-US" sz="5400" b="1" dirty="0"/>
              <a:t> </a:t>
            </a:r>
            <a:br>
              <a:rPr lang="en-US" sz="5400" b="1" dirty="0"/>
            </a:br>
            <a:endParaRPr lang="en-US" sz="5400" b="1" dirty="0"/>
          </a:p>
        </p:txBody>
      </p:sp>
    </p:spTree>
    <p:extLst>
      <p:ext uri="{BB962C8B-B14F-4D97-AF65-F5344CB8AC3E}">
        <p14:creationId xmlns:p14="http://schemas.microsoft.com/office/powerpoint/2010/main" val="3801033421"/>
      </p:ext>
    </p:extLst>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5A77C25-83F1-3DEB-6335-C431A1324E92}"/>
              </a:ext>
            </a:extLst>
          </p:cNvPr>
          <p:cNvSpPr txBox="1"/>
          <p:nvPr/>
        </p:nvSpPr>
        <p:spPr>
          <a:xfrm>
            <a:off x="2290916" y="1572765"/>
            <a:ext cx="8662219" cy="3416320"/>
          </a:xfrm>
          <a:prstGeom prst="rect">
            <a:avLst/>
          </a:prstGeom>
          <a:noFill/>
        </p:spPr>
        <p:txBody>
          <a:bodyPr wrap="square">
            <a:spAutoFit/>
          </a:bodyPr>
          <a:lstStyle/>
          <a:p>
            <a:r>
              <a:rPr lang="en-US" sz="5400" b="1" dirty="0" err="1"/>
              <a:t>ፍጹም</a:t>
            </a:r>
            <a:r>
              <a:rPr lang="en-US" sz="5400" b="1" dirty="0"/>
              <a:t> </a:t>
            </a:r>
            <a:r>
              <a:rPr lang="en-US" sz="5400" b="1" dirty="0" err="1"/>
              <a:t>ጻድቅ</a:t>
            </a:r>
            <a:r>
              <a:rPr lang="en-US" sz="5400" b="1" dirty="0"/>
              <a:t> </a:t>
            </a:r>
            <a:r>
              <a:rPr lang="en-US" sz="5400" b="1" dirty="0" err="1"/>
              <a:t>ነበር</a:t>
            </a:r>
            <a:r>
              <a:rPr lang="en-US" sz="5400" b="1" dirty="0"/>
              <a:t> </a:t>
            </a:r>
            <a:r>
              <a:rPr lang="en-US" sz="5400" b="1" dirty="0" err="1"/>
              <a:t>እርሱማ</a:t>
            </a:r>
            <a:r>
              <a:rPr lang="en-US" sz="5400" b="1" dirty="0"/>
              <a:t> </a:t>
            </a:r>
            <a:r>
              <a:rPr lang="en-US" sz="5400" b="1" dirty="0" err="1"/>
              <a:t>እራሱ</a:t>
            </a:r>
            <a:r>
              <a:rPr lang="en-US" sz="5400" b="1" dirty="0"/>
              <a:t> </a:t>
            </a:r>
          </a:p>
          <a:p>
            <a:r>
              <a:rPr lang="en-US" sz="5400" b="1" dirty="0" err="1"/>
              <a:t>ስለኔ</a:t>
            </a:r>
            <a:r>
              <a:rPr lang="en-US" sz="5400" b="1" dirty="0"/>
              <a:t> </a:t>
            </a:r>
            <a:r>
              <a:rPr lang="en-US" sz="5400" b="1" dirty="0" err="1"/>
              <a:t>በከንቱ</a:t>
            </a:r>
            <a:r>
              <a:rPr lang="en-US" sz="5400" b="1" dirty="0"/>
              <a:t> </a:t>
            </a:r>
            <a:r>
              <a:rPr lang="en-US" sz="5400" b="1" dirty="0" err="1"/>
              <a:t>እንዲያው</a:t>
            </a:r>
            <a:r>
              <a:rPr lang="en-US" sz="5400" b="1" dirty="0"/>
              <a:t> </a:t>
            </a:r>
            <a:r>
              <a:rPr lang="en-US" sz="5400" b="1" dirty="0" err="1"/>
              <a:t>መከሰሱ</a:t>
            </a:r>
            <a:r>
              <a:rPr lang="en-US" sz="5400" b="1" dirty="0"/>
              <a:t> </a:t>
            </a:r>
          </a:p>
          <a:p>
            <a:r>
              <a:rPr lang="en-US" sz="5400" b="1" dirty="0" err="1"/>
              <a:t>ደማ</a:t>
            </a:r>
            <a:r>
              <a:rPr lang="en-US" sz="5400" b="1" dirty="0"/>
              <a:t> </a:t>
            </a:r>
            <a:r>
              <a:rPr lang="en-US" sz="5400" b="1" dirty="0" err="1"/>
              <a:t>ቆሳሰለ</a:t>
            </a:r>
            <a:r>
              <a:rPr lang="en-US" sz="5400" b="1" dirty="0"/>
              <a:t> </a:t>
            </a:r>
            <a:r>
              <a:rPr lang="en-US" sz="5400" b="1" dirty="0" err="1"/>
              <a:t>ሆነ</a:t>
            </a:r>
            <a:r>
              <a:rPr lang="en-US" sz="5400" b="1" dirty="0"/>
              <a:t> </a:t>
            </a:r>
            <a:r>
              <a:rPr lang="en-US" sz="5400" b="1" dirty="0" err="1"/>
              <a:t>የሕማም</a:t>
            </a:r>
            <a:r>
              <a:rPr lang="en-US" sz="5400" b="1" dirty="0"/>
              <a:t> </a:t>
            </a:r>
            <a:r>
              <a:rPr lang="en-US" sz="5400" b="1" dirty="0" err="1"/>
              <a:t>ሰው</a:t>
            </a:r>
            <a:r>
              <a:rPr lang="en-US" sz="5400" b="1" dirty="0"/>
              <a:t> </a:t>
            </a:r>
          </a:p>
          <a:p>
            <a:r>
              <a:rPr lang="en-US" sz="5400" b="1" dirty="0" err="1"/>
              <a:t>ለእኔ</a:t>
            </a:r>
            <a:r>
              <a:rPr lang="en-US" sz="5400" b="1" dirty="0"/>
              <a:t> </a:t>
            </a:r>
            <a:r>
              <a:rPr lang="en-US" sz="5400" b="1" dirty="0" err="1"/>
              <a:t>የሚገባኝን</a:t>
            </a:r>
            <a:r>
              <a:rPr lang="en-US" sz="5400" b="1" dirty="0"/>
              <a:t> </a:t>
            </a:r>
            <a:r>
              <a:rPr lang="en-US" sz="5400" b="1" dirty="0" err="1"/>
              <a:t>እርሱ</a:t>
            </a:r>
            <a:r>
              <a:rPr lang="en-US" sz="5400" b="1" dirty="0"/>
              <a:t> </a:t>
            </a:r>
            <a:r>
              <a:rPr lang="en-US" sz="5400" b="1" dirty="0" err="1"/>
              <a:t>ተሸክመው</a:t>
            </a:r>
            <a:r>
              <a:rPr lang="en-US" sz="5400" b="1" dirty="0"/>
              <a:t> </a:t>
            </a:r>
          </a:p>
        </p:txBody>
      </p:sp>
    </p:spTree>
    <p:extLst>
      <p:ext uri="{BB962C8B-B14F-4D97-AF65-F5344CB8AC3E}">
        <p14:creationId xmlns:p14="http://schemas.microsoft.com/office/powerpoint/2010/main" val="411235716"/>
      </p:ext>
    </p:extLst>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FCBD7D-071A-B9FF-3C83-2F83385ACB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66F74A-B6AA-C107-F966-125EEF62D92E}"/>
              </a:ext>
            </a:extLst>
          </p:cNvPr>
          <p:cNvSpPr>
            <a:spLocks noGrp="1"/>
          </p:cNvSpPr>
          <p:nvPr>
            <p:ph type="title"/>
          </p:nvPr>
        </p:nvSpPr>
        <p:spPr>
          <a:xfrm>
            <a:off x="2755489" y="1897062"/>
            <a:ext cx="10783529" cy="3063875"/>
          </a:xfrm>
        </p:spPr>
        <p:txBody>
          <a:bodyPr>
            <a:normAutofit/>
          </a:bodyPr>
          <a:lstStyle/>
          <a:p>
            <a:r>
              <a:rPr lang="en-US" sz="5400" b="1" dirty="0" err="1"/>
              <a:t>ተሸከመው</a:t>
            </a:r>
            <a:r>
              <a:rPr lang="en-US" sz="5400" b="1" dirty="0"/>
              <a:t> </a:t>
            </a:r>
            <a:r>
              <a:rPr lang="en-US" sz="5400" b="1" dirty="0" err="1"/>
              <a:t>ኃጢአቴን</a:t>
            </a:r>
            <a:r>
              <a:rPr lang="en-US" sz="5400" b="1" dirty="0"/>
              <a:t> /2/ </a:t>
            </a:r>
            <a:br>
              <a:rPr lang="en-US" sz="5400" b="1" dirty="0"/>
            </a:br>
            <a:r>
              <a:rPr lang="en-US" sz="5400" b="1" dirty="0" err="1"/>
              <a:t>ኢየሱስ</a:t>
            </a:r>
            <a:r>
              <a:rPr lang="en-US" sz="5400" b="1" dirty="0"/>
              <a:t> </a:t>
            </a:r>
            <a:r>
              <a:rPr lang="en-US" sz="5400" b="1" dirty="0" err="1"/>
              <a:t>መድኃኒቴ</a:t>
            </a:r>
            <a:r>
              <a:rPr lang="en-US" sz="5400" b="1" dirty="0"/>
              <a:t> </a:t>
            </a:r>
            <a:br>
              <a:rPr lang="en-US" sz="5400" b="1" dirty="0"/>
            </a:br>
            <a:endParaRPr lang="en-US" sz="5400" b="1" dirty="0"/>
          </a:p>
        </p:txBody>
      </p:sp>
    </p:spTree>
    <p:extLst>
      <p:ext uri="{BB962C8B-B14F-4D97-AF65-F5344CB8AC3E}">
        <p14:creationId xmlns:p14="http://schemas.microsoft.com/office/powerpoint/2010/main" val="337995766"/>
      </p:ext>
    </p:extLst>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2F12A65-6F06-B92E-EC44-F0D53D52954A}"/>
              </a:ext>
            </a:extLst>
          </p:cNvPr>
          <p:cNvSpPr txBox="1"/>
          <p:nvPr/>
        </p:nvSpPr>
        <p:spPr>
          <a:xfrm>
            <a:off x="2281083" y="1720840"/>
            <a:ext cx="8495071" cy="3416320"/>
          </a:xfrm>
          <a:prstGeom prst="rect">
            <a:avLst/>
          </a:prstGeom>
          <a:noFill/>
        </p:spPr>
        <p:txBody>
          <a:bodyPr wrap="square">
            <a:spAutoFit/>
          </a:bodyPr>
          <a:lstStyle/>
          <a:p>
            <a:r>
              <a:rPr lang="en-US" sz="5400" b="1" dirty="0" err="1"/>
              <a:t>ፍቅር</a:t>
            </a:r>
            <a:r>
              <a:rPr lang="en-US" sz="5400" b="1" dirty="0"/>
              <a:t> </a:t>
            </a:r>
            <a:r>
              <a:rPr lang="en-US" sz="5400" b="1" dirty="0" err="1"/>
              <a:t>ፍቅር</a:t>
            </a:r>
            <a:r>
              <a:rPr lang="en-US" sz="5400" b="1" dirty="0"/>
              <a:t> </a:t>
            </a:r>
            <a:r>
              <a:rPr lang="en-US" sz="5400" b="1" dirty="0" err="1"/>
              <a:t>እኮ</a:t>
            </a:r>
            <a:r>
              <a:rPr lang="en-US" sz="5400" b="1" dirty="0"/>
              <a:t> </a:t>
            </a:r>
            <a:r>
              <a:rPr lang="en-US" sz="5400" b="1" dirty="0" err="1"/>
              <a:t>ነው</a:t>
            </a:r>
            <a:r>
              <a:rPr lang="en-US" sz="5400" b="1" dirty="0"/>
              <a:t> </a:t>
            </a:r>
          </a:p>
          <a:p>
            <a:r>
              <a:rPr lang="en-US" sz="5400" b="1" dirty="0" err="1"/>
              <a:t>ለሞት</a:t>
            </a:r>
            <a:r>
              <a:rPr lang="en-US" sz="5400" b="1" dirty="0"/>
              <a:t> </a:t>
            </a:r>
            <a:r>
              <a:rPr lang="en-US" sz="5400" b="1" dirty="0" err="1"/>
              <a:t>ያደረሰው</a:t>
            </a:r>
            <a:r>
              <a:rPr lang="en-US" sz="5400" b="1" dirty="0"/>
              <a:t> </a:t>
            </a:r>
            <a:r>
              <a:rPr lang="en-US" sz="5400" b="1" dirty="0" err="1"/>
              <a:t>ፍቅር</a:t>
            </a:r>
            <a:r>
              <a:rPr lang="en-US" sz="5400" b="1" dirty="0"/>
              <a:t> </a:t>
            </a:r>
            <a:r>
              <a:rPr lang="en-US" sz="5400" b="1" dirty="0" err="1"/>
              <a:t>እኮ</a:t>
            </a:r>
            <a:r>
              <a:rPr lang="en-US" sz="5400" b="1" dirty="0"/>
              <a:t> </a:t>
            </a:r>
            <a:r>
              <a:rPr lang="en-US" sz="5400" b="1" dirty="0" err="1"/>
              <a:t>ነው</a:t>
            </a:r>
            <a:r>
              <a:rPr lang="en-US" sz="5400" b="1" dirty="0"/>
              <a:t> </a:t>
            </a:r>
          </a:p>
          <a:p>
            <a:r>
              <a:rPr lang="en-US" sz="5400" b="1" dirty="0" err="1"/>
              <a:t>ፍቅር</a:t>
            </a:r>
            <a:r>
              <a:rPr lang="en-US" sz="5400" b="1" dirty="0"/>
              <a:t> </a:t>
            </a:r>
            <a:r>
              <a:rPr lang="en-US" sz="5400" b="1" dirty="0" err="1"/>
              <a:t>ፍቅር</a:t>
            </a:r>
            <a:r>
              <a:rPr lang="en-US" sz="5400" b="1" dirty="0"/>
              <a:t> </a:t>
            </a:r>
            <a:r>
              <a:rPr lang="en-US" sz="5400" b="1" dirty="0" err="1"/>
              <a:t>እኮ</a:t>
            </a:r>
            <a:r>
              <a:rPr lang="en-US" sz="5400" b="1" dirty="0"/>
              <a:t> </a:t>
            </a:r>
            <a:r>
              <a:rPr lang="en-US" sz="5400" b="1" dirty="0" err="1"/>
              <a:t>ነው</a:t>
            </a:r>
            <a:r>
              <a:rPr lang="en-US" sz="5400" b="1" dirty="0"/>
              <a:t> </a:t>
            </a:r>
          </a:p>
          <a:p>
            <a:r>
              <a:rPr lang="en-US" sz="5400" b="1" dirty="0" err="1"/>
              <a:t>ለዚህ</a:t>
            </a:r>
            <a:r>
              <a:rPr lang="en-US" sz="5400" b="1" dirty="0"/>
              <a:t> </a:t>
            </a:r>
            <a:r>
              <a:rPr lang="en-US" sz="5400" b="1" dirty="0" err="1"/>
              <a:t>ያደረሰው</a:t>
            </a:r>
            <a:r>
              <a:rPr lang="en-US" sz="5400" b="1" dirty="0"/>
              <a:t> </a:t>
            </a:r>
            <a:r>
              <a:rPr lang="en-US" sz="5400" b="1" dirty="0" err="1"/>
              <a:t>ፍቅር</a:t>
            </a:r>
            <a:r>
              <a:rPr lang="en-US" sz="5400" b="1" dirty="0"/>
              <a:t> </a:t>
            </a:r>
            <a:r>
              <a:rPr lang="en-US" sz="5400" b="1" dirty="0" err="1"/>
              <a:t>እኮ</a:t>
            </a:r>
            <a:r>
              <a:rPr lang="en-US" sz="5400" b="1" dirty="0"/>
              <a:t> </a:t>
            </a:r>
            <a:r>
              <a:rPr lang="en-US" sz="5400" b="1" dirty="0" err="1"/>
              <a:t>ነው</a:t>
            </a:r>
            <a:endParaRPr lang="en-US" sz="5400" b="1" dirty="0"/>
          </a:p>
        </p:txBody>
      </p:sp>
    </p:spTree>
    <p:extLst>
      <p:ext uri="{BB962C8B-B14F-4D97-AF65-F5344CB8AC3E}">
        <p14:creationId xmlns:p14="http://schemas.microsoft.com/office/powerpoint/2010/main" val="1958555717"/>
      </p:ext>
    </p:extLst>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C48305-2C0F-E30C-4A3F-305A58CDB0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343EBB-9B81-4200-3CD0-26B55A749BA0}"/>
              </a:ext>
            </a:extLst>
          </p:cNvPr>
          <p:cNvSpPr>
            <a:spLocks noGrp="1"/>
          </p:cNvSpPr>
          <p:nvPr>
            <p:ph type="title"/>
          </p:nvPr>
        </p:nvSpPr>
        <p:spPr>
          <a:xfrm>
            <a:off x="2755489" y="1897062"/>
            <a:ext cx="10783529" cy="3063875"/>
          </a:xfrm>
        </p:spPr>
        <p:txBody>
          <a:bodyPr>
            <a:normAutofit/>
          </a:bodyPr>
          <a:lstStyle/>
          <a:p>
            <a:r>
              <a:rPr lang="en-US" sz="5400" b="1" dirty="0" err="1"/>
              <a:t>ተሸከመው</a:t>
            </a:r>
            <a:r>
              <a:rPr lang="en-US" sz="5400" b="1" dirty="0"/>
              <a:t> </a:t>
            </a:r>
            <a:r>
              <a:rPr lang="en-US" sz="5400" b="1" dirty="0" err="1"/>
              <a:t>ኃጢአቴን</a:t>
            </a:r>
            <a:r>
              <a:rPr lang="en-US" sz="5400" b="1" dirty="0"/>
              <a:t> /2/ </a:t>
            </a:r>
            <a:br>
              <a:rPr lang="en-US" sz="5400" b="1" dirty="0"/>
            </a:br>
            <a:r>
              <a:rPr lang="en-US" sz="5400" b="1" dirty="0" err="1"/>
              <a:t>ኢየሱስ</a:t>
            </a:r>
            <a:r>
              <a:rPr lang="en-US" sz="5400" b="1" dirty="0"/>
              <a:t> </a:t>
            </a:r>
            <a:r>
              <a:rPr lang="en-US" sz="5400" b="1" dirty="0" err="1"/>
              <a:t>መድኃኒቴ</a:t>
            </a:r>
            <a:r>
              <a:rPr lang="en-US" sz="5400" b="1" dirty="0"/>
              <a:t> </a:t>
            </a:r>
            <a:br>
              <a:rPr lang="en-US" sz="5400" b="1" dirty="0"/>
            </a:br>
            <a:endParaRPr lang="en-US" sz="5400" b="1" dirty="0"/>
          </a:p>
        </p:txBody>
      </p:sp>
    </p:spTree>
    <p:extLst>
      <p:ext uri="{BB962C8B-B14F-4D97-AF65-F5344CB8AC3E}">
        <p14:creationId xmlns:p14="http://schemas.microsoft.com/office/powerpoint/2010/main" val="68376354"/>
      </p:ext>
    </p:extLst>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B617D8A-2F59-4CED-0EA7-02CF681E2649}"/>
              </a:ext>
            </a:extLst>
          </p:cNvPr>
          <p:cNvSpPr txBox="1"/>
          <p:nvPr/>
        </p:nvSpPr>
        <p:spPr>
          <a:xfrm>
            <a:off x="2349909" y="1305341"/>
            <a:ext cx="8672052" cy="4247317"/>
          </a:xfrm>
          <a:prstGeom prst="rect">
            <a:avLst/>
          </a:prstGeom>
          <a:noFill/>
        </p:spPr>
        <p:txBody>
          <a:bodyPr wrap="square">
            <a:spAutoFit/>
          </a:bodyPr>
          <a:lstStyle/>
          <a:p>
            <a:r>
              <a:rPr lang="en-US" sz="5400" b="1" dirty="0" err="1"/>
              <a:t>ኢየሱስ</a:t>
            </a:r>
            <a:r>
              <a:rPr lang="en-US" sz="5400" b="1" dirty="0"/>
              <a:t> </a:t>
            </a:r>
            <a:r>
              <a:rPr lang="en-US" sz="5400" b="1" dirty="0" err="1"/>
              <a:t>ጌታ</a:t>
            </a:r>
            <a:r>
              <a:rPr lang="en-US" sz="5400" b="1" dirty="0"/>
              <a:t> </a:t>
            </a:r>
            <a:r>
              <a:rPr lang="en-US" sz="5400" b="1" dirty="0" err="1"/>
              <a:t>ነህ</a:t>
            </a:r>
            <a:r>
              <a:rPr lang="en-US" sz="5400" b="1" dirty="0"/>
              <a:t> </a:t>
            </a:r>
            <a:r>
              <a:rPr lang="en-US" sz="5400" b="1" dirty="0" err="1"/>
              <a:t>ከልባችሁ</a:t>
            </a:r>
            <a:r>
              <a:rPr lang="en-US" sz="5400" b="1" dirty="0"/>
              <a:t> </a:t>
            </a:r>
            <a:r>
              <a:rPr lang="en-US" sz="5400" b="1" dirty="0" err="1"/>
              <a:t>በሉ</a:t>
            </a:r>
            <a:r>
              <a:rPr lang="en-US" sz="5400" b="1" dirty="0"/>
              <a:t> </a:t>
            </a:r>
            <a:endParaRPr lang="am-ET" sz="5400" b="1" dirty="0"/>
          </a:p>
          <a:p>
            <a:r>
              <a:rPr lang="en-US" sz="5400" b="1" dirty="0" err="1"/>
              <a:t>ያጋንንትን</a:t>
            </a:r>
            <a:r>
              <a:rPr lang="en-US" sz="5400" b="1" dirty="0"/>
              <a:t> </a:t>
            </a:r>
            <a:r>
              <a:rPr lang="en-US" sz="5400" b="1" dirty="0" err="1"/>
              <a:t>ምሽግ</a:t>
            </a:r>
            <a:r>
              <a:rPr lang="en-US" sz="5400" b="1" dirty="0"/>
              <a:t> </a:t>
            </a:r>
            <a:r>
              <a:rPr lang="en-US" sz="5400" b="1" dirty="0" err="1"/>
              <a:t>ያፈርሳል</a:t>
            </a:r>
            <a:r>
              <a:rPr lang="en-US" sz="5400" b="1" dirty="0"/>
              <a:t> </a:t>
            </a:r>
            <a:r>
              <a:rPr lang="en-US" sz="5400" b="1" dirty="0" err="1"/>
              <a:t>ይህ</a:t>
            </a:r>
            <a:r>
              <a:rPr lang="en-US" sz="5400" b="1" dirty="0"/>
              <a:t> </a:t>
            </a:r>
            <a:r>
              <a:rPr lang="en-US" sz="5400" b="1" dirty="0" err="1"/>
              <a:t>ቃሉ</a:t>
            </a:r>
            <a:r>
              <a:rPr lang="en-US" sz="5400" b="1" dirty="0"/>
              <a:t> </a:t>
            </a:r>
            <a:endParaRPr lang="am-ET" sz="5400" b="1" dirty="0"/>
          </a:p>
          <a:p>
            <a:r>
              <a:rPr lang="en-US" sz="5400" b="1" dirty="0" err="1"/>
              <a:t>የናዝሬቱ</a:t>
            </a:r>
            <a:r>
              <a:rPr lang="en-US" sz="5400" b="1" dirty="0"/>
              <a:t> </a:t>
            </a:r>
            <a:r>
              <a:rPr lang="en-US" sz="5400" b="1" dirty="0" err="1"/>
              <a:t>ኢየሱስ</a:t>
            </a:r>
            <a:r>
              <a:rPr lang="en-US" sz="5400" b="1" dirty="0"/>
              <a:t> </a:t>
            </a:r>
            <a:r>
              <a:rPr lang="en-US" sz="5400" b="1" dirty="0" err="1"/>
              <a:t>እንደዚ</a:t>
            </a:r>
            <a:r>
              <a:rPr lang="en-US" sz="5400" b="1" dirty="0"/>
              <a:t> </a:t>
            </a:r>
            <a:r>
              <a:rPr lang="en-US" sz="5400" b="1" dirty="0" err="1"/>
              <a:t>ነዉ</a:t>
            </a:r>
            <a:r>
              <a:rPr lang="en-US" sz="5400" b="1" dirty="0"/>
              <a:t> </a:t>
            </a:r>
            <a:r>
              <a:rPr lang="en-US" sz="5400" b="1" dirty="0" err="1"/>
              <a:t>ሀይሉ</a:t>
            </a:r>
            <a:r>
              <a:rPr lang="en-US" sz="5400" b="1" dirty="0"/>
              <a:t> </a:t>
            </a:r>
            <a:endParaRPr lang="am-ET" sz="5400" b="1" dirty="0"/>
          </a:p>
          <a:p>
            <a:r>
              <a:rPr lang="en-US" sz="5400" b="1" dirty="0" err="1"/>
              <a:t>አሁንም</a:t>
            </a:r>
            <a:r>
              <a:rPr lang="en-US" sz="5400" b="1" dirty="0"/>
              <a:t> </a:t>
            </a:r>
            <a:r>
              <a:rPr lang="en-US" sz="5400" b="1" dirty="0" err="1"/>
              <a:t>ይሰራል</a:t>
            </a:r>
            <a:r>
              <a:rPr lang="en-US" sz="5400" b="1" dirty="0"/>
              <a:t> </a:t>
            </a:r>
            <a:r>
              <a:rPr lang="en-US" sz="5400" b="1" dirty="0" err="1"/>
              <a:t>ይሄ</a:t>
            </a:r>
            <a:r>
              <a:rPr lang="en-US" sz="5400" b="1" dirty="0"/>
              <a:t> </a:t>
            </a:r>
            <a:r>
              <a:rPr lang="en-US" sz="5400" b="1" dirty="0" err="1"/>
              <a:t>ህያዉ</a:t>
            </a:r>
            <a:r>
              <a:rPr lang="en-US" sz="5400" b="1" dirty="0"/>
              <a:t> </a:t>
            </a:r>
            <a:r>
              <a:rPr lang="en-US" sz="5400" b="1" dirty="0" err="1"/>
              <a:t>ቃሉ</a:t>
            </a:r>
            <a:endParaRPr lang="en-US" sz="5400" b="1" dirty="0"/>
          </a:p>
          <a:p>
            <a:endParaRPr lang="en-US" sz="5400" b="1" dirty="0"/>
          </a:p>
        </p:txBody>
      </p:sp>
    </p:spTree>
    <p:extLst>
      <p:ext uri="{BB962C8B-B14F-4D97-AF65-F5344CB8AC3E}">
        <p14:creationId xmlns:p14="http://schemas.microsoft.com/office/powerpoint/2010/main" val="3035865694"/>
      </p:ext>
    </p:extLst>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77497C1-FAC8-AED0-5BCE-EDE6F8496AC0}"/>
              </a:ext>
            </a:extLst>
          </p:cNvPr>
          <p:cNvSpPr txBox="1"/>
          <p:nvPr/>
        </p:nvSpPr>
        <p:spPr>
          <a:xfrm>
            <a:off x="1691147" y="1927123"/>
            <a:ext cx="9094839" cy="2862322"/>
          </a:xfrm>
          <a:prstGeom prst="rect">
            <a:avLst/>
          </a:prstGeom>
          <a:noFill/>
        </p:spPr>
        <p:txBody>
          <a:bodyPr wrap="square">
            <a:spAutoFit/>
          </a:bodyPr>
          <a:lstStyle/>
          <a:p>
            <a:r>
              <a:rPr lang="en-US" sz="6000" b="1" dirty="0" err="1"/>
              <a:t>ኢየሱስ</a:t>
            </a:r>
            <a:r>
              <a:rPr lang="en-US" sz="6000" b="1" dirty="0"/>
              <a:t> </a:t>
            </a:r>
            <a:r>
              <a:rPr lang="en-US" sz="6000" b="1" dirty="0" err="1"/>
              <a:t>ጌታ</a:t>
            </a:r>
            <a:r>
              <a:rPr lang="en-US" sz="6000" b="1" dirty="0"/>
              <a:t> </a:t>
            </a:r>
            <a:r>
              <a:rPr lang="en-US" sz="6000" b="1" dirty="0" err="1"/>
              <a:t>ነዉ</a:t>
            </a:r>
            <a:r>
              <a:rPr lang="en-US" sz="6000" b="1" dirty="0"/>
              <a:t>/3/</a:t>
            </a:r>
          </a:p>
          <a:p>
            <a:r>
              <a:rPr lang="en-US" sz="6000" b="1" dirty="0" err="1"/>
              <a:t>እያልኩ</a:t>
            </a:r>
            <a:r>
              <a:rPr lang="en-US" sz="6000" b="1" dirty="0"/>
              <a:t> </a:t>
            </a:r>
            <a:r>
              <a:rPr lang="en-US" sz="6000" b="1" dirty="0" err="1"/>
              <a:t>አዉጃለዉ</a:t>
            </a:r>
            <a:endParaRPr lang="en-US" sz="6000" b="1" dirty="0"/>
          </a:p>
          <a:p>
            <a:r>
              <a:rPr lang="en-US" sz="6000" b="1" dirty="0" err="1"/>
              <a:t>ዉለታዉ</a:t>
            </a:r>
            <a:r>
              <a:rPr lang="en-US" sz="6000" b="1" dirty="0"/>
              <a:t> </a:t>
            </a:r>
            <a:r>
              <a:rPr lang="en-US" sz="6000" b="1" dirty="0" err="1"/>
              <a:t>አለብኝ</a:t>
            </a:r>
            <a:r>
              <a:rPr lang="en-US" sz="6000" b="1" dirty="0"/>
              <a:t> </a:t>
            </a:r>
            <a:r>
              <a:rPr lang="en-US" sz="6000" b="1" dirty="0" err="1"/>
              <a:t>ፍቅሩን</a:t>
            </a:r>
            <a:r>
              <a:rPr lang="en-US" sz="6000" b="1" dirty="0"/>
              <a:t> </a:t>
            </a:r>
            <a:r>
              <a:rPr lang="en-US" sz="6000" b="1" dirty="0" err="1"/>
              <a:t>ቀምሻለዉ</a:t>
            </a:r>
            <a:endParaRPr lang="am-ET" sz="6000" b="1" dirty="0"/>
          </a:p>
        </p:txBody>
      </p:sp>
    </p:spTree>
    <p:extLst>
      <p:ext uri="{BB962C8B-B14F-4D97-AF65-F5344CB8AC3E}">
        <p14:creationId xmlns:p14="http://schemas.microsoft.com/office/powerpoint/2010/main" val="2023581863"/>
      </p:ext>
    </p:extLst>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DB189AE-5501-161C-8372-234C9ED43BB2}"/>
              </a:ext>
            </a:extLst>
          </p:cNvPr>
          <p:cNvSpPr txBox="1"/>
          <p:nvPr/>
        </p:nvSpPr>
        <p:spPr>
          <a:xfrm>
            <a:off x="1533833" y="1178626"/>
            <a:ext cx="8898193" cy="4247317"/>
          </a:xfrm>
          <a:prstGeom prst="rect">
            <a:avLst/>
          </a:prstGeom>
          <a:noFill/>
        </p:spPr>
        <p:txBody>
          <a:bodyPr wrap="square">
            <a:spAutoFit/>
          </a:bodyPr>
          <a:lstStyle/>
          <a:p>
            <a:r>
              <a:rPr lang="en-US" sz="5400" b="1" dirty="0" err="1"/>
              <a:t>ነብዩ</a:t>
            </a:r>
            <a:r>
              <a:rPr lang="en-US" sz="5400" b="1" dirty="0"/>
              <a:t> </a:t>
            </a:r>
            <a:r>
              <a:rPr lang="en-US" sz="5400" b="1" dirty="0" err="1"/>
              <a:t>እንዳለዉ</a:t>
            </a:r>
            <a:r>
              <a:rPr lang="en-US" sz="5400" b="1" dirty="0"/>
              <a:t> </a:t>
            </a:r>
            <a:r>
              <a:rPr lang="en-US" sz="5400" b="1" dirty="0" err="1"/>
              <a:t>መልክ</a:t>
            </a:r>
            <a:r>
              <a:rPr lang="en-US" sz="5400" b="1" dirty="0"/>
              <a:t> </a:t>
            </a:r>
            <a:r>
              <a:rPr lang="en-US" sz="5400" b="1" dirty="0" err="1"/>
              <a:t>ዉበት</a:t>
            </a:r>
            <a:r>
              <a:rPr lang="en-US" sz="5400" b="1" dirty="0"/>
              <a:t> </a:t>
            </a:r>
            <a:r>
              <a:rPr lang="en-US" sz="5400" b="1" dirty="0" err="1"/>
              <a:t>ያልነበረዉ</a:t>
            </a:r>
            <a:r>
              <a:rPr lang="en-US" sz="5400" b="1" dirty="0"/>
              <a:t> </a:t>
            </a:r>
            <a:endParaRPr lang="am-ET" sz="5400" b="1" dirty="0"/>
          </a:p>
          <a:p>
            <a:r>
              <a:rPr lang="en-US" sz="5400" b="1" dirty="0" err="1"/>
              <a:t>እንወደዉም</a:t>
            </a:r>
            <a:r>
              <a:rPr lang="en-US" sz="5400" b="1" dirty="0"/>
              <a:t> </a:t>
            </a:r>
            <a:r>
              <a:rPr lang="en-US" sz="5400" b="1" dirty="0" err="1"/>
              <a:t>ዘንድ</a:t>
            </a:r>
            <a:r>
              <a:rPr lang="en-US" sz="5400" b="1" dirty="0"/>
              <a:t> </a:t>
            </a:r>
            <a:r>
              <a:rPr lang="en-US" sz="5400" b="1" dirty="0" err="1"/>
              <a:t>ደም</a:t>
            </a:r>
            <a:r>
              <a:rPr lang="en-US" sz="5400" b="1" dirty="0"/>
              <a:t> </a:t>
            </a:r>
            <a:r>
              <a:rPr lang="en-US" sz="5400" b="1" dirty="0" err="1"/>
              <a:t>ግባት</a:t>
            </a:r>
            <a:r>
              <a:rPr lang="en-US" sz="5400" b="1" dirty="0"/>
              <a:t> </a:t>
            </a:r>
            <a:r>
              <a:rPr lang="en-US" sz="5400" b="1" dirty="0" err="1"/>
              <a:t>ያልነበረዉ</a:t>
            </a:r>
            <a:endParaRPr lang="am-ET" sz="5400" b="1" dirty="0"/>
          </a:p>
          <a:p>
            <a:r>
              <a:rPr lang="en-US" sz="5400" b="1" dirty="0"/>
              <a:t> </a:t>
            </a:r>
            <a:r>
              <a:rPr lang="en-US" sz="5400" b="1" dirty="0" err="1"/>
              <a:t>ፍቅር</a:t>
            </a:r>
            <a:r>
              <a:rPr lang="en-US" sz="5400" b="1" dirty="0"/>
              <a:t> </a:t>
            </a:r>
            <a:r>
              <a:rPr lang="en-US" sz="5400" b="1" dirty="0" err="1"/>
              <a:t>ግድ</a:t>
            </a:r>
            <a:r>
              <a:rPr lang="en-US" sz="5400" b="1" dirty="0"/>
              <a:t> </a:t>
            </a:r>
            <a:r>
              <a:rPr lang="en-US" sz="5400" b="1" dirty="0" err="1"/>
              <a:t>ብሎት</a:t>
            </a:r>
            <a:r>
              <a:rPr lang="en-US" sz="5400" b="1" dirty="0"/>
              <a:t> </a:t>
            </a:r>
            <a:r>
              <a:rPr lang="en-US" sz="5400" b="1" dirty="0" err="1"/>
              <a:t>ወዙን</a:t>
            </a:r>
            <a:r>
              <a:rPr lang="en-US" sz="5400" b="1" dirty="0"/>
              <a:t> </a:t>
            </a:r>
            <a:r>
              <a:rPr lang="en-US" sz="5400" b="1" dirty="0" err="1"/>
              <a:t>ለኔ</a:t>
            </a:r>
            <a:r>
              <a:rPr lang="en-US" sz="5400" b="1" dirty="0"/>
              <a:t> </a:t>
            </a:r>
            <a:r>
              <a:rPr lang="en-US" sz="5400" b="1" dirty="0" err="1"/>
              <a:t>የሰጠዉ</a:t>
            </a:r>
            <a:r>
              <a:rPr lang="en-US" sz="5400" b="1" dirty="0"/>
              <a:t> </a:t>
            </a:r>
          </a:p>
          <a:p>
            <a:r>
              <a:rPr lang="en-US" sz="5400" b="1" dirty="0" err="1"/>
              <a:t>ደሙን</a:t>
            </a:r>
            <a:r>
              <a:rPr lang="en-US" sz="5400" b="1" dirty="0"/>
              <a:t> </a:t>
            </a:r>
            <a:r>
              <a:rPr lang="en-US" sz="5400" b="1" dirty="0" err="1"/>
              <a:t>ለኔ</a:t>
            </a:r>
            <a:r>
              <a:rPr lang="en-US" sz="5400" b="1" dirty="0"/>
              <a:t> </a:t>
            </a:r>
            <a:r>
              <a:rPr lang="en-US" sz="5400" b="1" dirty="0" err="1"/>
              <a:t>አፍስሶ</a:t>
            </a:r>
            <a:r>
              <a:rPr lang="en-US" sz="5400" b="1" dirty="0"/>
              <a:t> </a:t>
            </a:r>
            <a:r>
              <a:rPr lang="en-US" sz="5400" b="1" dirty="0" err="1"/>
              <a:t>ሀጢአቴን</a:t>
            </a:r>
            <a:r>
              <a:rPr lang="en-US" sz="5400" b="1" dirty="0"/>
              <a:t> </a:t>
            </a:r>
            <a:r>
              <a:rPr lang="en-US" sz="5400" b="1" dirty="0" err="1"/>
              <a:t>ያነፃዉ</a:t>
            </a:r>
            <a:endParaRPr lang="en-US" sz="5400" b="1" dirty="0"/>
          </a:p>
          <a:p>
            <a:endParaRPr lang="en-US" sz="5400" b="1" dirty="0"/>
          </a:p>
        </p:txBody>
      </p:sp>
    </p:spTree>
    <p:extLst>
      <p:ext uri="{BB962C8B-B14F-4D97-AF65-F5344CB8AC3E}">
        <p14:creationId xmlns:p14="http://schemas.microsoft.com/office/powerpoint/2010/main" val="3078977480"/>
      </p:ext>
    </p:extLst>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898177-1180-DE10-3825-06064AEC27F2}"/>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675FFFA0-BA55-02F3-D4EE-481B0BED4E1E}"/>
              </a:ext>
            </a:extLst>
          </p:cNvPr>
          <p:cNvSpPr txBox="1"/>
          <p:nvPr/>
        </p:nvSpPr>
        <p:spPr>
          <a:xfrm>
            <a:off x="1691147" y="1927123"/>
            <a:ext cx="9094839" cy="2862322"/>
          </a:xfrm>
          <a:prstGeom prst="rect">
            <a:avLst/>
          </a:prstGeom>
          <a:noFill/>
        </p:spPr>
        <p:txBody>
          <a:bodyPr wrap="square">
            <a:spAutoFit/>
          </a:bodyPr>
          <a:lstStyle/>
          <a:p>
            <a:r>
              <a:rPr lang="en-US" sz="6000" b="1" dirty="0" err="1"/>
              <a:t>ኢየሱስ</a:t>
            </a:r>
            <a:r>
              <a:rPr lang="en-US" sz="6000" b="1" dirty="0"/>
              <a:t> </a:t>
            </a:r>
            <a:r>
              <a:rPr lang="en-US" sz="6000" b="1" dirty="0" err="1"/>
              <a:t>ጌታ</a:t>
            </a:r>
            <a:r>
              <a:rPr lang="en-US" sz="6000" b="1" dirty="0"/>
              <a:t> </a:t>
            </a:r>
            <a:r>
              <a:rPr lang="en-US" sz="6000" b="1" dirty="0" err="1"/>
              <a:t>ነዉ</a:t>
            </a:r>
            <a:r>
              <a:rPr lang="en-US" sz="6000" b="1" dirty="0"/>
              <a:t>/3/</a:t>
            </a:r>
          </a:p>
          <a:p>
            <a:r>
              <a:rPr lang="en-US" sz="6000" b="1" dirty="0" err="1"/>
              <a:t>እያልኩ</a:t>
            </a:r>
            <a:r>
              <a:rPr lang="en-US" sz="6000" b="1" dirty="0"/>
              <a:t> </a:t>
            </a:r>
            <a:r>
              <a:rPr lang="en-US" sz="6000" b="1" dirty="0" err="1"/>
              <a:t>አዉጃለዉ</a:t>
            </a:r>
            <a:endParaRPr lang="en-US" sz="6000" b="1" dirty="0"/>
          </a:p>
          <a:p>
            <a:r>
              <a:rPr lang="en-US" sz="6000" b="1" dirty="0" err="1"/>
              <a:t>ዉለታዉ</a:t>
            </a:r>
            <a:r>
              <a:rPr lang="en-US" sz="6000" b="1" dirty="0"/>
              <a:t> </a:t>
            </a:r>
            <a:r>
              <a:rPr lang="en-US" sz="6000" b="1" dirty="0" err="1"/>
              <a:t>አለብኝ</a:t>
            </a:r>
            <a:r>
              <a:rPr lang="en-US" sz="6000" b="1" dirty="0"/>
              <a:t> </a:t>
            </a:r>
            <a:r>
              <a:rPr lang="en-US" sz="6000" b="1" dirty="0" err="1"/>
              <a:t>ፍቅሩን</a:t>
            </a:r>
            <a:r>
              <a:rPr lang="en-US" sz="6000" b="1" dirty="0"/>
              <a:t> </a:t>
            </a:r>
            <a:r>
              <a:rPr lang="en-US" sz="6000" b="1" dirty="0" err="1"/>
              <a:t>ቀምሻለዉ</a:t>
            </a:r>
            <a:endParaRPr lang="am-ET" sz="6000" b="1" dirty="0"/>
          </a:p>
        </p:txBody>
      </p:sp>
    </p:spTree>
    <p:extLst>
      <p:ext uri="{BB962C8B-B14F-4D97-AF65-F5344CB8AC3E}">
        <p14:creationId xmlns:p14="http://schemas.microsoft.com/office/powerpoint/2010/main" val="3473340425"/>
      </p:ext>
    </p:extLst>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EAE3EF9-BA4A-20E8-8AD9-7D56DD171744}"/>
              </a:ext>
            </a:extLst>
          </p:cNvPr>
          <p:cNvSpPr txBox="1"/>
          <p:nvPr/>
        </p:nvSpPr>
        <p:spPr>
          <a:xfrm>
            <a:off x="1582994" y="1385952"/>
            <a:ext cx="8922774" cy="3416320"/>
          </a:xfrm>
          <a:prstGeom prst="rect">
            <a:avLst/>
          </a:prstGeom>
          <a:noFill/>
        </p:spPr>
        <p:txBody>
          <a:bodyPr wrap="square">
            <a:spAutoFit/>
          </a:bodyPr>
          <a:lstStyle/>
          <a:p>
            <a:r>
              <a:rPr lang="en-US" sz="5400" b="1" dirty="0" err="1"/>
              <a:t>ቀንበሬን</a:t>
            </a:r>
            <a:r>
              <a:rPr lang="en-US" sz="5400" b="1" dirty="0"/>
              <a:t> </a:t>
            </a:r>
            <a:r>
              <a:rPr lang="en-US" sz="5400" b="1" dirty="0" err="1"/>
              <a:t>ሰባብሮ</a:t>
            </a:r>
            <a:r>
              <a:rPr lang="en-US" sz="5400" b="1" dirty="0"/>
              <a:t> </a:t>
            </a:r>
            <a:r>
              <a:rPr lang="en-US" sz="5400" b="1" dirty="0" err="1"/>
              <a:t>ነፃ</a:t>
            </a:r>
            <a:r>
              <a:rPr lang="en-US" sz="5400" b="1" dirty="0"/>
              <a:t> </a:t>
            </a:r>
            <a:r>
              <a:rPr lang="en-US" sz="5400" b="1" dirty="0" err="1"/>
              <a:t>አዉጥቶኛል</a:t>
            </a:r>
            <a:endParaRPr lang="en-US" sz="5400" b="1" dirty="0"/>
          </a:p>
          <a:p>
            <a:r>
              <a:rPr lang="en-US" sz="5400" b="1" dirty="0"/>
              <a:t> </a:t>
            </a:r>
            <a:r>
              <a:rPr lang="en-US" sz="5400" b="1" dirty="0" err="1"/>
              <a:t>ወንጌሉን</a:t>
            </a:r>
            <a:r>
              <a:rPr lang="en-US" sz="5400" b="1" dirty="0"/>
              <a:t> </a:t>
            </a:r>
            <a:r>
              <a:rPr lang="en-US" sz="5400" b="1" dirty="0" err="1"/>
              <a:t>ለመስበክ</a:t>
            </a:r>
            <a:r>
              <a:rPr lang="en-US" sz="5400" b="1" dirty="0"/>
              <a:t> </a:t>
            </a:r>
            <a:r>
              <a:rPr lang="en-US" sz="5400" b="1" dirty="0" err="1"/>
              <a:t>ስላጣንን</a:t>
            </a:r>
            <a:r>
              <a:rPr lang="en-US" sz="5400" b="1" dirty="0"/>
              <a:t> </a:t>
            </a:r>
            <a:r>
              <a:rPr lang="en-US" sz="5400" b="1" dirty="0" err="1"/>
              <a:t>ሰጥቶኛል</a:t>
            </a:r>
            <a:r>
              <a:rPr lang="en-US" sz="5400" b="1" dirty="0"/>
              <a:t> </a:t>
            </a:r>
          </a:p>
          <a:p>
            <a:r>
              <a:rPr lang="en-US" sz="5400" b="1" dirty="0" err="1"/>
              <a:t>ጌታ</a:t>
            </a:r>
            <a:r>
              <a:rPr lang="en-US" sz="5400" b="1" dirty="0"/>
              <a:t> </a:t>
            </a:r>
            <a:r>
              <a:rPr lang="en-US" sz="5400" b="1" dirty="0" err="1"/>
              <a:t>ከመረጠኝ</a:t>
            </a:r>
            <a:r>
              <a:rPr lang="en-US" sz="5400" b="1" dirty="0"/>
              <a:t> </a:t>
            </a:r>
            <a:r>
              <a:rPr lang="en-US" sz="5400" b="1" dirty="0" err="1"/>
              <a:t>እንዴት</a:t>
            </a:r>
            <a:r>
              <a:rPr lang="en-US" sz="5400" b="1" dirty="0"/>
              <a:t> </a:t>
            </a:r>
            <a:r>
              <a:rPr lang="en-US" sz="5400" b="1" dirty="0" err="1"/>
              <a:t>ዝም</a:t>
            </a:r>
            <a:r>
              <a:rPr lang="en-US" sz="5400" b="1" dirty="0"/>
              <a:t> </a:t>
            </a:r>
            <a:r>
              <a:rPr lang="en-US" sz="5400" b="1" dirty="0" err="1"/>
              <a:t>እላለዉ</a:t>
            </a:r>
            <a:endParaRPr lang="en-US" sz="5400" b="1" dirty="0"/>
          </a:p>
          <a:p>
            <a:r>
              <a:rPr lang="en-US" sz="5400" b="1" dirty="0"/>
              <a:t> </a:t>
            </a:r>
            <a:r>
              <a:rPr lang="en-US" sz="5400" b="1" dirty="0" err="1"/>
              <a:t>ኢየሱስ</a:t>
            </a:r>
            <a:r>
              <a:rPr lang="en-US" sz="5400" b="1" dirty="0"/>
              <a:t> </a:t>
            </a:r>
            <a:r>
              <a:rPr lang="en-US" sz="5400" b="1" dirty="0" err="1"/>
              <a:t>ጌታ</a:t>
            </a:r>
            <a:r>
              <a:rPr lang="en-US" sz="5400" b="1" dirty="0"/>
              <a:t> </a:t>
            </a:r>
            <a:r>
              <a:rPr lang="en-US" sz="5400" b="1" dirty="0" err="1"/>
              <a:t>ነዉ</a:t>
            </a:r>
            <a:r>
              <a:rPr lang="en-US" sz="5400" b="1" dirty="0"/>
              <a:t> </a:t>
            </a:r>
            <a:r>
              <a:rPr lang="en-US" sz="5400" b="1" dirty="0" err="1"/>
              <a:t>አሁንም</a:t>
            </a:r>
            <a:r>
              <a:rPr lang="en-US" sz="5400" b="1" dirty="0"/>
              <a:t> </a:t>
            </a:r>
            <a:r>
              <a:rPr lang="en-US" sz="5400" b="1" dirty="0" err="1"/>
              <a:t>እላለዉ</a:t>
            </a:r>
            <a:endParaRPr lang="en-US" sz="5400" b="1" dirty="0"/>
          </a:p>
        </p:txBody>
      </p:sp>
    </p:spTree>
    <p:extLst>
      <p:ext uri="{BB962C8B-B14F-4D97-AF65-F5344CB8AC3E}">
        <p14:creationId xmlns:p14="http://schemas.microsoft.com/office/powerpoint/2010/main" val="1273564654"/>
      </p:ext>
    </p:extLst>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E4CB40-01ED-F9DD-C7D4-70AD1AB53ED0}"/>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3B24A2F3-6E15-81DB-1D0B-6BD331B1D2D1}"/>
              </a:ext>
            </a:extLst>
          </p:cNvPr>
          <p:cNvSpPr txBox="1"/>
          <p:nvPr/>
        </p:nvSpPr>
        <p:spPr>
          <a:xfrm>
            <a:off x="1691147" y="1927123"/>
            <a:ext cx="9094839" cy="2862322"/>
          </a:xfrm>
          <a:prstGeom prst="rect">
            <a:avLst/>
          </a:prstGeom>
          <a:noFill/>
        </p:spPr>
        <p:txBody>
          <a:bodyPr wrap="square">
            <a:spAutoFit/>
          </a:bodyPr>
          <a:lstStyle/>
          <a:p>
            <a:r>
              <a:rPr lang="en-US" sz="6000" b="1" dirty="0" err="1"/>
              <a:t>ኢየሱስ</a:t>
            </a:r>
            <a:r>
              <a:rPr lang="en-US" sz="6000" b="1" dirty="0"/>
              <a:t> </a:t>
            </a:r>
            <a:r>
              <a:rPr lang="en-US" sz="6000" b="1" dirty="0" err="1"/>
              <a:t>ጌታ</a:t>
            </a:r>
            <a:r>
              <a:rPr lang="en-US" sz="6000" b="1" dirty="0"/>
              <a:t> </a:t>
            </a:r>
            <a:r>
              <a:rPr lang="en-US" sz="6000" b="1" dirty="0" err="1"/>
              <a:t>ነዉ</a:t>
            </a:r>
            <a:r>
              <a:rPr lang="en-US" sz="6000" b="1" dirty="0"/>
              <a:t>/3/</a:t>
            </a:r>
          </a:p>
          <a:p>
            <a:r>
              <a:rPr lang="en-US" sz="6000" b="1" dirty="0" err="1"/>
              <a:t>እያልኩ</a:t>
            </a:r>
            <a:r>
              <a:rPr lang="en-US" sz="6000" b="1" dirty="0"/>
              <a:t> </a:t>
            </a:r>
            <a:r>
              <a:rPr lang="en-US" sz="6000" b="1" dirty="0" err="1"/>
              <a:t>አዉጃለዉ</a:t>
            </a:r>
            <a:endParaRPr lang="en-US" sz="6000" b="1" dirty="0"/>
          </a:p>
          <a:p>
            <a:r>
              <a:rPr lang="en-US" sz="6000" b="1" dirty="0" err="1"/>
              <a:t>ዉለታዉ</a:t>
            </a:r>
            <a:r>
              <a:rPr lang="en-US" sz="6000" b="1" dirty="0"/>
              <a:t> </a:t>
            </a:r>
            <a:r>
              <a:rPr lang="en-US" sz="6000" b="1" dirty="0" err="1"/>
              <a:t>አለብኝ</a:t>
            </a:r>
            <a:r>
              <a:rPr lang="en-US" sz="6000" b="1" dirty="0"/>
              <a:t> </a:t>
            </a:r>
            <a:r>
              <a:rPr lang="en-US" sz="6000" b="1" dirty="0" err="1"/>
              <a:t>ፍቅሩን</a:t>
            </a:r>
            <a:r>
              <a:rPr lang="en-US" sz="6000" b="1" dirty="0"/>
              <a:t> </a:t>
            </a:r>
            <a:r>
              <a:rPr lang="en-US" sz="6000" b="1" dirty="0" err="1"/>
              <a:t>ቀምሻለዉ</a:t>
            </a:r>
            <a:endParaRPr lang="am-ET" sz="6000" b="1" dirty="0"/>
          </a:p>
        </p:txBody>
      </p:sp>
    </p:spTree>
    <p:extLst>
      <p:ext uri="{BB962C8B-B14F-4D97-AF65-F5344CB8AC3E}">
        <p14:creationId xmlns:p14="http://schemas.microsoft.com/office/powerpoint/2010/main" val="169427831"/>
      </p:ext>
    </p:extLst>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5E45AA3-F321-E310-4AF3-8E70E531ADDA}"/>
              </a:ext>
            </a:extLst>
          </p:cNvPr>
          <p:cNvSpPr txBox="1"/>
          <p:nvPr/>
        </p:nvSpPr>
        <p:spPr>
          <a:xfrm>
            <a:off x="1091380" y="1465007"/>
            <a:ext cx="9812593" cy="3416320"/>
          </a:xfrm>
          <a:prstGeom prst="rect">
            <a:avLst/>
          </a:prstGeom>
          <a:noFill/>
        </p:spPr>
        <p:txBody>
          <a:bodyPr wrap="square">
            <a:spAutoFit/>
          </a:bodyPr>
          <a:lstStyle/>
          <a:p>
            <a:r>
              <a:rPr lang="en-US" sz="5400" b="1" dirty="0" err="1"/>
              <a:t>በሚያምር</a:t>
            </a:r>
            <a:r>
              <a:rPr lang="en-US" sz="5400" b="1" dirty="0"/>
              <a:t> </a:t>
            </a:r>
            <a:r>
              <a:rPr lang="en-US" sz="5400" b="1" dirty="0" err="1"/>
              <a:t>ዜማ</a:t>
            </a:r>
            <a:r>
              <a:rPr lang="en-US" sz="5400" b="1" dirty="0"/>
              <a:t> </a:t>
            </a:r>
            <a:r>
              <a:rPr lang="en-US" sz="5400" b="1" dirty="0" err="1"/>
              <a:t>እጅግ</a:t>
            </a:r>
            <a:r>
              <a:rPr lang="en-US" sz="5400" b="1" dirty="0"/>
              <a:t> </a:t>
            </a:r>
            <a:r>
              <a:rPr lang="en-US" sz="5400" b="1" dirty="0" err="1"/>
              <a:t>በሚያስደንቅ</a:t>
            </a:r>
            <a:r>
              <a:rPr lang="en-US" sz="5400" b="1" dirty="0"/>
              <a:t> </a:t>
            </a:r>
          </a:p>
          <a:p>
            <a:r>
              <a:rPr lang="en-US" sz="5400" b="1" dirty="0" err="1"/>
              <a:t>አንተን</a:t>
            </a:r>
            <a:r>
              <a:rPr lang="en-US" sz="5400" b="1" dirty="0"/>
              <a:t> </a:t>
            </a:r>
            <a:r>
              <a:rPr lang="en-US" sz="5400" b="1" dirty="0" err="1"/>
              <a:t>ከፍ</a:t>
            </a:r>
            <a:r>
              <a:rPr lang="en-US" sz="5400" b="1" dirty="0"/>
              <a:t> </a:t>
            </a:r>
            <a:r>
              <a:rPr lang="en-US" sz="5400" b="1" dirty="0" err="1"/>
              <a:t>በሚያደርግ</a:t>
            </a:r>
            <a:r>
              <a:rPr lang="en-US" sz="5400" b="1" dirty="0"/>
              <a:t> </a:t>
            </a:r>
            <a:r>
              <a:rPr lang="en-US" sz="5400" b="1" dirty="0" err="1"/>
              <a:t>አንተን</a:t>
            </a:r>
            <a:r>
              <a:rPr lang="en-US" sz="5400" b="1" dirty="0"/>
              <a:t> </a:t>
            </a:r>
            <a:r>
              <a:rPr lang="en-US" sz="5400" b="1" dirty="0" err="1"/>
              <a:t>በሚያከብር</a:t>
            </a:r>
            <a:endParaRPr lang="en-US" sz="5400" b="1" dirty="0"/>
          </a:p>
          <a:p>
            <a:r>
              <a:rPr lang="am-ET" sz="5400" b="1" dirty="0"/>
              <a:t>         </a:t>
            </a:r>
            <a:r>
              <a:rPr lang="en-US" sz="5400" b="1" dirty="0" err="1"/>
              <a:t>ክብርን</a:t>
            </a:r>
            <a:r>
              <a:rPr lang="en-US" sz="5400" b="1" dirty="0"/>
              <a:t> </a:t>
            </a:r>
            <a:r>
              <a:rPr lang="en-US" sz="5400" b="1" dirty="0" err="1"/>
              <a:t>እገልጻለሁ</a:t>
            </a:r>
            <a:r>
              <a:rPr lang="en-US" sz="5400" b="1" dirty="0"/>
              <a:t>/2/</a:t>
            </a:r>
          </a:p>
          <a:p>
            <a:r>
              <a:rPr lang="am-ET" sz="5400" b="1" dirty="0"/>
              <a:t>         ክብርን እሰጣለው</a:t>
            </a:r>
            <a:r>
              <a:rPr lang="en-US" sz="5400" b="1" dirty="0"/>
              <a:t>/2/</a:t>
            </a:r>
          </a:p>
        </p:txBody>
      </p:sp>
    </p:spTree>
    <p:extLst>
      <p:ext uri="{BB962C8B-B14F-4D97-AF65-F5344CB8AC3E}">
        <p14:creationId xmlns:p14="http://schemas.microsoft.com/office/powerpoint/2010/main" val="924184154"/>
      </p:ext>
    </p:extLst>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39CE4A70-EF08-4C5C-B45A-9F1A61662266}"/>
              </a:ext>
            </a:extLst>
          </p:cNvPr>
          <p:cNvSpPr>
            <a:spLocks noGrp="1"/>
          </p:cNvSpPr>
          <p:nvPr>
            <p:ph idx="1"/>
          </p:nvPr>
        </p:nvSpPr>
        <p:spPr>
          <a:xfrm>
            <a:off x="0" y="0"/>
            <a:ext cx="12192000" cy="6858000"/>
          </a:xfrm>
        </p:spPr>
        <p:txBody>
          <a:bodyPr>
            <a:noAutofit/>
          </a:bodyPr>
          <a:lstStyle/>
          <a:p>
            <a:pPr marL="0" indent="0" algn="ctr">
              <a:lnSpc>
                <a:spcPct val="120000"/>
              </a:lnSpc>
              <a:buNone/>
            </a:pPr>
            <a:r>
              <a:rPr lang="am-ET" sz="7800" b="1" dirty="0">
                <a:solidFill>
                  <a:srgbClr val="FF0000"/>
                </a:solidFill>
                <a:latin typeface="NotoSansEthiopic"/>
              </a:rPr>
              <a:t>ይ፡ሕ፦</a:t>
            </a:r>
            <a:r>
              <a:rPr lang="am-ET" sz="7800" b="1" dirty="0">
                <a:latin typeface="NotoSansEthiopic"/>
              </a:rPr>
              <a:t>ቅዱስ ቅዱስ ቅዱስ ሥሉስ ዘኢይትነገር ሀበኒ ከመ እንሣእ</a:t>
            </a:r>
            <a:r>
              <a:rPr lang="en-US" sz="7800" b="1" dirty="0">
                <a:latin typeface="NotoSansEthiopic"/>
              </a:rPr>
              <a:t> </a:t>
            </a:r>
            <a:r>
              <a:rPr lang="am-ET" sz="7800" b="1" dirty="0">
                <a:latin typeface="NotoSansEthiopic"/>
              </a:rPr>
              <a:t>ለሕይወት ዘንተ ሥጋ ወደመ ዘእንበለ ኵነኔ። ሀበኒ እግበር ፍሬ</a:t>
            </a:r>
            <a:r>
              <a:rPr lang="en-US" sz="7800" b="1" dirty="0">
                <a:latin typeface="NotoSansEthiopic"/>
              </a:rPr>
              <a:t> </a:t>
            </a:r>
            <a:r>
              <a:rPr lang="am-ET" sz="7800" b="1" dirty="0">
                <a:latin typeface="NotoSansEthiopic"/>
              </a:rPr>
              <a:t>ዘያሠምረከ ከመ አሰተርኢ</a:t>
            </a:r>
            <a:endParaRPr lang="en-US" sz="7800" b="1" dirty="0"/>
          </a:p>
        </p:txBody>
      </p:sp>
    </p:spTree>
    <p:extLst>
      <p:ext uri="{BB962C8B-B14F-4D97-AF65-F5344CB8AC3E}">
        <p14:creationId xmlns:p14="http://schemas.microsoft.com/office/powerpoint/2010/main" val="186379904"/>
      </p:ext>
    </p:extLst>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39CE4A70-EF08-4C5C-B45A-9F1A61662266}"/>
              </a:ext>
            </a:extLst>
          </p:cNvPr>
          <p:cNvSpPr>
            <a:spLocks noGrp="1"/>
          </p:cNvSpPr>
          <p:nvPr>
            <p:ph idx="1"/>
          </p:nvPr>
        </p:nvSpPr>
        <p:spPr>
          <a:xfrm>
            <a:off x="0" y="0"/>
            <a:ext cx="12192000" cy="6858000"/>
          </a:xfrm>
        </p:spPr>
        <p:txBody>
          <a:bodyPr>
            <a:normAutofit/>
          </a:bodyPr>
          <a:lstStyle/>
          <a:p>
            <a:pPr marL="0" indent="0" algn="ctr">
              <a:lnSpc>
                <a:spcPct val="120000"/>
              </a:lnSpc>
              <a:buNone/>
            </a:pPr>
            <a:r>
              <a:rPr lang="am-ET" sz="7200" b="1" dirty="0">
                <a:latin typeface="NotoSansEthiopic"/>
              </a:rPr>
              <a:t>በስብሐቲከ ወእሕየው ለከ እንዘ እገብር</a:t>
            </a:r>
            <a:r>
              <a:rPr lang="en-US" sz="7200" b="1" dirty="0">
                <a:latin typeface="NotoSansEthiopic"/>
              </a:rPr>
              <a:t> </a:t>
            </a:r>
            <a:r>
              <a:rPr lang="am-ET" sz="7200" b="1" dirty="0">
                <a:latin typeface="NotoSansEthiopic"/>
              </a:rPr>
              <a:t>ዘዚአከ ፈቀደ በተአምኖ እ</a:t>
            </a:r>
            <a:r>
              <a:rPr lang="en-US" sz="7200" b="1" dirty="0">
                <a:latin typeface="NotoSansEthiopic"/>
              </a:rPr>
              <a:t>ጼ</a:t>
            </a:r>
            <a:r>
              <a:rPr lang="am-ET" sz="7200" b="1" dirty="0">
                <a:latin typeface="NotoSansEthiopic"/>
              </a:rPr>
              <a:t>ውዐከ አብ ወእ</a:t>
            </a:r>
            <a:r>
              <a:rPr lang="en-US" sz="7200" b="1" dirty="0">
                <a:latin typeface="NotoSansEthiopic"/>
              </a:rPr>
              <a:t>ጼ</a:t>
            </a:r>
            <a:r>
              <a:rPr lang="am-ET" sz="7200" b="1" dirty="0">
                <a:latin typeface="NotoSansEthiopic"/>
              </a:rPr>
              <a:t>ውዕ መንግሥተከ</a:t>
            </a:r>
            <a:r>
              <a:rPr lang="en-US" sz="7200" b="1" dirty="0">
                <a:latin typeface="NotoSansEthiopic"/>
              </a:rPr>
              <a:t> </a:t>
            </a:r>
            <a:r>
              <a:rPr lang="am-ET" sz="7200" b="1" dirty="0">
                <a:latin typeface="NotoSansEthiopic"/>
              </a:rPr>
              <a:t>ይትቀደስ እግዚኦ</a:t>
            </a:r>
            <a:r>
              <a:rPr lang="en-US" sz="7200" b="1" dirty="0">
                <a:latin typeface="NotoSansEthiopic"/>
              </a:rPr>
              <a:t> </a:t>
            </a:r>
            <a:r>
              <a:rPr lang="am-ET" sz="7200" b="1" dirty="0">
                <a:latin typeface="NotoSansEthiopic"/>
              </a:rPr>
              <a:t>ስምከ በላዕሌየነ እስመ ኃያል አንተ እኵት ወስቡሕ</a:t>
            </a:r>
            <a:r>
              <a:rPr lang="en-US" sz="7200" b="1" dirty="0">
                <a:latin typeface="NotoSansEthiopic"/>
              </a:rPr>
              <a:t> </a:t>
            </a:r>
            <a:r>
              <a:rPr lang="am-ET" sz="7200" b="1" dirty="0">
                <a:latin typeface="NotoSansEthiopic"/>
              </a:rPr>
              <a:t>ወለከ ስብሐት ለ</a:t>
            </a:r>
            <a:r>
              <a:rPr lang="en-US" sz="7200" b="1" dirty="0">
                <a:latin typeface="NotoSansEthiopic"/>
              </a:rPr>
              <a:t>ዓ</a:t>
            </a:r>
            <a:r>
              <a:rPr lang="am-ET" sz="7200" b="1" dirty="0">
                <a:latin typeface="NotoSansEthiopic"/>
              </a:rPr>
              <a:t>ለመ </a:t>
            </a:r>
            <a:r>
              <a:rPr lang="en-US" sz="7200" b="1" dirty="0">
                <a:latin typeface="NotoSansEthiopic"/>
              </a:rPr>
              <a:t>ዓ</a:t>
            </a:r>
            <a:r>
              <a:rPr lang="am-ET" sz="7200" b="1" dirty="0">
                <a:latin typeface="NotoSansEthiopic"/>
              </a:rPr>
              <a:t>ለመ።</a:t>
            </a:r>
            <a:endParaRPr lang="en-US" b="1" dirty="0"/>
          </a:p>
        </p:txBody>
      </p:sp>
    </p:spTree>
    <p:extLst>
      <p:ext uri="{BB962C8B-B14F-4D97-AF65-F5344CB8AC3E}">
        <p14:creationId xmlns:p14="http://schemas.microsoft.com/office/powerpoint/2010/main" val="3895414471"/>
      </p:ext>
    </p:extLst>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39CE4A70-EF08-4C5C-B45A-9F1A61662266}"/>
              </a:ext>
            </a:extLst>
          </p:cNvPr>
          <p:cNvSpPr>
            <a:spLocks noGrp="1"/>
          </p:cNvSpPr>
          <p:nvPr>
            <p:ph idx="1"/>
          </p:nvPr>
        </p:nvSpPr>
        <p:spPr>
          <a:xfrm>
            <a:off x="0" y="0"/>
            <a:ext cx="12192000" cy="6858000"/>
          </a:xfrm>
        </p:spPr>
        <p:txBody>
          <a:bodyPr>
            <a:noAutofit/>
          </a:bodyPr>
          <a:lstStyle/>
          <a:p>
            <a:pPr marL="0" indent="0" algn="ctr">
              <a:lnSpc>
                <a:spcPct val="120000"/>
              </a:lnSpc>
              <a:buNone/>
            </a:pPr>
            <a:r>
              <a:rPr lang="am-ET" sz="6000" dirty="0">
                <a:solidFill>
                  <a:srgbClr val="FF0000"/>
                </a:solidFill>
                <a:latin typeface="NotoSansEthiopic"/>
              </a:rPr>
              <a:t>ይ፡</a:t>
            </a:r>
            <a:r>
              <a:rPr lang="en-US" sz="6000" dirty="0">
                <a:solidFill>
                  <a:srgbClr val="FF0000"/>
                </a:solidFill>
                <a:latin typeface="NotoSansEthiopic"/>
              </a:rPr>
              <a:t>ዲ</a:t>
            </a:r>
            <a:r>
              <a:rPr lang="am-ET" sz="6000" dirty="0">
                <a:solidFill>
                  <a:srgbClr val="FF0000"/>
                </a:solidFill>
                <a:latin typeface="NotoSansEthiopic"/>
              </a:rPr>
              <a:t>፦</a:t>
            </a:r>
            <a:r>
              <a:rPr lang="en-US" sz="6000" dirty="0" err="1">
                <a:latin typeface="NotoSansEthiopic"/>
              </a:rPr>
              <a:t>ለነፍስ</a:t>
            </a:r>
            <a:r>
              <a:rPr lang="en-US" sz="6000" dirty="0">
                <a:latin typeface="NotoSansEthiopic"/>
              </a:rPr>
              <a:t> </a:t>
            </a:r>
            <a:r>
              <a:rPr lang="en-US" sz="6000" dirty="0" err="1">
                <a:latin typeface="NotoSansEthiopic"/>
              </a:rPr>
              <a:t>ሕይወት</a:t>
            </a:r>
            <a:r>
              <a:rPr lang="en-US" sz="6000" dirty="0">
                <a:latin typeface="NotoSansEthiopic"/>
              </a:rPr>
              <a:t> </a:t>
            </a:r>
            <a:r>
              <a:rPr lang="en-US" sz="6000" dirty="0" err="1">
                <a:latin typeface="NotoSansEthiopic"/>
              </a:rPr>
              <a:t>መድኃኒት</a:t>
            </a:r>
            <a:r>
              <a:rPr lang="en-US" sz="6000" dirty="0">
                <a:latin typeface="NotoSansEthiopic"/>
              </a:rPr>
              <a:t> </a:t>
            </a:r>
            <a:r>
              <a:rPr lang="en-US" sz="6000" dirty="0" err="1">
                <a:latin typeface="NotoSansEthiopic"/>
              </a:rPr>
              <a:t>ይሆነን</a:t>
            </a:r>
            <a:r>
              <a:rPr lang="en-US" sz="6000" dirty="0">
                <a:latin typeface="NotoSansEthiopic"/>
              </a:rPr>
              <a:t> </a:t>
            </a:r>
            <a:r>
              <a:rPr lang="en-US" sz="6000" dirty="0" err="1">
                <a:latin typeface="NotoSansEthiopic"/>
              </a:rPr>
              <a:t>ዘንድ</a:t>
            </a:r>
            <a:r>
              <a:rPr lang="en-US" sz="6000" dirty="0">
                <a:latin typeface="NotoSansEthiopic"/>
              </a:rPr>
              <a:t> </a:t>
            </a:r>
            <a:r>
              <a:rPr lang="en-US" sz="6000" dirty="0" err="1">
                <a:latin typeface="NotoSansEthiopic"/>
              </a:rPr>
              <a:t>የተቀደሰውን</a:t>
            </a:r>
            <a:r>
              <a:rPr lang="en-US" sz="6000" dirty="0">
                <a:latin typeface="NotoSansEthiopic"/>
              </a:rPr>
              <a:t> </a:t>
            </a:r>
            <a:r>
              <a:rPr lang="en-US" sz="6000" dirty="0" err="1">
                <a:latin typeface="NotoSansEthiopic"/>
              </a:rPr>
              <a:t>ምሥጢር</a:t>
            </a:r>
            <a:r>
              <a:rPr lang="en-US" sz="6000" dirty="0">
                <a:latin typeface="NotoSansEthiopic"/>
              </a:rPr>
              <a:t> </a:t>
            </a:r>
            <a:r>
              <a:rPr lang="en-US" sz="6000" dirty="0" err="1">
                <a:latin typeface="NotoSansEthiopic"/>
              </a:rPr>
              <a:t>ተቀብለን</a:t>
            </a:r>
            <a:r>
              <a:rPr lang="en-US" sz="6000" dirty="0">
                <a:latin typeface="NotoSansEthiopic"/>
              </a:rPr>
              <a:t> </a:t>
            </a:r>
            <a:r>
              <a:rPr lang="en-US" sz="6000" dirty="0" err="1">
                <a:latin typeface="NotoSansEthiopic"/>
              </a:rPr>
              <a:t>እግዚአብሔርን</a:t>
            </a:r>
            <a:r>
              <a:rPr lang="en-US" sz="6000" dirty="0">
                <a:latin typeface="NotoSansEthiopic"/>
              </a:rPr>
              <a:t> </a:t>
            </a:r>
            <a:r>
              <a:rPr lang="en-US" sz="6000" dirty="0" err="1">
                <a:latin typeface="NotoSansEthiopic"/>
              </a:rPr>
              <a:t>እናመሰግናለን</a:t>
            </a:r>
            <a:r>
              <a:rPr lang="en-US" sz="6000" dirty="0">
                <a:latin typeface="NotoSansEthiopic"/>
              </a:rPr>
              <a:t>። </a:t>
            </a:r>
            <a:r>
              <a:rPr lang="en-US" sz="6000" dirty="0" err="1">
                <a:latin typeface="NotoSansEthiopic"/>
              </a:rPr>
              <a:t>እኛ</a:t>
            </a:r>
            <a:r>
              <a:rPr lang="en-US" sz="6000" dirty="0">
                <a:latin typeface="NotoSansEthiopic"/>
              </a:rPr>
              <a:t> </a:t>
            </a:r>
            <a:r>
              <a:rPr lang="en-US" sz="6000" dirty="0" err="1">
                <a:latin typeface="NotoSansEthiopic"/>
              </a:rPr>
              <a:t>ይሄን</a:t>
            </a:r>
            <a:r>
              <a:rPr lang="en-US" sz="6000" dirty="0">
                <a:latin typeface="NotoSansEthiopic"/>
              </a:rPr>
              <a:t> </a:t>
            </a:r>
            <a:r>
              <a:rPr lang="en-US" sz="6000" dirty="0" err="1">
                <a:latin typeface="NotoSansEthiopic"/>
              </a:rPr>
              <a:t>ምሥጢር</a:t>
            </a:r>
            <a:r>
              <a:rPr lang="en-US" sz="6000" dirty="0">
                <a:latin typeface="NotoSansEthiopic"/>
              </a:rPr>
              <a:t> </a:t>
            </a:r>
            <a:r>
              <a:rPr lang="en-US" sz="6000" dirty="0" err="1">
                <a:latin typeface="NotoSansEthiopic"/>
              </a:rPr>
              <a:t>የተቀበልን</a:t>
            </a:r>
            <a:r>
              <a:rPr lang="en-US" sz="6000" dirty="0">
                <a:latin typeface="NotoSansEthiopic"/>
              </a:rPr>
              <a:t> </a:t>
            </a:r>
            <a:r>
              <a:rPr lang="en-US" sz="6000" dirty="0" err="1">
                <a:latin typeface="NotoSansEthiopic"/>
              </a:rPr>
              <a:t>እግዚአብሔር</a:t>
            </a:r>
            <a:r>
              <a:rPr lang="en-US" sz="6000" dirty="0">
                <a:latin typeface="NotoSansEthiopic"/>
              </a:rPr>
              <a:t> </a:t>
            </a:r>
            <a:r>
              <a:rPr lang="en-US" sz="6000" dirty="0" err="1">
                <a:latin typeface="NotoSansEthiopic"/>
              </a:rPr>
              <a:t>አምላካችንን</a:t>
            </a:r>
            <a:r>
              <a:rPr lang="en-US" sz="6000" dirty="0">
                <a:latin typeface="NotoSansEthiopic"/>
              </a:rPr>
              <a:t> </a:t>
            </a:r>
            <a:r>
              <a:rPr lang="en-US" sz="6000" dirty="0" err="1">
                <a:latin typeface="NotoSansEthiopic"/>
              </a:rPr>
              <a:t>እያመሰገን</a:t>
            </a:r>
            <a:r>
              <a:rPr lang="en-US" sz="6000" dirty="0">
                <a:latin typeface="NotoSansEthiopic"/>
              </a:rPr>
              <a:t> </a:t>
            </a:r>
            <a:r>
              <a:rPr lang="en-US" sz="6000" dirty="0" err="1">
                <a:latin typeface="NotoSansEthiopic"/>
              </a:rPr>
              <a:t>እንለምናለን</a:t>
            </a:r>
            <a:r>
              <a:rPr lang="en-US" sz="6000" dirty="0">
                <a:latin typeface="NotoSansEthiopic"/>
              </a:rPr>
              <a:t> </a:t>
            </a:r>
            <a:r>
              <a:rPr lang="en-US" sz="6000" dirty="0" err="1">
                <a:latin typeface="NotoSansEthiopic"/>
              </a:rPr>
              <a:t>እንማጠንማለን</a:t>
            </a:r>
            <a:r>
              <a:rPr lang="en-US" sz="6000" dirty="0">
                <a:latin typeface="NotoSansEthiopic"/>
              </a:rPr>
              <a:t>።</a:t>
            </a:r>
            <a:endParaRPr lang="en-US" sz="2000" dirty="0"/>
          </a:p>
        </p:txBody>
      </p:sp>
    </p:spTree>
    <p:extLst>
      <p:ext uri="{BB962C8B-B14F-4D97-AF65-F5344CB8AC3E}">
        <p14:creationId xmlns:p14="http://schemas.microsoft.com/office/powerpoint/2010/main" val="1385383083"/>
      </p:ext>
    </p:extLst>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39CE4A70-EF08-4C5C-B45A-9F1A61662266}"/>
              </a:ext>
            </a:extLst>
          </p:cNvPr>
          <p:cNvSpPr>
            <a:spLocks noGrp="1"/>
          </p:cNvSpPr>
          <p:nvPr>
            <p:ph idx="1"/>
          </p:nvPr>
        </p:nvSpPr>
        <p:spPr>
          <a:xfrm>
            <a:off x="136478" y="95535"/>
            <a:ext cx="11832609" cy="6660108"/>
          </a:xfrm>
        </p:spPr>
        <p:txBody>
          <a:bodyPr>
            <a:noAutofit/>
          </a:bodyPr>
          <a:lstStyle/>
          <a:p>
            <a:pPr marL="0" indent="0" algn="ctr">
              <a:lnSpc>
                <a:spcPct val="120000"/>
              </a:lnSpc>
              <a:buNone/>
            </a:pPr>
            <a:r>
              <a:rPr lang="am-ET" sz="5400" dirty="0">
                <a:solidFill>
                  <a:srgbClr val="FF0000"/>
                </a:solidFill>
                <a:latin typeface="NotoSansEthiopic"/>
              </a:rPr>
              <a:t>ይ፡</a:t>
            </a:r>
            <a:r>
              <a:rPr lang="en-US" sz="5400" dirty="0">
                <a:solidFill>
                  <a:srgbClr val="FF0000"/>
                </a:solidFill>
                <a:latin typeface="NotoSansEthiopic"/>
              </a:rPr>
              <a:t>ካ</a:t>
            </a:r>
            <a:r>
              <a:rPr lang="am-ET" sz="5400" dirty="0">
                <a:solidFill>
                  <a:srgbClr val="FF0000"/>
                </a:solidFill>
                <a:latin typeface="NotoSansEthiopic"/>
              </a:rPr>
              <a:t>፦</a:t>
            </a:r>
            <a:r>
              <a:rPr lang="en-US" sz="5400" dirty="0" err="1">
                <a:latin typeface="NotoSansEthiopic"/>
              </a:rPr>
              <a:t>ንጉሴና</a:t>
            </a:r>
            <a:r>
              <a:rPr lang="en-US" sz="5400" dirty="0">
                <a:latin typeface="NotoSansEthiopic"/>
              </a:rPr>
              <a:t> </a:t>
            </a:r>
            <a:r>
              <a:rPr lang="en-US" sz="5400" dirty="0" err="1">
                <a:latin typeface="NotoSansEthiopic"/>
              </a:rPr>
              <a:t>አምላኬ</a:t>
            </a:r>
            <a:r>
              <a:rPr lang="en-US" sz="5400" dirty="0">
                <a:latin typeface="NotoSansEthiopic"/>
              </a:rPr>
              <a:t> </a:t>
            </a:r>
            <a:r>
              <a:rPr lang="en-US" sz="5400" dirty="0" err="1">
                <a:latin typeface="NotoSansEthiopic"/>
              </a:rPr>
              <a:t>ሆይ</a:t>
            </a:r>
            <a:r>
              <a:rPr lang="en-US" sz="5400" dirty="0">
                <a:latin typeface="NotoSansEthiopic"/>
              </a:rPr>
              <a:t> </a:t>
            </a:r>
            <a:r>
              <a:rPr lang="en-US" sz="5400" dirty="0" err="1">
                <a:latin typeface="NotoSansEthiopic"/>
              </a:rPr>
              <a:t>ከፍ</a:t>
            </a:r>
            <a:r>
              <a:rPr lang="en-US" sz="5400" dirty="0">
                <a:latin typeface="NotoSansEthiopic"/>
              </a:rPr>
              <a:t> </a:t>
            </a:r>
            <a:r>
              <a:rPr lang="en-US" sz="5400" dirty="0" err="1">
                <a:latin typeface="NotoSansEthiopic"/>
              </a:rPr>
              <a:t>ከፍ</a:t>
            </a:r>
            <a:r>
              <a:rPr lang="en-US" sz="5400" dirty="0">
                <a:latin typeface="NotoSansEthiopic"/>
              </a:rPr>
              <a:t> </a:t>
            </a:r>
            <a:r>
              <a:rPr lang="en-US" sz="5400" dirty="0" err="1">
                <a:latin typeface="NotoSansEthiopic"/>
              </a:rPr>
              <a:t>አደርግሃለሁ</a:t>
            </a:r>
            <a:r>
              <a:rPr lang="en-US" sz="5400" dirty="0">
                <a:latin typeface="NotoSansEthiopic"/>
              </a:rPr>
              <a:t> </a:t>
            </a:r>
            <a:r>
              <a:rPr lang="en-US" sz="5400" dirty="0" err="1">
                <a:latin typeface="NotoSansEthiopic"/>
              </a:rPr>
              <a:t>ስምህንም</a:t>
            </a:r>
            <a:r>
              <a:rPr lang="en-US" sz="5400" dirty="0">
                <a:latin typeface="NotoSansEthiopic"/>
              </a:rPr>
              <a:t> </a:t>
            </a:r>
            <a:r>
              <a:rPr lang="en-US" sz="5400" dirty="0" err="1">
                <a:latin typeface="NotoSansEthiopic"/>
              </a:rPr>
              <a:t>ለዘለዓለም</a:t>
            </a:r>
            <a:r>
              <a:rPr lang="en-US" sz="5400" dirty="0">
                <a:latin typeface="NotoSansEthiopic"/>
              </a:rPr>
              <a:t> </a:t>
            </a:r>
            <a:r>
              <a:rPr lang="en-US" sz="5400" dirty="0" err="1">
                <a:latin typeface="NotoSansEthiopic"/>
              </a:rPr>
              <a:t>አመሰግንሃለሁ</a:t>
            </a:r>
            <a:r>
              <a:rPr lang="en-US" sz="5400" dirty="0">
                <a:latin typeface="NotoSansEthiopic"/>
              </a:rPr>
              <a:t>።</a:t>
            </a:r>
          </a:p>
          <a:p>
            <a:pPr marL="0" indent="0" algn="ctr">
              <a:lnSpc>
                <a:spcPct val="120000"/>
              </a:lnSpc>
              <a:buNone/>
            </a:pPr>
            <a:r>
              <a:rPr lang="am-ET" sz="5400" dirty="0">
                <a:solidFill>
                  <a:srgbClr val="FF0000"/>
                </a:solidFill>
                <a:latin typeface="NotoSansEthiopic"/>
              </a:rPr>
              <a:t>ይ፡</a:t>
            </a:r>
            <a:r>
              <a:rPr lang="en-US" sz="5400" dirty="0">
                <a:solidFill>
                  <a:srgbClr val="FF0000"/>
                </a:solidFill>
                <a:latin typeface="NotoSansEthiopic"/>
              </a:rPr>
              <a:t>ካ</a:t>
            </a:r>
            <a:r>
              <a:rPr lang="am-ET" sz="5400" dirty="0">
                <a:solidFill>
                  <a:srgbClr val="FF0000"/>
                </a:solidFill>
                <a:latin typeface="NotoSansEthiopic"/>
              </a:rPr>
              <a:t>፦</a:t>
            </a:r>
            <a:r>
              <a:rPr lang="en-US" sz="5400" dirty="0">
                <a:solidFill>
                  <a:srgbClr val="FF0000"/>
                </a:solidFill>
                <a:latin typeface="NotoSansEthiopic"/>
              </a:rPr>
              <a:t> </a:t>
            </a:r>
            <a:r>
              <a:rPr lang="en-US" sz="4800" dirty="0" err="1">
                <a:latin typeface="NotoSansEthiopic"/>
              </a:rPr>
              <a:t>በሰማይ</a:t>
            </a:r>
            <a:r>
              <a:rPr lang="en-US" sz="4800" dirty="0">
                <a:latin typeface="NotoSansEthiopic"/>
              </a:rPr>
              <a:t> </a:t>
            </a:r>
            <a:r>
              <a:rPr lang="en-US" sz="4800" dirty="0" err="1">
                <a:latin typeface="NotoSansEthiopic"/>
              </a:rPr>
              <a:t>የምትኖር</a:t>
            </a:r>
            <a:r>
              <a:rPr lang="en-US" sz="4800" dirty="0">
                <a:latin typeface="NotoSansEthiopic"/>
              </a:rPr>
              <a:t> </a:t>
            </a:r>
            <a:r>
              <a:rPr lang="en-US" sz="4800" dirty="0" err="1">
                <a:latin typeface="NotoSansEthiopic"/>
              </a:rPr>
              <a:t>አባታችን</a:t>
            </a:r>
            <a:r>
              <a:rPr lang="en-US" sz="4800" dirty="0">
                <a:latin typeface="NotoSansEthiopic"/>
              </a:rPr>
              <a:t> </a:t>
            </a:r>
            <a:r>
              <a:rPr lang="en-US" sz="4800" dirty="0" err="1">
                <a:latin typeface="NotoSansEthiopic"/>
              </a:rPr>
              <a:t>ሆይ</a:t>
            </a:r>
            <a:r>
              <a:rPr lang="en-US" sz="4800" dirty="0">
                <a:latin typeface="NotoSansEthiopic"/>
              </a:rPr>
              <a:t> </a:t>
            </a:r>
            <a:r>
              <a:rPr lang="en-US" sz="4800" dirty="0" err="1">
                <a:latin typeface="NotoSansEthiopic"/>
              </a:rPr>
              <a:t>ወደ</a:t>
            </a:r>
            <a:r>
              <a:rPr lang="en-US" sz="4800" dirty="0">
                <a:latin typeface="NotoSansEthiopic"/>
              </a:rPr>
              <a:t> </a:t>
            </a:r>
            <a:r>
              <a:rPr lang="en-US" sz="4800" dirty="0" err="1">
                <a:latin typeface="NotoSansEthiopic"/>
              </a:rPr>
              <a:t>ፈተና</a:t>
            </a:r>
            <a:r>
              <a:rPr lang="en-US" sz="4800" dirty="0">
                <a:latin typeface="NotoSansEthiopic"/>
              </a:rPr>
              <a:t> </a:t>
            </a:r>
            <a:r>
              <a:rPr lang="en-US" sz="4800" dirty="0" err="1">
                <a:latin typeface="NotoSansEthiopic"/>
              </a:rPr>
              <a:t>አታግባን</a:t>
            </a:r>
            <a:endParaRPr lang="en-US" sz="4800" dirty="0">
              <a:latin typeface="NotoSansEthiopic"/>
            </a:endParaRPr>
          </a:p>
          <a:p>
            <a:pPr marL="0" indent="0" algn="ctr">
              <a:lnSpc>
                <a:spcPct val="120000"/>
              </a:lnSpc>
              <a:buNone/>
            </a:pPr>
            <a:r>
              <a:rPr lang="en-US" sz="5400" dirty="0" err="1">
                <a:solidFill>
                  <a:srgbClr val="FF0000"/>
                </a:solidFill>
                <a:latin typeface="NotoSansEthiopic"/>
              </a:rPr>
              <a:t>ይ፡ዲ</a:t>
            </a:r>
            <a:r>
              <a:rPr lang="en-US" sz="5400" dirty="0">
                <a:solidFill>
                  <a:srgbClr val="FF0000"/>
                </a:solidFill>
                <a:latin typeface="NotoSansEthiopic"/>
              </a:rPr>
              <a:t>፦ </a:t>
            </a:r>
            <a:r>
              <a:rPr lang="en-US" sz="5400" dirty="0" err="1">
                <a:latin typeface="NotoSansEthiopic"/>
              </a:rPr>
              <a:t>የክርስቶስ</a:t>
            </a:r>
            <a:r>
              <a:rPr lang="en-US" sz="5400" dirty="0">
                <a:latin typeface="NotoSansEthiopic"/>
              </a:rPr>
              <a:t> </a:t>
            </a:r>
            <a:r>
              <a:rPr lang="en-US" sz="5400" dirty="0" err="1">
                <a:latin typeface="NotoSansEthiopic"/>
              </a:rPr>
              <a:t>ቅዱስ</a:t>
            </a:r>
            <a:r>
              <a:rPr lang="en-US" sz="5400" dirty="0">
                <a:latin typeface="NotoSansEthiopic"/>
              </a:rPr>
              <a:t> </a:t>
            </a:r>
            <a:r>
              <a:rPr lang="en-US" sz="5400" dirty="0" err="1">
                <a:latin typeface="NotoSansEthiopic"/>
              </a:rPr>
              <a:t>ሥጋውንና</a:t>
            </a:r>
            <a:r>
              <a:rPr lang="en-US" sz="5400" dirty="0">
                <a:latin typeface="NotoSansEthiopic"/>
              </a:rPr>
              <a:t> </a:t>
            </a:r>
            <a:r>
              <a:rPr lang="en-US" sz="5400" dirty="0" err="1">
                <a:latin typeface="NotoSansEthiopic"/>
              </a:rPr>
              <a:t>ክቡር</a:t>
            </a:r>
            <a:r>
              <a:rPr lang="en-US" sz="5400" dirty="0">
                <a:latin typeface="NotoSansEthiopic"/>
              </a:rPr>
              <a:t> </a:t>
            </a:r>
            <a:r>
              <a:rPr lang="en-US" sz="5400" dirty="0" err="1">
                <a:latin typeface="NotoSansEthiopic"/>
              </a:rPr>
              <a:t>ደሙን</a:t>
            </a:r>
            <a:r>
              <a:rPr lang="en-US" sz="5400" dirty="0">
                <a:latin typeface="NotoSansEthiopic"/>
              </a:rPr>
              <a:t> </a:t>
            </a:r>
            <a:r>
              <a:rPr lang="en-US" sz="5400" dirty="0" err="1">
                <a:latin typeface="NotoSansEthiopic"/>
              </a:rPr>
              <a:t>ተቀብለናል</a:t>
            </a:r>
            <a:endParaRPr lang="en-US" sz="5400" dirty="0">
              <a:latin typeface="NotoSansEthiopic"/>
            </a:endParaRPr>
          </a:p>
        </p:txBody>
      </p:sp>
    </p:spTree>
    <p:extLst>
      <p:ext uri="{BB962C8B-B14F-4D97-AF65-F5344CB8AC3E}">
        <p14:creationId xmlns:p14="http://schemas.microsoft.com/office/powerpoint/2010/main" val="2104070102"/>
      </p:ext>
    </p:extLst>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39CE4A70-EF08-4C5C-B45A-9F1A61662266}"/>
              </a:ext>
            </a:extLst>
          </p:cNvPr>
          <p:cNvSpPr>
            <a:spLocks noGrp="1"/>
          </p:cNvSpPr>
          <p:nvPr>
            <p:ph idx="1"/>
          </p:nvPr>
        </p:nvSpPr>
        <p:spPr>
          <a:xfrm>
            <a:off x="136478" y="95535"/>
            <a:ext cx="11832609" cy="6660108"/>
          </a:xfrm>
        </p:spPr>
        <p:txBody>
          <a:bodyPr>
            <a:normAutofit lnSpcReduction="10000"/>
          </a:bodyPr>
          <a:lstStyle/>
          <a:p>
            <a:pPr marL="0" indent="0" algn="ctr">
              <a:lnSpc>
                <a:spcPct val="120000"/>
              </a:lnSpc>
              <a:buNone/>
            </a:pPr>
            <a:r>
              <a:rPr lang="am-ET" sz="5400" dirty="0">
                <a:solidFill>
                  <a:srgbClr val="FF0000"/>
                </a:solidFill>
                <a:latin typeface="NotoSansEthiopic"/>
              </a:rPr>
              <a:t>ይ፡</a:t>
            </a:r>
            <a:r>
              <a:rPr lang="en-US" sz="5400" dirty="0">
                <a:solidFill>
                  <a:srgbClr val="FF0000"/>
                </a:solidFill>
                <a:latin typeface="NotoSansEthiopic"/>
              </a:rPr>
              <a:t>ካ</a:t>
            </a:r>
            <a:r>
              <a:rPr lang="am-ET" sz="5400" dirty="0">
                <a:solidFill>
                  <a:srgbClr val="FF0000"/>
                </a:solidFill>
                <a:latin typeface="NotoSansEthiopic"/>
              </a:rPr>
              <a:t>፦</a:t>
            </a:r>
            <a:r>
              <a:rPr lang="en-US" sz="5400" dirty="0" err="1">
                <a:latin typeface="NotoSansEthiopic"/>
              </a:rPr>
              <a:t>አፌ</a:t>
            </a:r>
            <a:r>
              <a:rPr lang="en-US" sz="5400" dirty="0">
                <a:latin typeface="NotoSansEthiopic"/>
              </a:rPr>
              <a:t> </a:t>
            </a:r>
            <a:r>
              <a:rPr lang="en-US" sz="5400" dirty="0" err="1">
                <a:latin typeface="NotoSansEthiopic"/>
              </a:rPr>
              <a:t>የእግዚአብሔርን</a:t>
            </a:r>
            <a:r>
              <a:rPr lang="en-US" sz="5400" dirty="0">
                <a:latin typeface="NotoSansEthiopic"/>
              </a:rPr>
              <a:t> </a:t>
            </a:r>
            <a:r>
              <a:rPr lang="en-US" sz="5400" dirty="0" err="1">
                <a:latin typeface="NotoSansEthiopic"/>
              </a:rPr>
              <a:t>ምስጋና</a:t>
            </a:r>
            <a:r>
              <a:rPr lang="en-US" sz="5400" dirty="0">
                <a:latin typeface="NotoSansEthiopic"/>
              </a:rPr>
              <a:t> </a:t>
            </a:r>
            <a:r>
              <a:rPr lang="en-US" sz="5400" dirty="0" err="1">
                <a:latin typeface="NotoSansEthiopic"/>
              </a:rPr>
              <a:t>ይናገራል</a:t>
            </a:r>
            <a:r>
              <a:rPr lang="en-US" sz="5400" dirty="0">
                <a:latin typeface="NotoSansEthiopic"/>
              </a:rPr>
              <a:t> </a:t>
            </a:r>
            <a:r>
              <a:rPr lang="en-US" sz="5400" dirty="0" err="1">
                <a:latin typeface="NotoSansEthiopic"/>
              </a:rPr>
              <a:t>ሥጋ</a:t>
            </a:r>
            <a:r>
              <a:rPr lang="en-US" sz="5400" dirty="0">
                <a:latin typeface="NotoSansEthiopic"/>
              </a:rPr>
              <a:t> </a:t>
            </a:r>
            <a:r>
              <a:rPr lang="en-US" sz="5400" dirty="0" err="1">
                <a:latin typeface="NotoSansEthiopic"/>
              </a:rPr>
              <a:t>የለበሰም</a:t>
            </a:r>
            <a:r>
              <a:rPr lang="en-US" sz="5400" dirty="0">
                <a:latin typeface="NotoSansEthiopic"/>
              </a:rPr>
              <a:t> </a:t>
            </a:r>
            <a:r>
              <a:rPr lang="en-US" sz="5400" dirty="0" err="1">
                <a:latin typeface="NotoSansEthiopic"/>
              </a:rPr>
              <a:t>ሁሉ</a:t>
            </a:r>
            <a:r>
              <a:rPr lang="en-US" sz="5400" dirty="0">
                <a:latin typeface="NotoSansEthiopic"/>
              </a:rPr>
              <a:t> </a:t>
            </a:r>
            <a:r>
              <a:rPr lang="en-US" sz="5400" dirty="0" err="1">
                <a:latin typeface="NotoSansEthiopic"/>
              </a:rPr>
              <a:t>ለዘለዓለም</a:t>
            </a:r>
            <a:r>
              <a:rPr lang="en-US" sz="5400" dirty="0">
                <a:latin typeface="NotoSansEthiopic"/>
              </a:rPr>
              <a:t> </a:t>
            </a:r>
            <a:r>
              <a:rPr lang="en-US" sz="5400" dirty="0" err="1">
                <a:latin typeface="NotoSansEthiopic"/>
              </a:rPr>
              <a:t>ዓለም</a:t>
            </a:r>
            <a:r>
              <a:rPr lang="en-US" sz="5400" dirty="0">
                <a:latin typeface="NotoSansEthiopic"/>
              </a:rPr>
              <a:t> </a:t>
            </a:r>
            <a:r>
              <a:rPr lang="en-US" sz="5400" dirty="0" err="1">
                <a:latin typeface="NotoSansEthiopic"/>
              </a:rPr>
              <a:t>ቅዱስ</a:t>
            </a:r>
            <a:r>
              <a:rPr lang="en-US" sz="5400" dirty="0">
                <a:latin typeface="NotoSansEthiopic"/>
              </a:rPr>
              <a:t> </a:t>
            </a:r>
            <a:r>
              <a:rPr lang="en-US" sz="5400" dirty="0" err="1">
                <a:latin typeface="NotoSansEthiopic"/>
              </a:rPr>
              <a:t>ስሙን</a:t>
            </a:r>
            <a:r>
              <a:rPr lang="en-US" sz="5400" dirty="0">
                <a:latin typeface="NotoSansEthiopic"/>
              </a:rPr>
              <a:t> </a:t>
            </a:r>
            <a:r>
              <a:rPr lang="en-US" sz="5400" dirty="0" err="1">
                <a:latin typeface="NotoSansEthiopic"/>
              </a:rPr>
              <a:t>ያመሰግናል</a:t>
            </a:r>
            <a:r>
              <a:rPr lang="en-US" sz="5400" dirty="0">
                <a:latin typeface="NotoSansEthiopic"/>
              </a:rPr>
              <a:t>።</a:t>
            </a:r>
          </a:p>
          <a:p>
            <a:pPr marL="0" indent="0" algn="ctr">
              <a:lnSpc>
                <a:spcPct val="120000"/>
              </a:lnSpc>
              <a:buNone/>
            </a:pPr>
            <a:r>
              <a:rPr lang="am-ET" sz="5400" dirty="0">
                <a:solidFill>
                  <a:srgbClr val="FF0000"/>
                </a:solidFill>
                <a:latin typeface="NotoSansEthiopic"/>
              </a:rPr>
              <a:t>ይ፡</a:t>
            </a:r>
            <a:r>
              <a:rPr lang="en-US" sz="5400" dirty="0">
                <a:solidFill>
                  <a:srgbClr val="FF0000"/>
                </a:solidFill>
                <a:latin typeface="NotoSansEthiopic"/>
              </a:rPr>
              <a:t>ካ</a:t>
            </a:r>
            <a:r>
              <a:rPr lang="am-ET" sz="5400" dirty="0">
                <a:solidFill>
                  <a:srgbClr val="FF0000"/>
                </a:solidFill>
                <a:latin typeface="NotoSansEthiopic"/>
              </a:rPr>
              <a:t>፦</a:t>
            </a:r>
            <a:r>
              <a:rPr lang="en-US" sz="5400" dirty="0">
                <a:solidFill>
                  <a:srgbClr val="FF0000"/>
                </a:solidFill>
                <a:latin typeface="NotoSansEthiopic"/>
              </a:rPr>
              <a:t> </a:t>
            </a:r>
            <a:r>
              <a:rPr lang="en-US" sz="5400" dirty="0" err="1">
                <a:latin typeface="NotoSansEthiopic"/>
              </a:rPr>
              <a:t>በሰማይ</a:t>
            </a:r>
            <a:r>
              <a:rPr lang="en-US" sz="5400" dirty="0">
                <a:latin typeface="NotoSansEthiopic"/>
              </a:rPr>
              <a:t> </a:t>
            </a:r>
            <a:r>
              <a:rPr lang="en-US" sz="5400" dirty="0" err="1">
                <a:latin typeface="NotoSansEthiopic"/>
              </a:rPr>
              <a:t>የምትኖር</a:t>
            </a:r>
            <a:r>
              <a:rPr lang="en-US" sz="5400" dirty="0">
                <a:latin typeface="NotoSansEthiopic"/>
              </a:rPr>
              <a:t> </a:t>
            </a:r>
            <a:r>
              <a:rPr lang="en-US" sz="5400" dirty="0" err="1">
                <a:latin typeface="NotoSansEthiopic"/>
              </a:rPr>
              <a:t>አባታችን</a:t>
            </a:r>
            <a:r>
              <a:rPr lang="en-US" sz="5400" dirty="0">
                <a:latin typeface="NotoSansEthiopic"/>
              </a:rPr>
              <a:t> </a:t>
            </a:r>
            <a:r>
              <a:rPr lang="en-US" sz="5400" dirty="0" err="1">
                <a:latin typeface="NotoSansEthiopic"/>
              </a:rPr>
              <a:t>ሆይ</a:t>
            </a:r>
            <a:r>
              <a:rPr lang="en-US" sz="5400" dirty="0">
                <a:latin typeface="NotoSansEthiopic"/>
              </a:rPr>
              <a:t> </a:t>
            </a:r>
            <a:r>
              <a:rPr lang="en-US" sz="5400" dirty="0" err="1">
                <a:latin typeface="NotoSansEthiopic"/>
              </a:rPr>
              <a:t>ወደ</a:t>
            </a:r>
            <a:r>
              <a:rPr lang="en-US" sz="5400" dirty="0">
                <a:latin typeface="NotoSansEthiopic"/>
              </a:rPr>
              <a:t> </a:t>
            </a:r>
            <a:r>
              <a:rPr lang="en-US" sz="5400" dirty="0" err="1">
                <a:latin typeface="NotoSansEthiopic"/>
              </a:rPr>
              <a:t>ፈተና</a:t>
            </a:r>
            <a:r>
              <a:rPr lang="en-US" sz="5400" dirty="0">
                <a:latin typeface="NotoSansEthiopic"/>
              </a:rPr>
              <a:t> </a:t>
            </a:r>
            <a:r>
              <a:rPr lang="en-US" sz="5400" dirty="0" err="1">
                <a:latin typeface="NotoSansEthiopic"/>
              </a:rPr>
              <a:t>አታግናን</a:t>
            </a:r>
            <a:endParaRPr lang="en-US" sz="5400" dirty="0">
              <a:latin typeface="NotoSansEthiopic"/>
            </a:endParaRPr>
          </a:p>
          <a:p>
            <a:pPr marL="0" indent="0" algn="ctr">
              <a:lnSpc>
                <a:spcPct val="120000"/>
              </a:lnSpc>
              <a:buNone/>
            </a:pPr>
            <a:r>
              <a:rPr lang="en-US" sz="5400" dirty="0" err="1">
                <a:solidFill>
                  <a:srgbClr val="FF0000"/>
                </a:solidFill>
                <a:latin typeface="NotoSansEthiopic"/>
              </a:rPr>
              <a:t>ይ፡ዲ</a:t>
            </a:r>
            <a:r>
              <a:rPr lang="en-US" sz="5400" dirty="0">
                <a:solidFill>
                  <a:srgbClr val="FF0000"/>
                </a:solidFill>
                <a:latin typeface="NotoSansEthiopic"/>
              </a:rPr>
              <a:t>፦ </a:t>
            </a:r>
            <a:r>
              <a:rPr lang="en-US" sz="5400" dirty="0" err="1">
                <a:latin typeface="NotoSansEthiopic"/>
              </a:rPr>
              <a:t>የክርስቶስ</a:t>
            </a:r>
            <a:r>
              <a:rPr lang="en-US" sz="5400" dirty="0">
                <a:latin typeface="NotoSansEthiopic"/>
              </a:rPr>
              <a:t> </a:t>
            </a:r>
            <a:r>
              <a:rPr lang="en-US" sz="5400" dirty="0" err="1">
                <a:latin typeface="NotoSansEthiopic"/>
              </a:rPr>
              <a:t>ቅዱስ</a:t>
            </a:r>
            <a:r>
              <a:rPr lang="en-US" sz="5400" dirty="0">
                <a:latin typeface="NotoSansEthiopic"/>
              </a:rPr>
              <a:t> </a:t>
            </a:r>
            <a:r>
              <a:rPr lang="en-US" sz="5400" dirty="0" err="1">
                <a:latin typeface="NotoSansEthiopic"/>
              </a:rPr>
              <a:t>ሥጋውንና</a:t>
            </a:r>
            <a:r>
              <a:rPr lang="en-US" sz="5400" dirty="0">
                <a:latin typeface="NotoSansEthiopic"/>
              </a:rPr>
              <a:t> </a:t>
            </a:r>
            <a:r>
              <a:rPr lang="en-US" sz="5400" dirty="0" err="1">
                <a:latin typeface="NotoSansEthiopic"/>
              </a:rPr>
              <a:t>ክቡር</a:t>
            </a:r>
            <a:r>
              <a:rPr lang="en-US" sz="5400" dirty="0">
                <a:latin typeface="NotoSansEthiopic"/>
              </a:rPr>
              <a:t> </a:t>
            </a:r>
            <a:r>
              <a:rPr lang="en-US" sz="5400" dirty="0" err="1">
                <a:latin typeface="NotoSansEthiopic"/>
              </a:rPr>
              <a:t>ደሙን</a:t>
            </a:r>
            <a:r>
              <a:rPr lang="en-US" sz="5400" dirty="0">
                <a:latin typeface="NotoSansEthiopic"/>
              </a:rPr>
              <a:t> </a:t>
            </a:r>
            <a:r>
              <a:rPr lang="en-US" sz="5400" dirty="0" err="1">
                <a:latin typeface="NotoSansEthiopic"/>
              </a:rPr>
              <a:t>ተቀብለናል</a:t>
            </a:r>
            <a:endParaRPr lang="en-US" sz="5400" dirty="0">
              <a:latin typeface="NotoSansEthiopic"/>
            </a:endParaRPr>
          </a:p>
        </p:txBody>
      </p:sp>
    </p:spTree>
    <p:extLst>
      <p:ext uri="{BB962C8B-B14F-4D97-AF65-F5344CB8AC3E}">
        <p14:creationId xmlns:p14="http://schemas.microsoft.com/office/powerpoint/2010/main" val="1704671587"/>
      </p:ext>
    </p:extLst>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39CE4A70-EF08-4C5C-B45A-9F1A61662266}"/>
              </a:ext>
            </a:extLst>
          </p:cNvPr>
          <p:cNvSpPr>
            <a:spLocks noGrp="1"/>
          </p:cNvSpPr>
          <p:nvPr>
            <p:ph idx="1"/>
          </p:nvPr>
        </p:nvSpPr>
        <p:spPr>
          <a:xfrm>
            <a:off x="136478" y="95535"/>
            <a:ext cx="11832609" cy="6660108"/>
          </a:xfrm>
        </p:spPr>
        <p:txBody>
          <a:bodyPr>
            <a:normAutofit/>
          </a:bodyPr>
          <a:lstStyle/>
          <a:p>
            <a:pPr marL="0" indent="0">
              <a:lnSpc>
                <a:spcPct val="120000"/>
              </a:lnSpc>
              <a:buNone/>
            </a:pPr>
            <a:r>
              <a:rPr lang="am-ET" sz="5400" dirty="0">
                <a:solidFill>
                  <a:srgbClr val="FF0000"/>
                </a:solidFill>
                <a:latin typeface="NotoSansEthiopic"/>
              </a:rPr>
              <a:t>ይ፡</a:t>
            </a:r>
            <a:r>
              <a:rPr lang="en-US" sz="5400" dirty="0">
                <a:solidFill>
                  <a:srgbClr val="FF0000"/>
                </a:solidFill>
                <a:latin typeface="NotoSansEthiopic"/>
              </a:rPr>
              <a:t>ካ</a:t>
            </a:r>
            <a:r>
              <a:rPr lang="am-ET" sz="5400" dirty="0">
                <a:solidFill>
                  <a:srgbClr val="FF0000"/>
                </a:solidFill>
                <a:latin typeface="NotoSansEthiopic"/>
              </a:rPr>
              <a:t>፦</a:t>
            </a:r>
            <a:r>
              <a:rPr lang="en-US" sz="5400" dirty="0" err="1">
                <a:latin typeface="NotoSansEthiopic"/>
              </a:rPr>
              <a:t>ሁሉ</a:t>
            </a:r>
            <a:r>
              <a:rPr lang="en-US" sz="5400" dirty="0">
                <a:latin typeface="NotoSansEthiopic"/>
              </a:rPr>
              <a:t> </a:t>
            </a:r>
            <a:r>
              <a:rPr lang="en-US" sz="5400" dirty="0" err="1">
                <a:latin typeface="NotoSansEthiopic"/>
              </a:rPr>
              <a:t>ቀን</a:t>
            </a:r>
            <a:r>
              <a:rPr lang="en-US" sz="5400" dirty="0">
                <a:latin typeface="NotoSansEthiopic"/>
              </a:rPr>
              <a:t> </a:t>
            </a:r>
            <a:r>
              <a:rPr lang="en-US" sz="5400" dirty="0" err="1">
                <a:latin typeface="NotoSansEthiopic"/>
              </a:rPr>
              <a:t>አመሰግንሃለሁ</a:t>
            </a:r>
            <a:r>
              <a:rPr lang="en-US" sz="5400" dirty="0">
                <a:latin typeface="NotoSansEthiopic"/>
              </a:rPr>
              <a:t> </a:t>
            </a:r>
            <a:r>
              <a:rPr lang="en-US" sz="5400" dirty="0" err="1">
                <a:latin typeface="NotoSansEthiopic"/>
              </a:rPr>
              <a:t>ስምህንም</a:t>
            </a:r>
            <a:r>
              <a:rPr lang="en-US" sz="5400" dirty="0">
                <a:latin typeface="NotoSansEthiopic"/>
              </a:rPr>
              <a:t> </a:t>
            </a:r>
            <a:r>
              <a:rPr lang="en-US" sz="5400" dirty="0" err="1">
                <a:latin typeface="NotoSansEthiopic"/>
              </a:rPr>
              <a:t>ለዘለዓለም</a:t>
            </a:r>
            <a:r>
              <a:rPr lang="en-US" sz="5400" dirty="0">
                <a:latin typeface="NotoSansEthiopic"/>
              </a:rPr>
              <a:t> </a:t>
            </a:r>
            <a:r>
              <a:rPr lang="en-US" sz="5400" dirty="0" err="1">
                <a:latin typeface="NotoSansEthiopic"/>
              </a:rPr>
              <a:t>ዓለም</a:t>
            </a:r>
            <a:r>
              <a:rPr lang="en-US" sz="5400" dirty="0">
                <a:latin typeface="NotoSansEthiopic"/>
              </a:rPr>
              <a:t> </a:t>
            </a:r>
            <a:r>
              <a:rPr lang="en-US" sz="5400" dirty="0" err="1">
                <a:latin typeface="NotoSansEthiopic"/>
              </a:rPr>
              <a:t>አመሰግንሃለሁ</a:t>
            </a:r>
            <a:r>
              <a:rPr lang="en-US" sz="5400" dirty="0">
                <a:latin typeface="NotoSansEthiopic"/>
              </a:rPr>
              <a:t>።</a:t>
            </a:r>
          </a:p>
          <a:p>
            <a:pPr marL="0" indent="0">
              <a:lnSpc>
                <a:spcPct val="120000"/>
              </a:lnSpc>
              <a:buNone/>
            </a:pPr>
            <a:r>
              <a:rPr lang="am-ET" sz="5400" dirty="0">
                <a:solidFill>
                  <a:srgbClr val="FF0000"/>
                </a:solidFill>
                <a:latin typeface="NotoSansEthiopic"/>
              </a:rPr>
              <a:t>ይ፡</a:t>
            </a:r>
            <a:r>
              <a:rPr lang="en-US" sz="5400" dirty="0">
                <a:solidFill>
                  <a:srgbClr val="FF0000"/>
                </a:solidFill>
                <a:latin typeface="NotoSansEthiopic"/>
              </a:rPr>
              <a:t>ካ</a:t>
            </a:r>
            <a:r>
              <a:rPr lang="am-ET" sz="5400" dirty="0">
                <a:solidFill>
                  <a:srgbClr val="FF0000"/>
                </a:solidFill>
                <a:latin typeface="NotoSansEthiopic"/>
              </a:rPr>
              <a:t>፦</a:t>
            </a:r>
            <a:r>
              <a:rPr lang="en-US" sz="5400" dirty="0">
                <a:solidFill>
                  <a:srgbClr val="FF0000"/>
                </a:solidFill>
                <a:latin typeface="NotoSansEthiopic"/>
              </a:rPr>
              <a:t> </a:t>
            </a:r>
            <a:r>
              <a:rPr lang="en-US" sz="5400" dirty="0" err="1">
                <a:latin typeface="NotoSansEthiopic"/>
              </a:rPr>
              <a:t>በሰማይ</a:t>
            </a:r>
            <a:r>
              <a:rPr lang="en-US" sz="5400" dirty="0">
                <a:latin typeface="NotoSansEthiopic"/>
              </a:rPr>
              <a:t> </a:t>
            </a:r>
            <a:r>
              <a:rPr lang="en-US" sz="5400" dirty="0" err="1">
                <a:latin typeface="NotoSansEthiopic"/>
              </a:rPr>
              <a:t>የምትኖር</a:t>
            </a:r>
            <a:r>
              <a:rPr lang="en-US" sz="5400" dirty="0">
                <a:latin typeface="NotoSansEthiopic"/>
              </a:rPr>
              <a:t> </a:t>
            </a:r>
            <a:r>
              <a:rPr lang="en-US" sz="5400" dirty="0" err="1">
                <a:latin typeface="NotoSansEthiopic"/>
              </a:rPr>
              <a:t>አባታችን</a:t>
            </a:r>
            <a:r>
              <a:rPr lang="en-US" sz="5400" dirty="0">
                <a:latin typeface="NotoSansEthiopic"/>
              </a:rPr>
              <a:t> </a:t>
            </a:r>
            <a:r>
              <a:rPr lang="en-US" sz="5400" dirty="0" err="1">
                <a:latin typeface="NotoSansEthiopic"/>
              </a:rPr>
              <a:t>ሆይ</a:t>
            </a:r>
            <a:r>
              <a:rPr lang="en-US" sz="5400" dirty="0">
                <a:latin typeface="NotoSansEthiopic"/>
              </a:rPr>
              <a:t> </a:t>
            </a:r>
            <a:r>
              <a:rPr lang="en-US" sz="5400" dirty="0" err="1">
                <a:latin typeface="NotoSansEthiopic"/>
              </a:rPr>
              <a:t>ወደ</a:t>
            </a:r>
            <a:r>
              <a:rPr lang="en-US" sz="5400" dirty="0">
                <a:latin typeface="NotoSansEthiopic"/>
              </a:rPr>
              <a:t> </a:t>
            </a:r>
            <a:r>
              <a:rPr lang="en-US" sz="5400" dirty="0" err="1">
                <a:latin typeface="NotoSansEthiopic"/>
              </a:rPr>
              <a:t>ፈተና</a:t>
            </a:r>
            <a:r>
              <a:rPr lang="en-US" sz="5400" dirty="0">
                <a:latin typeface="NotoSansEthiopic"/>
              </a:rPr>
              <a:t> </a:t>
            </a:r>
            <a:r>
              <a:rPr lang="en-US" sz="5400" dirty="0" err="1">
                <a:latin typeface="NotoSansEthiopic"/>
              </a:rPr>
              <a:t>አታግናን</a:t>
            </a:r>
            <a:endParaRPr lang="en-US" sz="5400" dirty="0">
              <a:latin typeface="NotoSansEthiopic"/>
            </a:endParaRPr>
          </a:p>
          <a:p>
            <a:pPr marL="0" indent="0">
              <a:lnSpc>
                <a:spcPct val="120000"/>
              </a:lnSpc>
              <a:buNone/>
            </a:pPr>
            <a:r>
              <a:rPr lang="en-US" sz="5400" dirty="0" err="1">
                <a:solidFill>
                  <a:srgbClr val="FF0000"/>
                </a:solidFill>
                <a:latin typeface="NotoSansEthiopic"/>
              </a:rPr>
              <a:t>ይ፡ዲ</a:t>
            </a:r>
            <a:r>
              <a:rPr lang="en-US" sz="5400" dirty="0">
                <a:solidFill>
                  <a:srgbClr val="FF0000"/>
                </a:solidFill>
                <a:latin typeface="NotoSansEthiopic"/>
              </a:rPr>
              <a:t>፦ </a:t>
            </a:r>
            <a:r>
              <a:rPr lang="en-US" sz="5400" dirty="0" err="1">
                <a:latin typeface="NotoSansEthiopic"/>
              </a:rPr>
              <a:t>ክቡርና</a:t>
            </a:r>
            <a:r>
              <a:rPr lang="en-US" sz="5400" dirty="0">
                <a:latin typeface="NotoSansEthiopic"/>
              </a:rPr>
              <a:t> </a:t>
            </a:r>
            <a:r>
              <a:rPr lang="en-US" sz="5400" dirty="0" err="1">
                <a:latin typeface="NotoSansEthiopic"/>
              </a:rPr>
              <a:t>ቅዱስ</a:t>
            </a:r>
            <a:r>
              <a:rPr lang="en-US" sz="5400" dirty="0">
                <a:latin typeface="NotoSansEthiopic"/>
              </a:rPr>
              <a:t> </a:t>
            </a:r>
            <a:r>
              <a:rPr lang="en-US" sz="5400" dirty="0" err="1">
                <a:latin typeface="NotoSansEthiopic"/>
              </a:rPr>
              <a:t>የሆነውን</a:t>
            </a:r>
            <a:r>
              <a:rPr lang="en-US" sz="5400" dirty="0">
                <a:latin typeface="NotoSansEthiopic"/>
              </a:rPr>
              <a:t> </a:t>
            </a:r>
            <a:r>
              <a:rPr lang="en-US" sz="5400" dirty="0" err="1">
                <a:latin typeface="NotoSansEthiopic"/>
              </a:rPr>
              <a:t>ምስጢር</a:t>
            </a:r>
            <a:r>
              <a:rPr lang="en-US" sz="5400" dirty="0">
                <a:latin typeface="NotoSansEthiopic"/>
              </a:rPr>
              <a:t> </a:t>
            </a:r>
            <a:r>
              <a:rPr lang="en-US" sz="5400" dirty="0" err="1">
                <a:latin typeface="NotoSansEthiopic"/>
              </a:rPr>
              <a:t>ለመሳተፍ</a:t>
            </a:r>
            <a:r>
              <a:rPr lang="en-US" sz="5400" dirty="0">
                <a:latin typeface="NotoSansEthiopic"/>
              </a:rPr>
              <a:t> </a:t>
            </a:r>
            <a:r>
              <a:rPr lang="en-US" sz="5400" dirty="0" err="1">
                <a:latin typeface="NotoSansEthiopic"/>
              </a:rPr>
              <a:t>ማመስገን</a:t>
            </a:r>
            <a:r>
              <a:rPr lang="en-US" sz="5400" dirty="0">
                <a:latin typeface="NotoSansEthiopic"/>
              </a:rPr>
              <a:t> </a:t>
            </a:r>
            <a:r>
              <a:rPr lang="en-US" sz="5400" dirty="0" err="1">
                <a:latin typeface="NotoSansEthiopic"/>
              </a:rPr>
              <a:t>ይገባናል</a:t>
            </a:r>
            <a:endParaRPr lang="en-US" sz="5400" dirty="0">
              <a:latin typeface="NotoSansEthiopic"/>
            </a:endParaRPr>
          </a:p>
        </p:txBody>
      </p:sp>
    </p:spTree>
    <p:extLst>
      <p:ext uri="{BB962C8B-B14F-4D97-AF65-F5344CB8AC3E}">
        <p14:creationId xmlns:p14="http://schemas.microsoft.com/office/powerpoint/2010/main" val="2829553224"/>
      </p:ext>
    </p:extLst>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39CE4A70-EF08-4C5C-B45A-9F1A61662266}"/>
              </a:ext>
            </a:extLst>
          </p:cNvPr>
          <p:cNvSpPr>
            <a:spLocks noGrp="1"/>
          </p:cNvSpPr>
          <p:nvPr>
            <p:ph sz="quarter" idx="4294967295"/>
          </p:nvPr>
        </p:nvSpPr>
        <p:spPr>
          <a:xfrm>
            <a:off x="0" y="0"/>
            <a:ext cx="12192000" cy="6858000"/>
          </a:xfrm>
          <a:prstGeom prst="rect">
            <a:avLst/>
          </a:prstGeom>
        </p:spPr>
        <p:txBody>
          <a:bodyPr>
            <a:normAutofit/>
          </a:bodyPr>
          <a:lstStyle/>
          <a:p>
            <a:pPr marL="0" indent="0" algn="ctr">
              <a:lnSpc>
                <a:spcPct val="120000"/>
              </a:lnSpc>
              <a:buNone/>
            </a:pPr>
            <a:r>
              <a:rPr lang="am-ET" sz="6600" dirty="0">
                <a:solidFill>
                  <a:srgbClr val="FF0000"/>
                </a:solidFill>
                <a:latin typeface="NotoSansEthiopic"/>
              </a:rPr>
              <a:t>ይ፡</a:t>
            </a:r>
            <a:r>
              <a:rPr lang="en-US" sz="6600" dirty="0">
                <a:solidFill>
                  <a:srgbClr val="FF0000"/>
                </a:solidFill>
                <a:latin typeface="NotoSansEthiopic"/>
              </a:rPr>
              <a:t>ሕ</a:t>
            </a:r>
            <a:r>
              <a:rPr lang="am-ET" sz="6600" dirty="0">
                <a:solidFill>
                  <a:srgbClr val="FF0000"/>
                </a:solidFill>
                <a:latin typeface="NotoSansEthiopic"/>
              </a:rPr>
              <a:t>፦</a:t>
            </a:r>
            <a:r>
              <a:rPr lang="en-US" sz="6600" dirty="0">
                <a:solidFill>
                  <a:srgbClr val="FF0000"/>
                </a:solidFill>
                <a:latin typeface="NotoSansEthiopic"/>
              </a:rPr>
              <a:t> </a:t>
            </a:r>
            <a:r>
              <a:rPr lang="en-US" sz="7000" b="1" dirty="0" err="1">
                <a:latin typeface="NotoSansEthiopic"/>
              </a:rPr>
              <a:t>ሃሌ</a:t>
            </a:r>
            <a:r>
              <a:rPr lang="en-US" sz="7000" b="1" dirty="0">
                <a:latin typeface="NotoSansEthiopic"/>
              </a:rPr>
              <a:t> </a:t>
            </a:r>
            <a:r>
              <a:rPr lang="en-US" sz="7000" b="1" dirty="0" err="1">
                <a:latin typeface="NotoSansEthiopic"/>
              </a:rPr>
              <a:t>ሉያ</a:t>
            </a:r>
            <a:r>
              <a:rPr lang="en-US" sz="7000" b="1" dirty="0">
                <a:latin typeface="NotoSansEthiopic"/>
              </a:rPr>
              <a:t> </a:t>
            </a:r>
            <a:r>
              <a:rPr lang="en-US" sz="7000" b="1" dirty="0" err="1">
                <a:latin typeface="NotoSansEthiopic"/>
              </a:rPr>
              <a:t>ሃሌ</a:t>
            </a:r>
            <a:r>
              <a:rPr lang="en-US" sz="7000" b="1" dirty="0">
                <a:latin typeface="NotoSansEthiopic"/>
              </a:rPr>
              <a:t> </a:t>
            </a:r>
            <a:r>
              <a:rPr lang="en-US" sz="7000" b="1" dirty="0" err="1">
                <a:latin typeface="NotoSansEthiopic"/>
              </a:rPr>
              <a:t>ሉያ</a:t>
            </a:r>
            <a:r>
              <a:rPr lang="en-US" sz="7000" b="1" dirty="0">
                <a:latin typeface="NotoSansEthiopic"/>
              </a:rPr>
              <a:t> </a:t>
            </a:r>
            <a:r>
              <a:rPr lang="en-US" sz="7000" b="1" dirty="0" err="1">
                <a:latin typeface="NotoSansEthiopic"/>
              </a:rPr>
              <a:t>አቡነ</a:t>
            </a:r>
            <a:r>
              <a:rPr lang="en-US" sz="7000" b="1" dirty="0">
                <a:latin typeface="NotoSansEthiopic"/>
              </a:rPr>
              <a:t> </a:t>
            </a:r>
            <a:r>
              <a:rPr lang="en-US" sz="7000" b="1" dirty="0" err="1">
                <a:latin typeface="NotoSansEthiopic"/>
              </a:rPr>
              <a:t>ዘበሰማያት</a:t>
            </a:r>
            <a:r>
              <a:rPr lang="en-US" sz="7000" b="1" dirty="0">
                <a:latin typeface="NotoSansEthiopic"/>
              </a:rPr>
              <a:t> </a:t>
            </a:r>
            <a:r>
              <a:rPr lang="en-US" sz="7000" b="1" dirty="0" err="1">
                <a:latin typeface="NotoSansEthiopic"/>
              </a:rPr>
              <a:t>ይትቀደስ</a:t>
            </a:r>
            <a:r>
              <a:rPr lang="en-US" sz="7000" b="1" dirty="0">
                <a:latin typeface="NotoSansEthiopic"/>
              </a:rPr>
              <a:t> </a:t>
            </a:r>
            <a:r>
              <a:rPr lang="en-US" sz="7000" b="1" dirty="0" err="1">
                <a:latin typeface="NotoSansEthiopic"/>
              </a:rPr>
              <a:t>ስምከ፣ሥረይ</a:t>
            </a:r>
            <a:r>
              <a:rPr lang="en-US" sz="7000" b="1" dirty="0">
                <a:latin typeface="NotoSansEthiopic"/>
              </a:rPr>
              <a:t> </a:t>
            </a:r>
            <a:r>
              <a:rPr lang="en-US" sz="7000" b="1" dirty="0" err="1">
                <a:latin typeface="NotoSansEthiopic"/>
              </a:rPr>
              <a:t>ለነ</a:t>
            </a:r>
            <a:r>
              <a:rPr lang="en-US" sz="7000" b="1" dirty="0">
                <a:latin typeface="NotoSansEthiopic"/>
              </a:rPr>
              <a:t> </a:t>
            </a:r>
            <a:r>
              <a:rPr lang="am-ET" sz="7000" b="1" dirty="0">
                <a:latin typeface="NotoSansEthiopic"/>
              </a:rPr>
              <a:t>ኲ</a:t>
            </a:r>
            <a:r>
              <a:rPr lang="en-US" sz="7000" b="1" dirty="0">
                <a:latin typeface="NotoSansEthiopic"/>
              </a:rPr>
              <a:t>ሎ </a:t>
            </a:r>
            <a:r>
              <a:rPr lang="en-US" sz="7000" b="1" dirty="0" err="1">
                <a:latin typeface="NotoSansEthiopic"/>
              </a:rPr>
              <a:t>አበሳነ፣ኢታባአነ</a:t>
            </a:r>
            <a:r>
              <a:rPr lang="en-US" sz="7000" b="1" dirty="0">
                <a:latin typeface="NotoSansEthiopic"/>
              </a:rPr>
              <a:t> </a:t>
            </a:r>
            <a:r>
              <a:rPr lang="en-US" sz="7000" b="1" dirty="0" err="1">
                <a:latin typeface="NotoSansEthiopic"/>
              </a:rPr>
              <a:t>ዉስተ</a:t>
            </a:r>
            <a:r>
              <a:rPr lang="en-US" sz="7000" b="1" dirty="0">
                <a:latin typeface="NotoSansEthiopic"/>
              </a:rPr>
              <a:t> </a:t>
            </a:r>
            <a:r>
              <a:rPr lang="en-US" sz="7000" b="1" dirty="0" err="1">
                <a:latin typeface="NotoSansEthiopic"/>
              </a:rPr>
              <a:t>መንሱት፣እግዚኦ</a:t>
            </a:r>
            <a:r>
              <a:rPr lang="en-US" sz="7000" b="1" dirty="0">
                <a:latin typeface="NotoSansEthiopic"/>
              </a:rPr>
              <a:t> </a:t>
            </a:r>
            <a:r>
              <a:rPr lang="en-US" sz="7000" b="1" dirty="0" err="1">
                <a:latin typeface="NotoSansEthiopic"/>
              </a:rPr>
              <a:t>አድኀነነ</a:t>
            </a:r>
            <a:r>
              <a:rPr lang="en-US" sz="7000" b="1" dirty="0">
                <a:latin typeface="NotoSansEthiopic"/>
              </a:rPr>
              <a:t> </a:t>
            </a:r>
            <a:r>
              <a:rPr lang="en-US" sz="7000" b="1" dirty="0" err="1">
                <a:latin typeface="NotoSansEthiopic"/>
              </a:rPr>
              <a:t>እምፅ</a:t>
            </a:r>
            <a:r>
              <a:rPr lang="en-US" sz="7000" b="1" dirty="0">
                <a:latin typeface="NotoSansEthiopic"/>
              </a:rPr>
              <a:t> </a:t>
            </a:r>
            <a:r>
              <a:rPr lang="en-US" sz="7000" b="1" dirty="0" err="1">
                <a:latin typeface="NotoSansEthiopic"/>
              </a:rPr>
              <a:t>ለት</a:t>
            </a:r>
            <a:r>
              <a:rPr lang="en-US" sz="7000" b="1" dirty="0">
                <a:latin typeface="NotoSansEthiopic"/>
              </a:rPr>
              <a:t> </a:t>
            </a:r>
            <a:r>
              <a:rPr lang="en-US" sz="7000" b="1" dirty="0" err="1">
                <a:latin typeface="NotoSansEthiopic"/>
              </a:rPr>
              <a:t>እኪት</a:t>
            </a:r>
            <a:r>
              <a:rPr lang="en-US" sz="7000" b="1" dirty="0">
                <a:latin typeface="NotoSansEthiopic"/>
              </a:rPr>
              <a:t> </a:t>
            </a:r>
            <a:r>
              <a:rPr lang="en-US" sz="7000" b="1" dirty="0" err="1">
                <a:latin typeface="NotoSansEthiopic"/>
              </a:rPr>
              <a:t>ወባልሐነ</a:t>
            </a:r>
            <a:r>
              <a:rPr lang="en-US" sz="7000" b="1" dirty="0">
                <a:latin typeface="NotoSansEthiopic"/>
              </a:rPr>
              <a:t> </a:t>
            </a:r>
            <a:r>
              <a:rPr lang="en-US" sz="7000" b="1" dirty="0" err="1">
                <a:latin typeface="NotoSansEthiopic"/>
              </a:rPr>
              <a:t>እምኩሉ</a:t>
            </a:r>
            <a:r>
              <a:rPr lang="en-US" sz="7000" b="1" dirty="0">
                <a:latin typeface="NotoSansEthiopic"/>
              </a:rPr>
              <a:t> </a:t>
            </a:r>
            <a:r>
              <a:rPr lang="en-US" sz="7000" b="1" dirty="0" err="1">
                <a:latin typeface="NotoSansEthiopic"/>
              </a:rPr>
              <a:t>መስሱት</a:t>
            </a:r>
            <a:r>
              <a:rPr lang="en-US" sz="6600" dirty="0">
                <a:latin typeface="NotoSansEthiopic"/>
              </a:rPr>
              <a:t>፡፡</a:t>
            </a:r>
          </a:p>
        </p:txBody>
      </p:sp>
    </p:spTree>
    <p:extLst>
      <p:ext uri="{BB962C8B-B14F-4D97-AF65-F5344CB8AC3E}">
        <p14:creationId xmlns:p14="http://schemas.microsoft.com/office/powerpoint/2010/main" val="2600505629"/>
      </p:ext>
    </p:extLst>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39CE4A70-EF08-4C5C-B45A-9F1A61662266}"/>
              </a:ext>
            </a:extLst>
          </p:cNvPr>
          <p:cNvSpPr>
            <a:spLocks noGrp="1"/>
          </p:cNvSpPr>
          <p:nvPr>
            <p:ph idx="1"/>
          </p:nvPr>
        </p:nvSpPr>
        <p:spPr>
          <a:xfrm>
            <a:off x="136478" y="95535"/>
            <a:ext cx="11832609" cy="6660108"/>
          </a:xfrm>
        </p:spPr>
        <p:txBody>
          <a:bodyPr>
            <a:normAutofit/>
          </a:bodyPr>
          <a:lstStyle/>
          <a:p>
            <a:pPr marL="0" indent="0" algn="ctr">
              <a:lnSpc>
                <a:spcPct val="120000"/>
              </a:lnSpc>
              <a:buNone/>
            </a:pPr>
            <a:r>
              <a:rPr lang="am-ET" sz="6000" dirty="0">
                <a:solidFill>
                  <a:srgbClr val="FF0000"/>
                </a:solidFill>
                <a:latin typeface="NotoSansEthiopic"/>
              </a:rPr>
              <a:t>ይ፡</a:t>
            </a:r>
            <a:r>
              <a:rPr lang="en-US" sz="6000" dirty="0">
                <a:solidFill>
                  <a:srgbClr val="FF0000"/>
                </a:solidFill>
                <a:latin typeface="NotoSansEthiopic"/>
              </a:rPr>
              <a:t>ዲ</a:t>
            </a:r>
            <a:r>
              <a:rPr lang="am-ET" sz="6000" dirty="0">
                <a:solidFill>
                  <a:srgbClr val="FF0000"/>
                </a:solidFill>
                <a:latin typeface="NotoSansEthiopic"/>
              </a:rPr>
              <a:t>፦</a:t>
            </a:r>
            <a:r>
              <a:rPr lang="en-US" sz="6000" dirty="0">
                <a:solidFill>
                  <a:srgbClr val="FF0000"/>
                </a:solidFill>
                <a:latin typeface="NotoSansEthiopic"/>
              </a:rPr>
              <a:t> </a:t>
            </a:r>
            <a:r>
              <a:rPr lang="en-US" sz="6000" dirty="0" err="1">
                <a:latin typeface="NotoSansEthiopic"/>
              </a:rPr>
              <a:t>እግዚአብሔር</a:t>
            </a:r>
            <a:r>
              <a:rPr lang="en-US" sz="6000" dirty="0">
                <a:latin typeface="NotoSansEthiopic"/>
              </a:rPr>
              <a:t> </a:t>
            </a:r>
            <a:r>
              <a:rPr lang="en-US" sz="6000" dirty="0" err="1">
                <a:latin typeface="NotoSansEthiopic"/>
              </a:rPr>
              <a:t>ልመናችንን</a:t>
            </a:r>
            <a:r>
              <a:rPr lang="en-US" sz="6000" dirty="0">
                <a:latin typeface="NotoSansEthiopic"/>
              </a:rPr>
              <a:t> </a:t>
            </a:r>
            <a:r>
              <a:rPr lang="en-US" sz="6000" dirty="0" err="1">
                <a:latin typeface="NotoSansEthiopic"/>
              </a:rPr>
              <a:t>በሕይወት</a:t>
            </a:r>
            <a:r>
              <a:rPr lang="en-US" sz="6000" dirty="0">
                <a:latin typeface="NotoSansEthiopic"/>
              </a:rPr>
              <a:t> </a:t>
            </a:r>
            <a:r>
              <a:rPr lang="en-US" sz="6000" dirty="0" err="1">
                <a:latin typeface="NotoSansEthiopic"/>
              </a:rPr>
              <a:t>መጽሐፍ</a:t>
            </a:r>
            <a:r>
              <a:rPr lang="en-US" sz="6000" dirty="0">
                <a:latin typeface="NotoSansEthiopic"/>
              </a:rPr>
              <a:t> </a:t>
            </a:r>
            <a:r>
              <a:rPr lang="en-US" sz="6000" dirty="0" err="1">
                <a:latin typeface="NotoSansEthiopic"/>
              </a:rPr>
              <a:t>እንዲጽፍልን</a:t>
            </a:r>
            <a:r>
              <a:rPr lang="en-US" sz="6000" dirty="0">
                <a:latin typeface="NotoSansEthiopic"/>
              </a:rPr>
              <a:t> </a:t>
            </a:r>
            <a:r>
              <a:rPr lang="en-US" sz="6000" dirty="0" err="1">
                <a:latin typeface="NotoSansEthiopic"/>
              </a:rPr>
              <a:t>ዘለዓለማዊ</a:t>
            </a:r>
            <a:r>
              <a:rPr lang="en-US" sz="6000" dirty="0">
                <a:latin typeface="NotoSansEthiopic"/>
              </a:rPr>
              <a:t> </a:t>
            </a:r>
            <a:r>
              <a:rPr lang="en-US" sz="6000" dirty="0" err="1">
                <a:latin typeface="NotoSansEthiopic"/>
              </a:rPr>
              <a:t>አምላካችን</a:t>
            </a:r>
            <a:r>
              <a:rPr lang="en-US" sz="6000" dirty="0">
                <a:latin typeface="NotoSansEthiopic"/>
              </a:rPr>
              <a:t> </a:t>
            </a:r>
            <a:r>
              <a:rPr lang="en-US" sz="6000" dirty="0" err="1">
                <a:latin typeface="NotoSansEthiopic"/>
              </a:rPr>
              <a:t>በቅዱሳን</a:t>
            </a:r>
            <a:r>
              <a:rPr lang="en-US" sz="6000" dirty="0">
                <a:latin typeface="NotoSansEthiopic"/>
              </a:rPr>
              <a:t> </a:t>
            </a:r>
            <a:r>
              <a:rPr lang="en-US" sz="6000" dirty="0" err="1">
                <a:latin typeface="NotoSansEthiopic"/>
              </a:rPr>
              <a:t>ማረፊያ</a:t>
            </a:r>
            <a:r>
              <a:rPr lang="en-US" sz="6000" dirty="0">
                <a:latin typeface="NotoSansEthiopic"/>
              </a:rPr>
              <a:t> </a:t>
            </a:r>
            <a:r>
              <a:rPr lang="en-US" sz="6000" dirty="0" err="1">
                <a:latin typeface="NotoSansEthiopic"/>
              </a:rPr>
              <a:t>በብርሃኑ</a:t>
            </a:r>
            <a:r>
              <a:rPr lang="en-US" sz="6000" dirty="0">
                <a:latin typeface="NotoSansEthiopic"/>
              </a:rPr>
              <a:t> </a:t>
            </a:r>
            <a:r>
              <a:rPr lang="en-US" sz="6000" dirty="0" err="1">
                <a:latin typeface="NotoSansEthiopic"/>
              </a:rPr>
              <a:t>እንዲያስታውሰን</a:t>
            </a:r>
            <a:r>
              <a:rPr lang="en-US" sz="6000" dirty="0">
                <a:latin typeface="NotoSansEthiopic"/>
              </a:rPr>
              <a:t> </a:t>
            </a:r>
            <a:r>
              <a:rPr lang="en-US" sz="6000" dirty="0" err="1">
                <a:latin typeface="NotoSansEthiopic"/>
              </a:rPr>
              <a:t>እንለምናለን</a:t>
            </a:r>
            <a:r>
              <a:rPr lang="en-US" sz="6000" dirty="0">
                <a:latin typeface="NotoSansEthiopic"/>
              </a:rPr>
              <a:t>። </a:t>
            </a:r>
            <a:r>
              <a:rPr lang="en-US" sz="6000" dirty="0" err="1">
                <a:latin typeface="NotoSansEthiopic"/>
              </a:rPr>
              <a:t>በጊዜው</a:t>
            </a:r>
            <a:r>
              <a:rPr lang="en-US" sz="6000" dirty="0">
                <a:latin typeface="NotoSansEthiopic"/>
              </a:rPr>
              <a:t> </a:t>
            </a:r>
            <a:r>
              <a:rPr lang="en-US" sz="6000" dirty="0" err="1">
                <a:latin typeface="NotoSansEthiopic"/>
              </a:rPr>
              <a:t>ለቅዳሴ</a:t>
            </a:r>
            <a:r>
              <a:rPr lang="en-US" sz="6000" dirty="0">
                <a:latin typeface="NotoSansEthiopic"/>
              </a:rPr>
              <a:t> </a:t>
            </a:r>
            <a:r>
              <a:rPr lang="en-US" sz="6000" dirty="0" err="1">
                <a:latin typeface="NotoSansEthiopic"/>
              </a:rPr>
              <a:t>ላልደረሱት</a:t>
            </a:r>
            <a:r>
              <a:rPr lang="en-US" sz="6000" dirty="0">
                <a:latin typeface="NotoSansEthiopic"/>
              </a:rPr>
              <a:t> </a:t>
            </a:r>
            <a:r>
              <a:rPr lang="en-US" sz="6000" dirty="0" err="1">
                <a:latin typeface="NotoSansEthiopic"/>
              </a:rPr>
              <a:t>አባቶቻችን</a:t>
            </a:r>
            <a:r>
              <a:rPr lang="en-US" sz="6000" dirty="0">
                <a:latin typeface="NotoSansEthiopic"/>
              </a:rPr>
              <a:t> </a:t>
            </a:r>
            <a:r>
              <a:rPr lang="en-US" sz="6000" dirty="0" err="1">
                <a:latin typeface="NotoSansEthiopic"/>
              </a:rPr>
              <a:t>እናቶቻችን</a:t>
            </a:r>
            <a:r>
              <a:rPr lang="en-US" sz="6000" dirty="0">
                <a:latin typeface="NotoSansEthiopic"/>
              </a:rPr>
              <a:t> </a:t>
            </a:r>
            <a:r>
              <a:rPr lang="en-US" sz="6000" dirty="0" err="1">
                <a:latin typeface="NotoSansEthiopic"/>
              </a:rPr>
              <a:t>ወንድሞቻችን</a:t>
            </a:r>
            <a:r>
              <a:rPr lang="en-US" sz="6000" dirty="0">
                <a:latin typeface="NotoSansEthiopic"/>
              </a:rPr>
              <a:t> </a:t>
            </a:r>
            <a:r>
              <a:rPr lang="en-US" sz="6000" dirty="0" err="1">
                <a:latin typeface="NotoSansEthiopic"/>
              </a:rPr>
              <a:t>እኅቶቻችን</a:t>
            </a:r>
            <a:r>
              <a:rPr lang="en-US" sz="6000" dirty="0">
                <a:latin typeface="NotoSansEthiopic"/>
              </a:rPr>
              <a:t> </a:t>
            </a:r>
            <a:r>
              <a:rPr lang="en-US" sz="6000" dirty="0" err="1">
                <a:latin typeface="NotoSansEthiopic"/>
              </a:rPr>
              <a:t>እግዚአብሔር</a:t>
            </a:r>
            <a:endParaRPr lang="en-US" sz="6000" dirty="0">
              <a:latin typeface="NotoSansEthiopic"/>
            </a:endParaRPr>
          </a:p>
        </p:txBody>
      </p:sp>
    </p:spTree>
    <p:extLst>
      <p:ext uri="{BB962C8B-B14F-4D97-AF65-F5344CB8AC3E}">
        <p14:creationId xmlns:p14="http://schemas.microsoft.com/office/powerpoint/2010/main" val="2847354089"/>
      </p:ext>
    </p:extLst>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39CE4A70-EF08-4C5C-B45A-9F1A61662266}"/>
              </a:ext>
            </a:extLst>
          </p:cNvPr>
          <p:cNvSpPr>
            <a:spLocks noGrp="1"/>
          </p:cNvSpPr>
          <p:nvPr>
            <p:ph idx="1"/>
          </p:nvPr>
        </p:nvSpPr>
        <p:spPr>
          <a:xfrm>
            <a:off x="136478" y="95535"/>
            <a:ext cx="11832609" cy="6660108"/>
          </a:xfrm>
        </p:spPr>
        <p:txBody>
          <a:bodyPr>
            <a:normAutofit/>
          </a:bodyPr>
          <a:lstStyle/>
          <a:p>
            <a:pPr marL="0" indent="0" algn="ctr">
              <a:lnSpc>
                <a:spcPct val="120000"/>
              </a:lnSpc>
              <a:buNone/>
            </a:pPr>
            <a:r>
              <a:rPr lang="en-US" sz="6000" dirty="0" err="1">
                <a:latin typeface="NotoSansEthiopic"/>
              </a:rPr>
              <a:t>ትጋትንና</a:t>
            </a:r>
            <a:r>
              <a:rPr lang="en-US" sz="6000" dirty="0">
                <a:latin typeface="NotoSansEthiopic"/>
              </a:rPr>
              <a:t> </a:t>
            </a:r>
            <a:r>
              <a:rPr lang="en-US" sz="6000" dirty="0" err="1">
                <a:latin typeface="NotoSansEthiopic"/>
              </a:rPr>
              <a:t>በሁሉም</a:t>
            </a:r>
            <a:r>
              <a:rPr lang="en-US" sz="6000" dirty="0">
                <a:latin typeface="NotoSansEthiopic"/>
              </a:rPr>
              <a:t> </a:t>
            </a:r>
            <a:r>
              <a:rPr lang="en-US" sz="6000" dirty="0" err="1">
                <a:latin typeface="NotoSansEthiopic"/>
              </a:rPr>
              <a:t>ንቃትን</a:t>
            </a:r>
            <a:r>
              <a:rPr lang="en-US" sz="6000" dirty="0">
                <a:latin typeface="NotoSansEthiopic"/>
              </a:rPr>
              <a:t> </a:t>
            </a:r>
            <a:r>
              <a:rPr lang="en-US" sz="6000" dirty="0" err="1">
                <a:latin typeface="NotoSansEthiopic"/>
              </a:rPr>
              <a:t>ይሰጣቸው</a:t>
            </a:r>
            <a:r>
              <a:rPr lang="en-US" sz="6000" dirty="0">
                <a:latin typeface="NotoSansEthiopic"/>
              </a:rPr>
              <a:t> </a:t>
            </a:r>
            <a:r>
              <a:rPr lang="en-US" sz="6000" dirty="0" err="1">
                <a:latin typeface="NotoSansEthiopic"/>
              </a:rPr>
              <a:t>ዘንድ</a:t>
            </a:r>
            <a:r>
              <a:rPr lang="en-US" sz="6000" dirty="0">
                <a:latin typeface="NotoSansEthiopic"/>
              </a:rPr>
              <a:t> </a:t>
            </a:r>
            <a:r>
              <a:rPr lang="en-US" sz="6000" dirty="0" err="1">
                <a:latin typeface="NotoSansEthiopic"/>
              </a:rPr>
              <a:t>የዚህን</a:t>
            </a:r>
            <a:r>
              <a:rPr lang="en-US" sz="6000" dirty="0">
                <a:latin typeface="NotoSansEthiopic"/>
              </a:rPr>
              <a:t> </a:t>
            </a:r>
            <a:r>
              <a:rPr lang="en-US" sz="6000" dirty="0" err="1">
                <a:latin typeface="NotoSansEthiopic"/>
              </a:rPr>
              <a:t>ዓለም</a:t>
            </a:r>
            <a:r>
              <a:rPr lang="en-US" sz="6000" dirty="0">
                <a:latin typeface="NotoSansEthiopic"/>
              </a:rPr>
              <a:t> </a:t>
            </a:r>
            <a:r>
              <a:rPr lang="en-US" sz="6000" dirty="0" err="1">
                <a:latin typeface="NotoSansEthiopic"/>
              </a:rPr>
              <a:t>ማሠሪያ</a:t>
            </a:r>
            <a:r>
              <a:rPr lang="en-US" sz="6000" dirty="0">
                <a:latin typeface="NotoSansEthiopic"/>
              </a:rPr>
              <a:t> </a:t>
            </a:r>
            <a:r>
              <a:rPr lang="en-US" sz="6000" dirty="0" err="1">
                <a:latin typeface="NotoSansEthiopic"/>
              </a:rPr>
              <a:t>ከእነርሱ</a:t>
            </a:r>
            <a:r>
              <a:rPr lang="en-US" sz="6000" dirty="0">
                <a:latin typeface="NotoSansEthiopic"/>
              </a:rPr>
              <a:t> </a:t>
            </a:r>
            <a:r>
              <a:rPr lang="en-US" sz="6000" dirty="0" err="1">
                <a:latin typeface="NotoSansEthiopic"/>
              </a:rPr>
              <a:t>ያስወግድላቸው</a:t>
            </a:r>
            <a:r>
              <a:rPr lang="en-US" sz="6000" dirty="0">
                <a:latin typeface="NotoSansEthiopic"/>
              </a:rPr>
              <a:t> </a:t>
            </a:r>
            <a:r>
              <a:rPr lang="en-US" sz="6000" dirty="0" err="1">
                <a:latin typeface="NotoSansEthiopic"/>
              </a:rPr>
              <a:t>ዘንድ</a:t>
            </a:r>
            <a:r>
              <a:rPr lang="en-US" sz="6000" dirty="0">
                <a:latin typeface="NotoSansEthiopic"/>
              </a:rPr>
              <a:t> </a:t>
            </a:r>
            <a:r>
              <a:rPr lang="en-US" sz="6000" dirty="0" err="1">
                <a:latin typeface="NotoSansEthiopic"/>
              </a:rPr>
              <a:t>ነፃነትንና</a:t>
            </a:r>
            <a:r>
              <a:rPr lang="en-US" sz="6000" dirty="0">
                <a:latin typeface="NotoSansEthiopic"/>
              </a:rPr>
              <a:t> </a:t>
            </a:r>
            <a:r>
              <a:rPr lang="en-US" sz="6000" dirty="0" err="1">
                <a:latin typeface="NotoSansEthiopic"/>
              </a:rPr>
              <a:t>ፍቅርን</a:t>
            </a:r>
            <a:r>
              <a:rPr lang="en-US" sz="6000" dirty="0">
                <a:latin typeface="NotoSansEthiopic"/>
              </a:rPr>
              <a:t> </a:t>
            </a:r>
            <a:r>
              <a:rPr lang="en-US" sz="6000" dirty="0" err="1">
                <a:latin typeface="NotoSansEthiopic"/>
              </a:rPr>
              <a:t>እምነትንና</a:t>
            </a:r>
            <a:r>
              <a:rPr lang="en-US" sz="6000" dirty="0">
                <a:latin typeface="NotoSansEthiopic"/>
              </a:rPr>
              <a:t> </a:t>
            </a:r>
            <a:r>
              <a:rPr lang="en-US" sz="6000" dirty="0" err="1">
                <a:latin typeface="NotoSansEthiopic"/>
              </a:rPr>
              <a:t>መልካም</a:t>
            </a:r>
            <a:r>
              <a:rPr lang="en-US" sz="6000" dirty="0">
                <a:latin typeface="NotoSansEthiopic"/>
              </a:rPr>
              <a:t> </a:t>
            </a:r>
            <a:r>
              <a:rPr lang="en-US" sz="6000" dirty="0" err="1">
                <a:latin typeface="NotoSansEthiopic"/>
              </a:rPr>
              <a:t>ተስፋን</a:t>
            </a:r>
            <a:r>
              <a:rPr lang="en-US" sz="6000" dirty="0">
                <a:latin typeface="NotoSansEthiopic"/>
              </a:rPr>
              <a:t> </a:t>
            </a:r>
            <a:r>
              <a:rPr lang="en-US" sz="6000" dirty="0" err="1">
                <a:latin typeface="NotoSansEthiopic"/>
              </a:rPr>
              <a:t>ይሰጣቸው</a:t>
            </a:r>
            <a:r>
              <a:rPr lang="en-US" sz="6000" dirty="0">
                <a:latin typeface="NotoSansEthiopic"/>
              </a:rPr>
              <a:t> </a:t>
            </a:r>
            <a:r>
              <a:rPr lang="en-US" sz="6000" dirty="0" err="1">
                <a:latin typeface="NotoSansEthiopic"/>
              </a:rPr>
              <a:t>ዘንድ</a:t>
            </a:r>
            <a:r>
              <a:rPr lang="en-US" sz="6000" dirty="0">
                <a:latin typeface="NotoSansEthiopic"/>
              </a:rPr>
              <a:t> </a:t>
            </a:r>
            <a:r>
              <a:rPr lang="en-US" sz="6000" dirty="0" err="1">
                <a:latin typeface="NotoSansEthiopic"/>
              </a:rPr>
              <a:t>ስለ</a:t>
            </a:r>
            <a:r>
              <a:rPr lang="en-US" sz="6000" dirty="0">
                <a:latin typeface="NotoSansEthiopic"/>
              </a:rPr>
              <a:t> </a:t>
            </a:r>
            <a:r>
              <a:rPr lang="en-US" sz="6000" dirty="0" err="1">
                <a:latin typeface="NotoSansEthiopic"/>
              </a:rPr>
              <a:t>ሕያው</a:t>
            </a:r>
            <a:r>
              <a:rPr lang="en-US" sz="6000" dirty="0">
                <a:latin typeface="NotoSansEthiopic"/>
              </a:rPr>
              <a:t> </a:t>
            </a:r>
            <a:r>
              <a:rPr lang="en-US" sz="6000" dirty="0" err="1">
                <a:latin typeface="NotoSansEthiopic"/>
              </a:rPr>
              <a:t>እግዚአብሔር</a:t>
            </a:r>
            <a:r>
              <a:rPr lang="en-US" sz="6000" dirty="0">
                <a:latin typeface="NotoSansEthiopic"/>
              </a:rPr>
              <a:t> </a:t>
            </a:r>
            <a:r>
              <a:rPr lang="en-US" sz="6000" dirty="0" err="1">
                <a:latin typeface="NotoSansEthiopic"/>
              </a:rPr>
              <a:t>ልጅ</a:t>
            </a:r>
            <a:r>
              <a:rPr lang="en-US" sz="6000" dirty="0">
                <a:latin typeface="NotoSansEthiopic"/>
              </a:rPr>
              <a:t> </a:t>
            </a:r>
            <a:r>
              <a:rPr lang="en-US" sz="6000" dirty="0" err="1">
                <a:latin typeface="NotoSansEthiopic"/>
              </a:rPr>
              <a:t>ሥጋና</a:t>
            </a:r>
            <a:r>
              <a:rPr lang="en-US" sz="6000" dirty="0">
                <a:latin typeface="NotoSansEthiopic"/>
              </a:rPr>
              <a:t> </a:t>
            </a:r>
            <a:r>
              <a:rPr lang="en-US" sz="6000" dirty="0" err="1">
                <a:latin typeface="NotoSansEthiopic"/>
              </a:rPr>
              <a:t>ደም</a:t>
            </a:r>
            <a:r>
              <a:rPr lang="en-US" sz="6000" dirty="0">
                <a:latin typeface="NotoSansEthiopic"/>
              </a:rPr>
              <a:t> </a:t>
            </a:r>
            <a:r>
              <a:rPr lang="en-US" sz="6000" dirty="0" err="1">
                <a:latin typeface="NotoSansEthiopic"/>
              </a:rPr>
              <a:t>እንማልዳለን</a:t>
            </a:r>
            <a:r>
              <a:rPr lang="en-US" sz="6000" dirty="0">
                <a:latin typeface="NotoSansEthiopic"/>
              </a:rPr>
              <a:t>። </a:t>
            </a:r>
            <a:r>
              <a:rPr lang="en-US" sz="6000" dirty="0" err="1">
                <a:latin typeface="NotoSansEthiopic"/>
              </a:rPr>
              <a:t>አሜን</a:t>
            </a:r>
            <a:r>
              <a:rPr lang="en-US" sz="6000" dirty="0">
                <a:latin typeface="NotoSansEthiopic"/>
              </a:rPr>
              <a:t> </a:t>
            </a:r>
            <a:r>
              <a:rPr lang="en-US" sz="6000" dirty="0" err="1">
                <a:latin typeface="NotoSansEthiopic"/>
              </a:rPr>
              <a:t>አሜን</a:t>
            </a:r>
            <a:r>
              <a:rPr lang="en-US" sz="6000" dirty="0">
                <a:latin typeface="NotoSansEthiopic"/>
              </a:rPr>
              <a:t>።</a:t>
            </a:r>
          </a:p>
        </p:txBody>
      </p:sp>
    </p:spTree>
    <p:extLst>
      <p:ext uri="{BB962C8B-B14F-4D97-AF65-F5344CB8AC3E}">
        <p14:creationId xmlns:p14="http://schemas.microsoft.com/office/powerpoint/2010/main" val="948596455"/>
      </p:ext>
    </p:extLst>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39CE4A70-EF08-4C5C-B45A-9F1A61662266}"/>
              </a:ext>
            </a:extLst>
          </p:cNvPr>
          <p:cNvSpPr>
            <a:spLocks noGrp="1"/>
          </p:cNvSpPr>
          <p:nvPr>
            <p:ph idx="1"/>
          </p:nvPr>
        </p:nvSpPr>
        <p:spPr>
          <a:xfrm>
            <a:off x="136478" y="95535"/>
            <a:ext cx="11832609" cy="6660108"/>
          </a:xfrm>
        </p:spPr>
        <p:txBody>
          <a:bodyPr>
            <a:normAutofit lnSpcReduction="10000"/>
          </a:bodyPr>
          <a:lstStyle/>
          <a:p>
            <a:pPr marL="0" indent="0" algn="ctr">
              <a:lnSpc>
                <a:spcPct val="120000"/>
              </a:lnSpc>
              <a:buNone/>
            </a:pPr>
            <a:r>
              <a:rPr lang="am-ET" sz="7200" dirty="0">
                <a:solidFill>
                  <a:srgbClr val="FF0000"/>
                </a:solidFill>
                <a:latin typeface="NotoSansEthiopic"/>
              </a:rPr>
              <a:t>ይ፡ዲ፦</a:t>
            </a:r>
            <a:r>
              <a:rPr lang="en-US" sz="7200" dirty="0" err="1">
                <a:latin typeface="NotoSansEthiopic"/>
              </a:rPr>
              <a:t>አድንኑ</a:t>
            </a:r>
            <a:r>
              <a:rPr lang="en-US" sz="7200" dirty="0">
                <a:latin typeface="NotoSansEthiopic"/>
              </a:rPr>
              <a:t> </a:t>
            </a:r>
            <a:r>
              <a:rPr lang="en-US" sz="7200" dirty="0" err="1">
                <a:latin typeface="NotoSansEthiopic"/>
              </a:rPr>
              <a:t>አርእስቲክሙ</a:t>
            </a:r>
            <a:r>
              <a:rPr lang="en-US" sz="7200" dirty="0">
                <a:latin typeface="NotoSansEthiopic"/>
              </a:rPr>
              <a:t> </a:t>
            </a:r>
            <a:r>
              <a:rPr lang="en-US" sz="7200" dirty="0" err="1">
                <a:latin typeface="NotoSansEthiopic"/>
              </a:rPr>
              <a:t>ኅበ</a:t>
            </a:r>
            <a:r>
              <a:rPr lang="en-US" sz="7200" dirty="0">
                <a:latin typeface="NotoSansEthiopic"/>
              </a:rPr>
              <a:t> </a:t>
            </a:r>
            <a:r>
              <a:rPr lang="en-US" sz="7200" dirty="0" err="1">
                <a:latin typeface="NotoSansEthiopic"/>
              </a:rPr>
              <a:t>እግዚአብሔር</a:t>
            </a:r>
            <a:r>
              <a:rPr lang="en-US" sz="7200" dirty="0">
                <a:latin typeface="NotoSansEthiopic"/>
              </a:rPr>
              <a:t> </a:t>
            </a:r>
            <a:r>
              <a:rPr lang="en-US" sz="7200" dirty="0" err="1">
                <a:latin typeface="NotoSansEthiopic"/>
              </a:rPr>
              <a:t>አምላክነ</a:t>
            </a:r>
            <a:r>
              <a:rPr lang="en-US" sz="7200" dirty="0">
                <a:latin typeface="NotoSansEthiopic"/>
              </a:rPr>
              <a:t> </a:t>
            </a:r>
            <a:r>
              <a:rPr lang="en-US" sz="7200" dirty="0" err="1">
                <a:latin typeface="NotoSansEthiopic"/>
              </a:rPr>
              <a:t>በእደ</a:t>
            </a:r>
            <a:r>
              <a:rPr lang="en-US" sz="7200" dirty="0">
                <a:latin typeface="NotoSansEthiopic"/>
              </a:rPr>
              <a:t> </a:t>
            </a:r>
            <a:r>
              <a:rPr lang="en-US" sz="7200" dirty="0" err="1">
                <a:latin typeface="NotoSansEthiopic"/>
              </a:rPr>
              <a:t>ገብሩ</a:t>
            </a:r>
            <a:r>
              <a:rPr lang="en-US" sz="7200" dirty="0">
                <a:latin typeface="NotoSansEthiopic"/>
              </a:rPr>
              <a:t> </a:t>
            </a:r>
            <a:r>
              <a:rPr lang="en-US" sz="7200" dirty="0" err="1">
                <a:latin typeface="NotoSansEthiopic"/>
              </a:rPr>
              <a:t>ካህን</a:t>
            </a:r>
            <a:r>
              <a:rPr lang="en-US" sz="7200" dirty="0">
                <a:latin typeface="NotoSansEthiopic"/>
              </a:rPr>
              <a:t> </a:t>
            </a:r>
            <a:r>
              <a:rPr lang="en-US" sz="7200" dirty="0" err="1">
                <a:latin typeface="NotoSansEthiopic"/>
              </a:rPr>
              <a:t>ከመ</a:t>
            </a:r>
            <a:r>
              <a:rPr lang="en-US" sz="7200" dirty="0">
                <a:latin typeface="NotoSansEthiopic"/>
              </a:rPr>
              <a:t> </a:t>
            </a:r>
            <a:r>
              <a:rPr lang="en-US" sz="7200" dirty="0" err="1">
                <a:latin typeface="NotoSansEthiopic"/>
              </a:rPr>
              <a:t>ይባርክሙ</a:t>
            </a:r>
            <a:r>
              <a:rPr lang="am-ET" sz="7200" dirty="0">
                <a:latin typeface="NotoSansEthiopic"/>
              </a:rPr>
              <a:t>።</a:t>
            </a:r>
            <a:endParaRPr lang="en-US" sz="7200" dirty="0">
              <a:latin typeface="NotoSansEthiopic"/>
            </a:endParaRPr>
          </a:p>
          <a:p>
            <a:pPr marL="0" indent="0" algn="ctr">
              <a:lnSpc>
                <a:spcPct val="120000"/>
              </a:lnSpc>
              <a:buNone/>
            </a:pPr>
            <a:r>
              <a:rPr lang="en-US" sz="7200" dirty="0" err="1">
                <a:solidFill>
                  <a:srgbClr val="FF0000"/>
                </a:solidFill>
                <a:latin typeface="NotoSansEthiopic"/>
              </a:rPr>
              <a:t>ይ፡ሕ</a:t>
            </a:r>
            <a:r>
              <a:rPr lang="en-US" sz="7200" dirty="0">
                <a:solidFill>
                  <a:srgbClr val="FF0000"/>
                </a:solidFill>
                <a:latin typeface="NotoSansEthiopic"/>
              </a:rPr>
              <a:t>፦ </a:t>
            </a:r>
            <a:r>
              <a:rPr lang="en-US" sz="7200" dirty="0" err="1">
                <a:latin typeface="NotoSansEthiopic"/>
              </a:rPr>
              <a:t>አሜን</a:t>
            </a:r>
            <a:r>
              <a:rPr lang="en-US" sz="7200" dirty="0">
                <a:latin typeface="NotoSansEthiopic"/>
              </a:rPr>
              <a:t> </a:t>
            </a:r>
            <a:r>
              <a:rPr lang="en-US" sz="7200" dirty="0" err="1">
                <a:latin typeface="NotoSansEthiopic"/>
              </a:rPr>
              <a:t>እግዚአብሔር</a:t>
            </a:r>
            <a:r>
              <a:rPr lang="en-US" sz="7200" dirty="0">
                <a:latin typeface="NotoSansEthiopic"/>
              </a:rPr>
              <a:t> </a:t>
            </a:r>
            <a:r>
              <a:rPr lang="en-US" sz="7200" dirty="0" err="1">
                <a:latin typeface="NotoSansEthiopic"/>
              </a:rPr>
              <a:t>ይባርከነ</a:t>
            </a:r>
            <a:r>
              <a:rPr lang="en-US" sz="7200" dirty="0">
                <a:latin typeface="NotoSansEthiopic"/>
              </a:rPr>
              <a:t> </a:t>
            </a:r>
            <a:r>
              <a:rPr lang="en-US" sz="7200" dirty="0" err="1">
                <a:latin typeface="NotoSansEthiopic"/>
              </a:rPr>
              <a:t>ወይሣሀለነ</a:t>
            </a:r>
            <a:r>
              <a:rPr lang="en-US" sz="7200" dirty="0">
                <a:latin typeface="NotoSansEthiopic"/>
              </a:rPr>
              <a:t>።</a:t>
            </a:r>
          </a:p>
        </p:txBody>
      </p:sp>
    </p:spTree>
    <p:extLst>
      <p:ext uri="{BB962C8B-B14F-4D97-AF65-F5344CB8AC3E}">
        <p14:creationId xmlns:p14="http://schemas.microsoft.com/office/powerpoint/2010/main" val="1347123856"/>
      </p:ext>
    </p:extLst>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39CE4A70-EF08-4C5C-B45A-9F1A61662266}"/>
              </a:ext>
            </a:extLst>
          </p:cNvPr>
          <p:cNvSpPr>
            <a:spLocks noGrp="1"/>
          </p:cNvSpPr>
          <p:nvPr>
            <p:ph idx="1"/>
          </p:nvPr>
        </p:nvSpPr>
        <p:spPr>
          <a:xfrm>
            <a:off x="0" y="0"/>
            <a:ext cx="12192000" cy="6858000"/>
          </a:xfrm>
        </p:spPr>
        <p:txBody>
          <a:bodyPr>
            <a:noAutofit/>
          </a:bodyPr>
          <a:lstStyle/>
          <a:p>
            <a:pPr marL="0" indent="0" algn="ctr">
              <a:lnSpc>
                <a:spcPct val="120000"/>
              </a:lnSpc>
              <a:buNone/>
            </a:pPr>
            <a:r>
              <a:rPr lang="am-ET" sz="5400" b="1" dirty="0">
                <a:latin typeface="NotoSansEthiopic"/>
              </a:rPr>
              <a:t>ይ፡</a:t>
            </a:r>
            <a:r>
              <a:rPr lang="en-US" sz="5400" b="1" dirty="0">
                <a:latin typeface="NotoSansEthiopic"/>
              </a:rPr>
              <a:t>ሕ</a:t>
            </a:r>
            <a:r>
              <a:rPr lang="am-ET" sz="5400" b="1" dirty="0">
                <a:latin typeface="NotoSansEthiopic"/>
              </a:rPr>
              <a:t>፦</a:t>
            </a:r>
            <a:r>
              <a:rPr lang="en-US" sz="5400" b="1" dirty="0">
                <a:latin typeface="NotoSansEthiopic"/>
              </a:rPr>
              <a:t> </a:t>
            </a:r>
            <a:r>
              <a:rPr lang="en-US" sz="5400" b="1" dirty="0" err="1">
                <a:latin typeface="NotoSansEthiopic"/>
              </a:rPr>
              <a:t>አሜን</a:t>
            </a:r>
            <a:r>
              <a:rPr lang="en-US" sz="5400" b="1" dirty="0">
                <a:latin typeface="NotoSansEthiopic"/>
              </a:rPr>
              <a:t> </a:t>
            </a:r>
            <a:r>
              <a:rPr lang="en-US" sz="5400" b="1" dirty="0" err="1">
                <a:latin typeface="NotoSansEthiopic"/>
              </a:rPr>
              <a:t>እግዚአብሔር</a:t>
            </a:r>
            <a:r>
              <a:rPr lang="en-US" sz="5400" b="1" dirty="0">
                <a:latin typeface="NotoSansEthiopic"/>
              </a:rPr>
              <a:t> </a:t>
            </a:r>
            <a:r>
              <a:rPr lang="en-US" sz="5400" b="1" dirty="0" err="1">
                <a:latin typeface="NotoSansEthiopic"/>
              </a:rPr>
              <a:t>እኛን</a:t>
            </a:r>
            <a:r>
              <a:rPr lang="en-US" sz="5400" b="1" dirty="0">
                <a:latin typeface="NotoSansEthiopic"/>
              </a:rPr>
              <a:t> </a:t>
            </a:r>
            <a:r>
              <a:rPr lang="en-US" sz="5400" b="1" dirty="0" err="1">
                <a:latin typeface="NotoSansEthiopic"/>
              </a:rPr>
              <a:t>አገልጋዮቹን</a:t>
            </a:r>
            <a:r>
              <a:rPr lang="en-US" sz="5400" b="1" dirty="0">
                <a:latin typeface="NotoSansEthiopic"/>
              </a:rPr>
              <a:t> </a:t>
            </a:r>
            <a:r>
              <a:rPr lang="en-US" sz="5400" b="1" dirty="0" err="1">
                <a:latin typeface="NotoSansEthiopic"/>
              </a:rPr>
              <a:t>በሰላም</a:t>
            </a:r>
            <a:r>
              <a:rPr lang="en-US" sz="5400" b="1" dirty="0">
                <a:latin typeface="NotoSansEthiopic"/>
              </a:rPr>
              <a:t> </a:t>
            </a:r>
            <a:r>
              <a:rPr lang="en-US" sz="5400" b="1" dirty="0" err="1">
                <a:latin typeface="NotoSansEthiopic"/>
              </a:rPr>
              <a:t>ይባርከን</a:t>
            </a:r>
            <a:r>
              <a:rPr lang="en-US" sz="5400" b="1" dirty="0">
                <a:latin typeface="NotoSansEthiopic"/>
              </a:rPr>
              <a:t>። </a:t>
            </a:r>
            <a:r>
              <a:rPr lang="en-US" sz="5400" b="1" dirty="0" err="1">
                <a:latin typeface="NotoSansEthiopic"/>
              </a:rPr>
              <a:t>ቅዱስ</a:t>
            </a:r>
            <a:r>
              <a:rPr lang="en-US" sz="5400" b="1" dirty="0">
                <a:latin typeface="NotoSansEthiopic"/>
              </a:rPr>
              <a:t> </a:t>
            </a:r>
            <a:r>
              <a:rPr lang="en-US" sz="5400" b="1" dirty="0" err="1">
                <a:latin typeface="NotoSansEthiopic"/>
              </a:rPr>
              <a:t>ሥጋህንና</a:t>
            </a:r>
            <a:r>
              <a:rPr lang="en-US" sz="5400" b="1" dirty="0">
                <a:latin typeface="NotoSansEthiopic"/>
              </a:rPr>
              <a:t> </a:t>
            </a:r>
            <a:r>
              <a:rPr lang="en-US" sz="5400" b="1" dirty="0" err="1">
                <a:latin typeface="NotoSansEthiopic"/>
              </a:rPr>
              <a:t>ክቡር</a:t>
            </a:r>
            <a:r>
              <a:rPr lang="en-US" sz="5400" b="1" dirty="0">
                <a:latin typeface="NotoSansEthiopic"/>
              </a:rPr>
              <a:t> </a:t>
            </a:r>
            <a:r>
              <a:rPr lang="en-US" sz="5400" b="1" dirty="0" err="1">
                <a:latin typeface="NotoSansEthiopic"/>
              </a:rPr>
              <a:t>ደምህን</a:t>
            </a:r>
            <a:r>
              <a:rPr lang="en-US" sz="5400" b="1" dirty="0">
                <a:latin typeface="NotoSansEthiopic"/>
              </a:rPr>
              <a:t> </a:t>
            </a:r>
            <a:r>
              <a:rPr lang="en-US" sz="5400" b="1" dirty="0" err="1">
                <a:latin typeface="NotoSansEthiopic"/>
              </a:rPr>
              <a:t>ለተቀበልነው</a:t>
            </a:r>
            <a:r>
              <a:rPr lang="en-US" sz="5400" b="1" dirty="0">
                <a:latin typeface="NotoSansEthiopic"/>
              </a:rPr>
              <a:t> </a:t>
            </a:r>
            <a:r>
              <a:rPr lang="en-US" sz="5400" b="1" dirty="0" err="1">
                <a:latin typeface="NotoSansEthiopic"/>
              </a:rPr>
              <a:t>ለሥርየት</a:t>
            </a:r>
            <a:r>
              <a:rPr lang="en-US" sz="5400" b="1" dirty="0">
                <a:latin typeface="NotoSansEthiopic"/>
              </a:rPr>
              <a:t> </a:t>
            </a:r>
            <a:r>
              <a:rPr lang="en-US" sz="5400" b="1" dirty="0" err="1">
                <a:latin typeface="NotoSansEthiopic"/>
              </a:rPr>
              <a:t>ይሁንልን</a:t>
            </a:r>
            <a:r>
              <a:rPr lang="en-US" sz="5400" b="1" dirty="0">
                <a:latin typeface="NotoSansEthiopic"/>
              </a:rPr>
              <a:t> </a:t>
            </a:r>
            <a:r>
              <a:rPr lang="en-US" sz="5400" b="1" dirty="0" err="1">
                <a:latin typeface="NotoSansEthiopic"/>
              </a:rPr>
              <a:t>የጠላትን</a:t>
            </a:r>
            <a:r>
              <a:rPr lang="en-US" sz="5400" b="1" dirty="0">
                <a:latin typeface="NotoSansEthiopic"/>
              </a:rPr>
              <a:t> </a:t>
            </a:r>
            <a:r>
              <a:rPr lang="en-US" sz="5400" b="1" dirty="0" err="1">
                <a:latin typeface="NotoSansEthiopic"/>
              </a:rPr>
              <a:t>ኃይል</a:t>
            </a:r>
            <a:r>
              <a:rPr lang="en-US" sz="5400" b="1" dirty="0">
                <a:latin typeface="NotoSansEthiopic"/>
              </a:rPr>
              <a:t> </a:t>
            </a:r>
            <a:r>
              <a:rPr lang="en-US" sz="5400" b="1" dirty="0" err="1">
                <a:latin typeface="NotoSansEthiopic"/>
              </a:rPr>
              <a:t>ሁሉ</a:t>
            </a:r>
            <a:r>
              <a:rPr lang="en-US" sz="5400" b="1" dirty="0">
                <a:latin typeface="NotoSansEthiopic"/>
              </a:rPr>
              <a:t> </a:t>
            </a:r>
            <a:r>
              <a:rPr lang="en-US" sz="5400" b="1" dirty="0" err="1">
                <a:latin typeface="NotoSansEthiopic"/>
              </a:rPr>
              <a:t>በመንፈስ</a:t>
            </a:r>
            <a:r>
              <a:rPr lang="en-US" sz="5400" b="1" dirty="0">
                <a:latin typeface="NotoSansEthiopic"/>
              </a:rPr>
              <a:t> </a:t>
            </a:r>
            <a:r>
              <a:rPr lang="en-US" sz="5400" b="1" dirty="0" err="1">
                <a:latin typeface="NotoSansEthiopic"/>
              </a:rPr>
              <a:t>እንድንረግጠው</a:t>
            </a:r>
            <a:r>
              <a:rPr lang="en-US" sz="5400" b="1" dirty="0">
                <a:latin typeface="NotoSansEthiopic"/>
              </a:rPr>
              <a:t> </a:t>
            </a:r>
            <a:r>
              <a:rPr lang="en-US" sz="5400" b="1" dirty="0" err="1">
                <a:latin typeface="NotoSansEthiopic"/>
              </a:rPr>
              <a:t>ሥልጣን</a:t>
            </a:r>
            <a:r>
              <a:rPr lang="en-US" sz="5400" b="1" dirty="0">
                <a:latin typeface="NotoSansEthiopic"/>
              </a:rPr>
              <a:t> </a:t>
            </a:r>
            <a:r>
              <a:rPr lang="en-US" sz="5400" b="1" dirty="0" err="1">
                <a:latin typeface="NotoSansEthiopic"/>
              </a:rPr>
              <a:t>ሰጠን</a:t>
            </a:r>
            <a:r>
              <a:rPr lang="en-US" sz="5400" b="1" dirty="0">
                <a:latin typeface="NotoSansEthiopic"/>
              </a:rPr>
              <a:t> </a:t>
            </a:r>
            <a:r>
              <a:rPr lang="en-US" sz="5400" b="1" dirty="0" err="1">
                <a:latin typeface="NotoSansEthiopic"/>
              </a:rPr>
              <a:t>ሁላችንም</a:t>
            </a:r>
            <a:r>
              <a:rPr lang="en-US" sz="5400" b="1" dirty="0">
                <a:latin typeface="NotoSansEthiopic"/>
              </a:rPr>
              <a:t> </a:t>
            </a:r>
            <a:r>
              <a:rPr lang="en-US" sz="5400" b="1" dirty="0" err="1">
                <a:latin typeface="NotoSansEthiopic"/>
              </a:rPr>
              <a:t>በምሕረትህ</a:t>
            </a:r>
            <a:r>
              <a:rPr lang="en-US" sz="5400" b="1" dirty="0">
                <a:latin typeface="NotoSansEthiopic"/>
              </a:rPr>
              <a:t> </a:t>
            </a:r>
            <a:r>
              <a:rPr lang="en-US" sz="5400" b="1" dirty="0" err="1">
                <a:latin typeface="NotoSansEthiopic"/>
              </a:rPr>
              <a:t>የተመላውና</a:t>
            </a:r>
            <a:r>
              <a:rPr lang="en-US" sz="5400" b="1" dirty="0">
                <a:latin typeface="NotoSansEthiopic"/>
              </a:rPr>
              <a:t> </a:t>
            </a:r>
            <a:r>
              <a:rPr lang="en-US" sz="5400" b="1" dirty="0" err="1">
                <a:latin typeface="NotoSansEthiopic"/>
              </a:rPr>
              <a:t>የተቀደሰ</a:t>
            </a:r>
            <a:r>
              <a:rPr lang="en-US" sz="5400" b="1" dirty="0">
                <a:latin typeface="NotoSansEthiopic"/>
              </a:rPr>
              <a:t> </a:t>
            </a:r>
            <a:r>
              <a:rPr lang="en-US" sz="5400" b="1" dirty="0" err="1">
                <a:latin typeface="NotoSansEthiopic"/>
              </a:rPr>
              <a:t>እጅህን</a:t>
            </a:r>
            <a:r>
              <a:rPr lang="en-US" sz="5400" b="1" dirty="0">
                <a:latin typeface="NotoSansEthiopic"/>
              </a:rPr>
              <a:t> </a:t>
            </a:r>
            <a:r>
              <a:rPr lang="en-US" sz="5400" b="1" dirty="0" err="1">
                <a:latin typeface="NotoSansEthiopic"/>
              </a:rPr>
              <a:t>ቡራኬ</a:t>
            </a:r>
            <a:r>
              <a:rPr lang="en-US" sz="5400" b="1" dirty="0">
                <a:latin typeface="NotoSansEthiopic"/>
              </a:rPr>
              <a:t> </a:t>
            </a:r>
            <a:r>
              <a:rPr lang="en-US" sz="5400" b="1" dirty="0" err="1">
                <a:latin typeface="NotoSansEthiopic"/>
              </a:rPr>
              <a:t>ተስፋ</a:t>
            </a:r>
            <a:r>
              <a:rPr lang="en-US" sz="5400" b="1" dirty="0">
                <a:latin typeface="NotoSansEthiopic"/>
              </a:rPr>
              <a:t> </a:t>
            </a:r>
            <a:r>
              <a:rPr lang="en-US" sz="5400" b="1" dirty="0" err="1">
                <a:latin typeface="NotoSansEthiopic"/>
              </a:rPr>
              <a:t>እናደርጋለን</a:t>
            </a:r>
            <a:r>
              <a:rPr lang="en-US" sz="5400" b="1" dirty="0">
                <a:latin typeface="NotoSansEthiopic"/>
              </a:rPr>
              <a:t> </a:t>
            </a:r>
            <a:r>
              <a:rPr lang="en-US" sz="5400" b="1" dirty="0" err="1">
                <a:latin typeface="NotoSansEthiopic"/>
              </a:rPr>
              <a:t>ከክፉ</a:t>
            </a:r>
            <a:r>
              <a:rPr lang="en-US" sz="5400" b="1" dirty="0">
                <a:latin typeface="NotoSansEthiopic"/>
              </a:rPr>
              <a:t> </a:t>
            </a:r>
            <a:r>
              <a:rPr lang="en-US" sz="5400" b="1" dirty="0" err="1">
                <a:latin typeface="NotoSansEthiopic"/>
              </a:rPr>
              <a:t>ሥራ</a:t>
            </a:r>
            <a:r>
              <a:rPr lang="en-US" sz="5400" b="1" dirty="0">
                <a:latin typeface="NotoSansEthiopic"/>
              </a:rPr>
              <a:t> </a:t>
            </a:r>
            <a:r>
              <a:rPr lang="en-US" sz="5400" b="1" dirty="0" err="1">
                <a:latin typeface="NotoSansEthiopic"/>
              </a:rPr>
              <a:t>ሁሉ</a:t>
            </a:r>
            <a:r>
              <a:rPr lang="en-US" sz="5400" b="1" dirty="0">
                <a:latin typeface="NotoSansEthiopic"/>
              </a:rPr>
              <a:t> </a:t>
            </a:r>
            <a:r>
              <a:rPr lang="en-US" sz="5400" b="1" dirty="0" err="1">
                <a:latin typeface="NotoSansEthiopic"/>
              </a:rPr>
              <a:t>አርቀን</a:t>
            </a:r>
            <a:endParaRPr lang="en-US" sz="5400" b="1" dirty="0">
              <a:latin typeface="NotoSansEthiopic"/>
            </a:endParaRPr>
          </a:p>
        </p:txBody>
      </p:sp>
    </p:spTree>
    <p:extLst>
      <p:ext uri="{BB962C8B-B14F-4D97-AF65-F5344CB8AC3E}">
        <p14:creationId xmlns:p14="http://schemas.microsoft.com/office/powerpoint/2010/main" val="167607789"/>
      </p:ext>
    </p:extLst>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39CE4A70-EF08-4C5C-B45A-9F1A61662266}"/>
              </a:ext>
            </a:extLst>
          </p:cNvPr>
          <p:cNvSpPr>
            <a:spLocks noGrp="1"/>
          </p:cNvSpPr>
          <p:nvPr>
            <p:ph idx="1"/>
          </p:nvPr>
        </p:nvSpPr>
        <p:spPr>
          <a:xfrm>
            <a:off x="136478" y="95535"/>
            <a:ext cx="11832609" cy="6660108"/>
          </a:xfrm>
        </p:spPr>
        <p:txBody>
          <a:bodyPr>
            <a:normAutofit fontScale="92500" lnSpcReduction="20000"/>
          </a:bodyPr>
          <a:lstStyle/>
          <a:p>
            <a:pPr marL="0" indent="0" algn="ctr">
              <a:lnSpc>
                <a:spcPct val="120000"/>
              </a:lnSpc>
              <a:buNone/>
            </a:pPr>
            <a:r>
              <a:rPr lang="en-US" sz="7200" b="1" dirty="0" err="1">
                <a:latin typeface="NotoSansEthiopic"/>
              </a:rPr>
              <a:t>የመልካም</a:t>
            </a:r>
            <a:r>
              <a:rPr lang="en-US" sz="7200" b="1" dirty="0">
                <a:latin typeface="NotoSansEthiopic"/>
              </a:rPr>
              <a:t> </a:t>
            </a:r>
            <a:r>
              <a:rPr lang="en-US" sz="7200" b="1" dirty="0" err="1">
                <a:latin typeface="NotoSansEthiopic"/>
              </a:rPr>
              <a:t>ሥራ</a:t>
            </a:r>
            <a:r>
              <a:rPr lang="en-US" sz="7200" b="1" dirty="0">
                <a:latin typeface="NotoSansEthiopic"/>
              </a:rPr>
              <a:t> </a:t>
            </a:r>
            <a:r>
              <a:rPr lang="en-US" sz="7200" b="1" dirty="0" err="1">
                <a:latin typeface="NotoSansEthiopic"/>
              </a:rPr>
              <a:t>ሁሉ</a:t>
            </a:r>
            <a:r>
              <a:rPr lang="en-US" sz="7200" b="1" dirty="0">
                <a:latin typeface="NotoSansEthiopic"/>
              </a:rPr>
              <a:t> </a:t>
            </a:r>
            <a:r>
              <a:rPr lang="en-US" sz="7200" b="1" dirty="0" err="1">
                <a:latin typeface="NotoSansEthiopic"/>
              </a:rPr>
              <a:t>ተካፋዮች</a:t>
            </a:r>
            <a:r>
              <a:rPr lang="en-US" sz="7200" b="1" dirty="0">
                <a:latin typeface="NotoSansEthiopic"/>
              </a:rPr>
              <a:t> </a:t>
            </a:r>
            <a:r>
              <a:rPr lang="en-US" sz="7200" b="1" dirty="0" err="1">
                <a:latin typeface="NotoSansEthiopic"/>
              </a:rPr>
              <a:t>አድርገን</a:t>
            </a:r>
            <a:r>
              <a:rPr lang="en-US" sz="7200" b="1" dirty="0">
                <a:latin typeface="NotoSansEthiopic"/>
              </a:rPr>
              <a:t> </a:t>
            </a:r>
            <a:r>
              <a:rPr lang="en-US" sz="7200" b="1" dirty="0" err="1">
                <a:latin typeface="NotoSansEthiopic"/>
              </a:rPr>
              <a:t>ቅዱስ</a:t>
            </a:r>
            <a:r>
              <a:rPr lang="en-US" sz="7200" b="1" dirty="0">
                <a:latin typeface="NotoSansEthiopic"/>
              </a:rPr>
              <a:t> </a:t>
            </a:r>
            <a:r>
              <a:rPr lang="en-US" sz="7200" b="1" dirty="0" err="1">
                <a:latin typeface="NotoSansEthiopic"/>
              </a:rPr>
              <a:t>ሥጋውንና</a:t>
            </a:r>
            <a:r>
              <a:rPr lang="en-US" sz="7200" b="1" dirty="0">
                <a:latin typeface="NotoSansEthiopic"/>
              </a:rPr>
              <a:t> </a:t>
            </a:r>
            <a:r>
              <a:rPr lang="en-US" sz="7200" b="1" dirty="0" err="1">
                <a:latin typeface="NotoSansEthiopic"/>
              </a:rPr>
              <a:t>ከቡር</a:t>
            </a:r>
            <a:r>
              <a:rPr lang="en-US" sz="7200" b="1" dirty="0">
                <a:latin typeface="NotoSansEthiopic"/>
              </a:rPr>
              <a:t> </a:t>
            </a:r>
            <a:r>
              <a:rPr lang="en-US" sz="7200" b="1" dirty="0" err="1">
                <a:latin typeface="NotoSansEthiopic"/>
              </a:rPr>
              <a:t>ደሙን</a:t>
            </a:r>
            <a:r>
              <a:rPr lang="en-US" sz="7200" b="1" dirty="0">
                <a:latin typeface="NotoSansEthiopic"/>
              </a:rPr>
              <a:t> </a:t>
            </a:r>
            <a:r>
              <a:rPr lang="en-US" sz="7200" b="1" dirty="0" err="1">
                <a:latin typeface="NotoSansEthiopic"/>
              </a:rPr>
              <a:t>የሰጠን</a:t>
            </a:r>
            <a:r>
              <a:rPr lang="en-US" sz="7200" b="1" dirty="0">
                <a:latin typeface="NotoSansEthiopic"/>
              </a:rPr>
              <a:t> </a:t>
            </a:r>
            <a:r>
              <a:rPr lang="en-US" sz="7200" b="1" dirty="0" err="1">
                <a:latin typeface="NotoSansEthiopic"/>
              </a:rPr>
              <a:t>የተመሰገነ</a:t>
            </a:r>
            <a:r>
              <a:rPr lang="en-US" sz="7200" b="1" dirty="0">
                <a:latin typeface="NotoSansEthiopic"/>
              </a:rPr>
              <a:t> </a:t>
            </a:r>
            <a:r>
              <a:rPr lang="en-US" sz="7200" b="1" dirty="0" err="1">
                <a:latin typeface="NotoSansEthiopic"/>
              </a:rPr>
              <a:t>ነው</a:t>
            </a:r>
            <a:r>
              <a:rPr lang="en-US" sz="7200" b="1" dirty="0">
                <a:latin typeface="NotoSansEthiopic"/>
              </a:rPr>
              <a:t> </a:t>
            </a:r>
            <a:r>
              <a:rPr lang="en-US" sz="7200" b="1" dirty="0" err="1">
                <a:latin typeface="NotoSansEthiopic"/>
              </a:rPr>
              <a:t>በኢየሱስ</a:t>
            </a:r>
            <a:r>
              <a:rPr lang="en-US" sz="7200" b="1" dirty="0">
                <a:latin typeface="NotoSansEthiopic"/>
              </a:rPr>
              <a:t> </a:t>
            </a:r>
            <a:r>
              <a:rPr lang="en-US" sz="7200" b="1" dirty="0" err="1">
                <a:latin typeface="NotoSansEthiopic"/>
              </a:rPr>
              <a:t>ክርስቶስ</a:t>
            </a:r>
            <a:r>
              <a:rPr lang="en-US" sz="7200" b="1" dirty="0">
                <a:latin typeface="NotoSansEthiopic"/>
              </a:rPr>
              <a:t> </a:t>
            </a:r>
            <a:r>
              <a:rPr lang="en-US" sz="7200" b="1" dirty="0" err="1">
                <a:latin typeface="NotoSansEthiopic"/>
              </a:rPr>
              <a:t>መስቀል</a:t>
            </a:r>
            <a:r>
              <a:rPr lang="en-US" sz="7200" b="1" dirty="0">
                <a:latin typeface="NotoSansEthiopic"/>
              </a:rPr>
              <a:t> </a:t>
            </a:r>
            <a:r>
              <a:rPr lang="en-US" sz="7200" b="1" dirty="0" err="1">
                <a:latin typeface="NotoSansEthiopic"/>
              </a:rPr>
              <a:t>ኃይል</a:t>
            </a:r>
            <a:r>
              <a:rPr lang="en-US" sz="7200" b="1" dirty="0">
                <a:latin typeface="NotoSansEthiopic"/>
              </a:rPr>
              <a:t> </a:t>
            </a:r>
            <a:r>
              <a:rPr lang="en-US" sz="7200" b="1" dirty="0" err="1">
                <a:latin typeface="NotoSansEthiopic"/>
              </a:rPr>
              <a:t>ጸጋን</a:t>
            </a:r>
            <a:r>
              <a:rPr lang="en-US" sz="7200" b="1" dirty="0">
                <a:latin typeface="NotoSansEthiopic"/>
              </a:rPr>
              <a:t> </a:t>
            </a:r>
            <a:r>
              <a:rPr lang="en-US" sz="7200" b="1" dirty="0" err="1">
                <a:latin typeface="NotoSansEthiopic"/>
              </a:rPr>
              <a:t>ተቀበልን</a:t>
            </a:r>
            <a:r>
              <a:rPr lang="en-US" sz="7200" b="1" dirty="0">
                <a:latin typeface="NotoSansEthiopic"/>
              </a:rPr>
              <a:t> </a:t>
            </a:r>
            <a:r>
              <a:rPr lang="en-US" sz="7200" b="1" dirty="0" err="1">
                <a:latin typeface="NotoSansEthiopic"/>
              </a:rPr>
              <a:t>ሕይወትንም</a:t>
            </a:r>
            <a:r>
              <a:rPr lang="en-US" sz="7200" b="1" dirty="0">
                <a:latin typeface="NotoSansEthiopic"/>
              </a:rPr>
              <a:t> </a:t>
            </a:r>
            <a:r>
              <a:rPr lang="en-US" sz="7200" b="1" dirty="0" err="1">
                <a:latin typeface="NotoSansEthiopic"/>
              </a:rPr>
              <a:t>አገኘን</a:t>
            </a:r>
            <a:r>
              <a:rPr lang="en-US" sz="7200" b="1" dirty="0">
                <a:latin typeface="NotoSansEthiopic"/>
              </a:rPr>
              <a:t> </a:t>
            </a:r>
            <a:r>
              <a:rPr lang="en-US" sz="7200" b="1" dirty="0" err="1">
                <a:latin typeface="NotoSansEthiopic"/>
              </a:rPr>
              <a:t>ጌታ</a:t>
            </a:r>
            <a:r>
              <a:rPr lang="en-US" sz="7200" b="1" dirty="0">
                <a:latin typeface="NotoSansEthiopic"/>
              </a:rPr>
              <a:t> </a:t>
            </a:r>
            <a:r>
              <a:rPr lang="en-US" sz="7200" b="1" dirty="0" err="1">
                <a:latin typeface="NotoSansEthiopic"/>
              </a:rPr>
              <a:t>ሆይ</a:t>
            </a:r>
            <a:r>
              <a:rPr lang="en-US" sz="7200" b="1" dirty="0">
                <a:latin typeface="NotoSansEthiopic"/>
              </a:rPr>
              <a:t> </a:t>
            </a:r>
            <a:r>
              <a:rPr lang="en-US" sz="7200" b="1" dirty="0" err="1">
                <a:latin typeface="NotoSansEthiopic"/>
              </a:rPr>
              <a:t>ከመንፈስ</a:t>
            </a:r>
            <a:r>
              <a:rPr lang="en-US" sz="7200" b="1" dirty="0">
                <a:latin typeface="NotoSansEthiopic"/>
              </a:rPr>
              <a:t> </a:t>
            </a:r>
            <a:r>
              <a:rPr lang="en-US" sz="7200" b="1" dirty="0" err="1">
                <a:latin typeface="NotoSansEthiopic"/>
              </a:rPr>
              <a:t>ቅዱስ</a:t>
            </a:r>
            <a:r>
              <a:rPr lang="en-US" sz="7200" b="1" dirty="0">
                <a:latin typeface="NotoSansEthiopic"/>
              </a:rPr>
              <a:t> </a:t>
            </a:r>
            <a:r>
              <a:rPr lang="en-US" sz="7200" b="1" dirty="0" err="1">
                <a:latin typeface="NotoSansEthiopic"/>
              </a:rPr>
              <a:t>የተገኘውን</a:t>
            </a:r>
            <a:r>
              <a:rPr lang="en-US" sz="7200" b="1" dirty="0">
                <a:latin typeface="NotoSansEthiopic"/>
              </a:rPr>
              <a:t> </a:t>
            </a:r>
            <a:r>
              <a:rPr lang="en-US" sz="7200" b="1" dirty="0" err="1">
                <a:latin typeface="NotoSansEthiopic"/>
              </a:rPr>
              <a:t>ጸጋ</a:t>
            </a:r>
            <a:r>
              <a:rPr lang="en-US" sz="7200" b="1" dirty="0">
                <a:latin typeface="NotoSansEthiopic"/>
              </a:rPr>
              <a:t> </a:t>
            </a:r>
            <a:r>
              <a:rPr lang="en-US" sz="7200" b="1" dirty="0" err="1">
                <a:latin typeface="NotoSansEthiopic"/>
              </a:rPr>
              <a:t>ተቀብለን</a:t>
            </a:r>
            <a:r>
              <a:rPr lang="en-US" sz="7200" b="1" dirty="0">
                <a:latin typeface="NotoSansEthiopic"/>
              </a:rPr>
              <a:t> </a:t>
            </a:r>
            <a:r>
              <a:rPr lang="en-US" sz="7200" b="1" dirty="0" err="1">
                <a:latin typeface="NotoSansEthiopic"/>
              </a:rPr>
              <a:t>እናመሰግንሃለን</a:t>
            </a:r>
            <a:r>
              <a:rPr lang="en-US" sz="7200" b="1" dirty="0">
                <a:latin typeface="NotoSansEthiopic"/>
              </a:rPr>
              <a:t>።</a:t>
            </a:r>
          </a:p>
        </p:txBody>
      </p:sp>
    </p:spTree>
    <p:extLst>
      <p:ext uri="{BB962C8B-B14F-4D97-AF65-F5344CB8AC3E}">
        <p14:creationId xmlns:p14="http://schemas.microsoft.com/office/powerpoint/2010/main" val="452100498"/>
      </p:ext>
    </p:extLst>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39CE4A70-EF08-4C5C-B45A-9F1A61662266}"/>
              </a:ext>
            </a:extLst>
          </p:cNvPr>
          <p:cNvSpPr>
            <a:spLocks noGrp="1"/>
          </p:cNvSpPr>
          <p:nvPr>
            <p:ph idx="1"/>
          </p:nvPr>
        </p:nvSpPr>
        <p:spPr>
          <a:xfrm>
            <a:off x="136478" y="95535"/>
            <a:ext cx="11832609" cy="6660108"/>
          </a:xfrm>
        </p:spPr>
        <p:txBody>
          <a:bodyPr>
            <a:normAutofit lnSpcReduction="10000"/>
          </a:bodyPr>
          <a:lstStyle/>
          <a:p>
            <a:pPr marL="0" indent="0" algn="ctr">
              <a:lnSpc>
                <a:spcPct val="120000"/>
              </a:lnSpc>
              <a:buNone/>
            </a:pPr>
            <a:r>
              <a:rPr lang="am-ET" sz="7200" b="1" dirty="0">
                <a:latin typeface="NotoSansEthiopic"/>
              </a:rPr>
              <a:t>ፀጋ ነሣእነ</a:t>
            </a:r>
            <a:r>
              <a:rPr lang="en-US" sz="7200" b="1" dirty="0">
                <a:latin typeface="NotoSansEthiopic"/>
              </a:rPr>
              <a:t> </a:t>
            </a:r>
            <a:r>
              <a:rPr lang="am-ET" sz="7200" b="1" dirty="0">
                <a:latin typeface="NotoSansEthiopic"/>
              </a:rPr>
              <a:t>ወሕይወተ ረከብነ በኀይለ መስቀሉ ለኢየሱስ ክርስቶስ ። ኪያከ</a:t>
            </a:r>
            <a:r>
              <a:rPr lang="en-US" sz="7200" b="1" dirty="0">
                <a:latin typeface="NotoSansEthiopic"/>
              </a:rPr>
              <a:t> </a:t>
            </a:r>
            <a:r>
              <a:rPr lang="am-ET" sz="7200" b="1" dirty="0">
                <a:latin typeface="NotoSansEthiopic"/>
              </a:rPr>
              <a:t>እግዚኦ ነአኵት </a:t>
            </a:r>
            <a:r>
              <a:rPr lang="en-US" sz="7200" b="1" dirty="0">
                <a:latin typeface="NotoSansEthiopic"/>
              </a:rPr>
              <a:t> </a:t>
            </a:r>
            <a:r>
              <a:rPr lang="am-ET" sz="7200" b="1" dirty="0">
                <a:latin typeface="NotoSansEthiopic"/>
              </a:rPr>
              <a:t>ነሢአነ</a:t>
            </a:r>
            <a:r>
              <a:rPr lang="en-US" sz="7200" b="1" dirty="0">
                <a:latin typeface="NotoSansEthiopic"/>
              </a:rPr>
              <a:t> </a:t>
            </a:r>
            <a:r>
              <a:rPr lang="am-ET" sz="7200" b="1" dirty="0">
                <a:latin typeface="Nyala" panose="02000504070300020003" pitchFamily="2" charset="0"/>
              </a:rPr>
              <a:t>ፀ</a:t>
            </a:r>
            <a:r>
              <a:rPr lang="en-US" sz="7200" b="1" dirty="0">
                <a:latin typeface="Nyala" panose="02000504070300020003" pitchFamily="2" charset="0"/>
              </a:rPr>
              <a:t>ጋ </a:t>
            </a:r>
            <a:r>
              <a:rPr lang="am-ET" sz="7200" b="1" dirty="0">
                <a:latin typeface="NotoSansEthiopic"/>
              </a:rPr>
              <a:t>ዘእመንፈስ ቅዱስ።</a:t>
            </a:r>
          </a:p>
          <a:p>
            <a:pPr marL="0" indent="0" algn="ctr">
              <a:lnSpc>
                <a:spcPct val="120000"/>
              </a:lnSpc>
              <a:buNone/>
            </a:pPr>
            <a:r>
              <a:rPr lang="am-ET" sz="7200" b="1" dirty="0">
                <a:latin typeface="NotoSansEthiopic"/>
              </a:rPr>
              <a:t>ይ፡ዲ፦እትው በሰላም።</a:t>
            </a:r>
            <a:endParaRPr lang="en-US" b="1" dirty="0"/>
          </a:p>
        </p:txBody>
      </p:sp>
    </p:spTree>
    <p:extLst>
      <p:ext uri="{BB962C8B-B14F-4D97-AF65-F5344CB8AC3E}">
        <p14:creationId xmlns:p14="http://schemas.microsoft.com/office/powerpoint/2010/main" val="3679612741"/>
      </p:ext>
    </p:extLst>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CA321E-5B90-49A2-9824-268ED503F2EA}"/>
              </a:ext>
            </a:extLst>
          </p:cNvPr>
          <p:cNvSpPr>
            <a:spLocks noGrp="1"/>
          </p:cNvSpPr>
          <p:nvPr>
            <p:ph type="title"/>
          </p:nvPr>
        </p:nvSpPr>
        <p:spPr>
          <a:xfrm>
            <a:off x="0" y="-180473"/>
            <a:ext cx="12192000" cy="1600199"/>
          </a:xfrm>
          <a:solidFill>
            <a:schemeClr val="tx1"/>
          </a:solidFill>
        </p:spPr>
        <p:txBody>
          <a:bodyPr>
            <a:noAutofit/>
          </a:bodyPr>
          <a:lstStyle/>
          <a:p>
            <a:pPr algn="ctr"/>
            <a:r>
              <a:rPr lang="en-US" sz="8000" b="1" dirty="0" err="1">
                <a:solidFill>
                  <a:srgbClr val="C00000"/>
                </a:solidFill>
                <a:latin typeface="Ebrima" pitchFamily="2" charset="0"/>
                <a:ea typeface="Ebrima" pitchFamily="2" charset="0"/>
                <a:cs typeface="Ebrima" pitchFamily="2" charset="0"/>
              </a:rPr>
              <a:t>የቅ</a:t>
            </a:r>
            <a:r>
              <a:rPr lang="en-US" sz="8000" b="1" dirty="0">
                <a:solidFill>
                  <a:srgbClr val="C00000"/>
                </a:solidFill>
                <a:latin typeface="Ebrima" pitchFamily="2" charset="0"/>
                <a:ea typeface="Ebrima" pitchFamily="2" charset="0"/>
                <a:cs typeface="Ebrima" pitchFamily="2" charset="0"/>
              </a:rPr>
              <a:t>/</a:t>
            </a:r>
            <a:r>
              <a:rPr lang="en-US" sz="8000" b="1" dirty="0" err="1">
                <a:solidFill>
                  <a:srgbClr val="C00000"/>
                </a:solidFill>
                <a:latin typeface="Ebrima" pitchFamily="2" charset="0"/>
                <a:ea typeface="Ebrima" pitchFamily="2" charset="0"/>
                <a:cs typeface="Ebrima" pitchFamily="2" charset="0"/>
              </a:rPr>
              <a:t>ፍራንቸስኮስ</a:t>
            </a:r>
            <a:r>
              <a:rPr lang="en-US" sz="8000" b="1" dirty="0">
                <a:solidFill>
                  <a:srgbClr val="C00000"/>
                </a:solidFill>
                <a:latin typeface="Ebrima" pitchFamily="2" charset="0"/>
                <a:ea typeface="Ebrima" pitchFamily="2" charset="0"/>
                <a:cs typeface="Ebrima" pitchFamily="2" charset="0"/>
              </a:rPr>
              <a:t> </a:t>
            </a:r>
            <a:r>
              <a:rPr lang="en-US" sz="8000" b="1" dirty="0" err="1">
                <a:solidFill>
                  <a:srgbClr val="C00000"/>
                </a:solidFill>
                <a:latin typeface="Ebrima" pitchFamily="2" charset="0"/>
                <a:ea typeface="Ebrima" pitchFamily="2" charset="0"/>
                <a:cs typeface="Ebrima" pitchFamily="2" charset="0"/>
              </a:rPr>
              <a:t>ፀሎት</a:t>
            </a:r>
            <a:endParaRPr lang="en-US" sz="8000" b="1" dirty="0">
              <a:solidFill>
                <a:srgbClr val="C00000"/>
              </a:solidFill>
              <a:latin typeface="Ebrima" pitchFamily="2" charset="0"/>
              <a:ea typeface="Ebrima" pitchFamily="2" charset="0"/>
              <a:cs typeface="Ebrima" pitchFamily="2" charset="0"/>
            </a:endParaRPr>
          </a:p>
        </p:txBody>
      </p:sp>
      <p:sp>
        <p:nvSpPr>
          <p:cNvPr id="3" name="Content Placeholder 2">
            <a:extLst>
              <a:ext uri="{FF2B5EF4-FFF2-40B4-BE49-F238E27FC236}">
                <a16:creationId xmlns:a16="http://schemas.microsoft.com/office/drawing/2014/main" id="{CD0E2454-242B-4A17-B572-1809BBF16F2D}"/>
              </a:ext>
            </a:extLst>
          </p:cNvPr>
          <p:cNvSpPr>
            <a:spLocks noGrp="1"/>
          </p:cNvSpPr>
          <p:nvPr>
            <p:ph idx="1"/>
          </p:nvPr>
        </p:nvSpPr>
        <p:spPr>
          <a:xfrm>
            <a:off x="0" y="1311442"/>
            <a:ext cx="12192000" cy="5546558"/>
          </a:xfrm>
          <a:solidFill>
            <a:schemeClr val="tx1"/>
          </a:solidFill>
        </p:spPr>
        <p:txBody>
          <a:bodyPr>
            <a:noAutofit/>
          </a:bodyPr>
          <a:lstStyle/>
          <a:p>
            <a:pPr marL="0" indent="0" algn="ctr">
              <a:buNone/>
            </a:pPr>
            <a:r>
              <a:rPr lang="en-US" sz="6800" b="1" dirty="0" err="1">
                <a:solidFill>
                  <a:schemeClr val="bg1"/>
                </a:solidFill>
              </a:rPr>
              <a:t>ጌታ</a:t>
            </a:r>
            <a:r>
              <a:rPr lang="en-US" sz="6800" b="1" dirty="0">
                <a:solidFill>
                  <a:schemeClr val="bg1"/>
                </a:solidFill>
              </a:rPr>
              <a:t> </a:t>
            </a:r>
            <a:r>
              <a:rPr lang="en-US" sz="6800" b="1" dirty="0" err="1">
                <a:solidFill>
                  <a:schemeClr val="bg1"/>
                </a:solidFill>
              </a:rPr>
              <a:t>ሆይ</a:t>
            </a:r>
            <a:r>
              <a:rPr lang="en-US" sz="6800" b="1" dirty="0">
                <a:solidFill>
                  <a:schemeClr val="bg1"/>
                </a:solidFill>
              </a:rPr>
              <a:t> </a:t>
            </a:r>
            <a:r>
              <a:rPr lang="en-US" sz="6800" b="1" dirty="0" err="1">
                <a:solidFill>
                  <a:schemeClr val="bg1"/>
                </a:solidFill>
              </a:rPr>
              <a:t>የሠላም</a:t>
            </a:r>
            <a:r>
              <a:rPr lang="en-US" sz="6800" b="1" dirty="0">
                <a:solidFill>
                  <a:schemeClr val="bg1"/>
                </a:solidFill>
              </a:rPr>
              <a:t> </a:t>
            </a:r>
            <a:r>
              <a:rPr lang="en-US" sz="6800" b="1" dirty="0" err="1">
                <a:solidFill>
                  <a:schemeClr val="bg1"/>
                </a:solidFill>
              </a:rPr>
              <a:t>መሣሪያ</a:t>
            </a:r>
            <a:r>
              <a:rPr lang="en-US" sz="6800" b="1" dirty="0">
                <a:solidFill>
                  <a:schemeClr val="bg1"/>
                </a:solidFill>
              </a:rPr>
              <a:t> </a:t>
            </a:r>
            <a:r>
              <a:rPr lang="en-US" sz="6800" b="1" dirty="0" err="1">
                <a:solidFill>
                  <a:schemeClr val="bg1"/>
                </a:solidFill>
              </a:rPr>
              <a:t>እንድሆን</a:t>
            </a:r>
            <a:r>
              <a:rPr lang="en-US" sz="6800" b="1" dirty="0">
                <a:solidFill>
                  <a:schemeClr val="bg1"/>
                </a:solidFill>
              </a:rPr>
              <a:t> </a:t>
            </a:r>
            <a:r>
              <a:rPr lang="en-US" sz="6800" b="1" dirty="0" err="1">
                <a:solidFill>
                  <a:schemeClr val="bg1"/>
                </a:solidFill>
              </a:rPr>
              <a:t>አድርገኝ</a:t>
            </a:r>
            <a:r>
              <a:rPr lang="en-US" sz="6800" b="1" dirty="0">
                <a:solidFill>
                  <a:schemeClr val="bg1"/>
                </a:solidFill>
              </a:rPr>
              <a:t> </a:t>
            </a:r>
            <a:r>
              <a:rPr lang="en-US" sz="8800" b="1" dirty="0" err="1">
                <a:solidFill>
                  <a:schemeClr val="bg1"/>
                </a:solidFill>
              </a:rPr>
              <a:t>ጥል</a:t>
            </a:r>
            <a:r>
              <a:rPr lang="en-US" sz="8800" b="1" dirty="0">
                <a:solidFill>
                  <a:schemeClr val="bg1"/>
                </a:solidFill>
              </a:rPr>
              <a:t> </a:t>
            </a:r>
            <a:r>
              <a:rPr lang="en-US" sz="8800" b="1" dirty="0" err="1">
                <a:solidFill>
                  <a:schemeClr val="bg1"/>
                </a:solidFill>
              </a:rPr>
              <a:t>ባለበት</a:t>
            </a:r>
            <a:r>
              <a:rPr lang="en-US" sz="8800" b="1" dirty="0">
                <a:solidFill>
                  <a:schemeClr val="bg1"/>
                </a:solidFill>
              </a:rPr>
              <a:t> 		</a:t>
            </a:r>
            <a:r>
              <a:rPr lang="en-US" sz="8800" b="1" dirty="0" err="1">
                <a:solidFill>
                  <a:schemeClr val="bg1"/>
                </a:solidFill>
              </a:rPr>
              <a:t>ፍቅር</a:t>
            </a:r>
            <a:r>
              <a:rPr lang="en-US" sz="8800" b="1" dirty="0">
                <a:solidFill>
                  <a:schemeClr val="bg1"/>
                </a:solidFill>
              </a:rPr>
              <a:t> </a:t>
            </a:r>
          </a:p>
          <a:p>
            <a:pPr marL="0" indent="0" algn="ctr">
              <a:buNone/>
            </a:pPr>
            <a:r>
              <a:rPr lang="en-US" sz="8800" b="1" dirty="0" err="1">
                <a:solidFill>
                  <a:schemeClr val="bg1"/>
                </a:solidFill>
              </a:rPr>
              <a:t>በደል</a:t>
            </a:r>
            <a:r>
              <a:rPr lang="en-US" sz="8800" b="1" dirty="0">
                <a:solidFill>
                  <a:schemeClr val="bg1"/>
                </a:solidFill>
              </a:rPr>
              <a:t> </a:t>
            </a:r>
            <a:r>
              <a:rPr lang="en-US" sz="8800" b="1" dirty="0" err="1">
                <a:solidFill>
                  <a:schemeClr val="bg1"/>
                </a:solidFill>
              </a:rPr>
              <a:t>ባለበት</a:t>
            </a:r>
            <a:r>
              <a:rPr lang="en-US" sz="8800" b="1" dirty="0">
                <a:solidFill>
                  <a:schemeClr val="bg1"/>
                </a:solidFill>
              </a:rPr>
              <a:t> 		</a:t>
            </a:r>
            <a:r>
              <a:rPr lang="en-US" sz="8800" b="1" dirty="0" err="1">
                <a:solidFill>
                  <a:schemeClr val="bg1"/>
                </a:solidFill>
              </a:rPr>
              <a:t>ይቅርታ</a:t>
            </a:r>
            <a:r>
              <a:rPr lang="en-US" sz="8800" b="1" dirty="0">
                <a:solidFill>
                  <a:schemeClr val="bg1"/>
                </a:solidFill>
              </a:rPr>
              <a:t> </a:t>
            </a:r>
          </a:p>
          <a:p>
            <a:pPr marL="0" indent="0" algn="ctr">
              <a:buNone/>
            </a:pPr>
            <a:r>
              <a:rPr lang="en-US" sz="8800" b="1" dirty="0" err="1">
                <a:solidFill>
                  <a:schemeClr val="bg1"/>
                </a:solidFill>
              </a:rPr>
              <a:t>ክርክር</a:t>
            </a:r>
            <a:r>
              <a:rPr lang="en-US" sz="8800" b="1" dirty="0">
                <a:solidFill>
                  <a:schemeClr val="bg1"/>
                </a:solidFill>
              </a:rPr>
              <a:t> </a:t>
            </a:r>
            <a:r>
              <a:rPr lang="en-US" sz="8800" b="1" dirty="0" err="1">
                <a:solidFill>
                  <a:schemeClr val="bg1"/>
                </a:solidFill>
              </a:rPr>
              <a:t>ባለበት</a:t>
            </a:r>
            <a:r>
              <a:rPr lang="en-US" sz="8800" b="1" dirty="0">
                <a:solidFill>
                  <a:schemeClr val="bg1"/>
                </a:solidFill>
              </a:rPr>
              <a:t> 		</a:t>
            </a:r>
            <a:r>
              <a:rPr lang="en-US" sz="8800" b="1" dirty="0" err="1">
                <a:solidFill>
                  <a:schemeClr val="bg1"/>
                </a:solidFill>
              </a:rPr>
              <a:t>ስምምነት</a:t>
            </a:r>
            <a:r>
              <a:rPr lang="en-US" sz="8800" b="1" dirty="0">
                <a:solidFill>
                  <a:schemeClr val="bg1"/>
                </a:solidFill>
              </a:rPr>
              <a:t> </a:t>
            </a:r>
          </a:p>
        </p:txBody>
      </p:sp>
    </p:spTree>
    <p:extLst>
      <p:ext uri="{BB962C8B-B14F-4D97-AF65-F5344CB8AC3E}">
        <p14:creationId xmlns:p14="http://schemas.microsoft.com/office/powerpoint/2010/main" val="153230929"/>
      </p:ext>
    </p:extLst>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D0E2454-242B-4A17-B572-1809BBF16F2D}"/>
              </a:ext>
            </a:extLst>
          </p:cNvPr>
          <p:cNvSpPr>
            <a:spLocks noGrp="1"/>
          </p:cNvSpPr>
          <p:nvPr>
            <p:ph idx="1"/>
          </p:nvPr>
        </p:nvSpPr>
        <p:spPr>
          <a:xfrm>
            <a:off x="191069" y="122001"/>
            <a:ext cx="11873552" cy="6680579"/>
          </a:xfrm>
          <a:solidFill>
            <a:schemeClr val="tx1"/>
          </a:solidFill>
        </p:spPr>
        <p:txBody>
          <a:bodyPr>
            <a:noAutofit/>
          </a:bodyPr>
          <a:lstStyle/>
          <a:p>
            <a:pPr marL="0" indent="0" algn="ctr">
              <a:buNone/>
            </a:pPr>
            <a:r>
              <a:rPr lang="en-US" sz="7200" b="1" dirty="0" err="1">
                <a:solidFill>
                  <a:schemeClr val="bg1"/>
                </a:solidFill>
              </a:rPr>
              <a:t>ጥርጣሬ</a:t>
            </a:r>
            <a:r>
              <a:rPr lang="en-US" sz="7200" b="1" dirty="0">
                <a:solidFill>
                  <a:schemeClr val="bg1"/>
                </a:solidFill>
              </a:rPr>
              <a:t> </a:t>
            </a:r>
            <a:r>
              <a:rPr lang="en-US" sz="7200" b="1" dirty="0" err="1">
                <a:solidFill>
                  <a:schemeClr val="bg1"/>
                </a:solidFill>
              </a:rPr>
              <a:t>ባለበት</a:t>
            </a:r>
            <a:r>
              <a:rPr lang="en-US" sz="7200" b="1" dirty="0">
                <a:solidFill>
                  <a:schemeClr val="bg1"/>
                </a:solidFill>
              </a:rPr>
              <a:t> 	     </a:t>
            </a:r>
            <a:r>
              <a:rPr lang="en-US" sz="7200" b="1" dirty="0" err="1">
                <a:solidFill>
                  <a:schemeClr val="bg1"/>
                </a:solidFill>
              </a:rPr>
              <a:t>እምነት</a:t>
            </a:r>
            <a:r>
              <a:rPr lang="en-US" sz="7200" dirty="0">
                <a:solidFill>
                  <a:schemeClr val="bg1"/>
                </a:solidFill>
              </a:rPr>
              <a:t> </a:t>
            </a:r>
          </a:p>
          <a:p>
            <a:pPr marL="0" indent="0" algn="ctr">
              <a:buNone/>
            </a:pPr>
            <a:r>
              <a:rPr lang="en-US" sz="7200" b="1" dirty="0" err="1">
                <a:solidFill>
                  <a:schemeClr val="bg1"/>
                </a:solidFill>
              </a:rPr>
              <a:t>ስህተት</a:t>
            </a:r>
            <a:r>
              <a:rPr lang="en-US" sz="7200" b="1" dirty="0">
                <a:solidFill>
                  <a:schemeClr val="bg1"/>
                </a:solidFill>
              </a:rPr>
              <a:t> </a:t>
            </a:r>
            <a:r>
              <a:rPr lang="en-US" sz="7200" b="1" dirty="0" err="1">
                <a:solidFill>
                  <a:schemeClr val="bg1"/>
                </a:solidFill>
              </a:rPr>
              <a:t>ባለበት</a:t>
            </a:r>
            <a:r>
              <a:rPr lang="en-US" sz="7200" b="1" dirty="0">
                <a:solidFill>
                  <a:schemeClr val="bg1"/>
                </a:solidFill>
              </a:rPr>
              <a:t> 		      </a:t>
            </a:r>
            <a:r>
              <a:rPr lang="en-US" sz="7200" b="1" dirty="0" err="1">
                <a:solidFill>
                  <a:schemeClr val="bg1"/>
                </a:solidFill>
              </a:rPr>
              <a:t>እውነት</a:t>
            </a:r>
            <a:r>
              <a:rPr lang="en-US" sz="7200" dirty="0">
                <a:solidFill>
                  <a:schemeClr val="bg1"/>
                </a:solidFill>
              </a:rPr>
              <a:t> </a:t>
            </a:r>
          </a:p>
          <a:p>
            <a:pPr marL="0" indent="0" algn="ctr">
              <a:buNone/>
            </a:pPr>
            <a:r>
              <a:rPr lang="en-US" sz="7200" b="1" dirty="0" err="1">
                <a:solidFill>
                  <a:schemeClr val="bg1"/>
                </a:solidFill>
              </a:rPr>
              <a:t>ተስፋ</a:t>
            </a:r>
            <a:r>
              <a:rPr lang="en-US" sz="7200" b="1" dirty="0">
                <a:solidFill>
                  <a:schemeClr val="bg1"/>
                </a:solidFill>
              </a:rPr>
              <a:t> </a:t>
            </a:r>
            <a:r>
              <a:rPr lang="en-US" sz="7200" b="1" dirty="0" err="1">
                <a:solidFill>
                  <a:schemeClr val="bg1"/>
                </a:solidFill>
              </a:rPr>
              <a:t>መቁረጥ</a:t>
            </a:r>
            <a:r>
              <a:rPr lang="en-US" sz="7200" b="1" dirty="0">
                <a:solidFill>
                  <a:schemeClr val="bg1"/>
                </a:solidFill>
              </a:rPr>
              <a:t> </a:t>
            </a:r>
            <a:r>
              <a:rPr lang="en-US" sz="7200" b="1" dirty="0" err="1">
                <a:solidFill>
                  <a:schemeClr val="bg1"/>
                </a:solidFill>
              </a:rPr>
              <a:t>ባለበት</a:t>
            </a:r>
            <a:r>
              <a:rPr lang="en-US" sz="7200" b="1" dirty="0">
                <a:solidFill>
                  <a:schemeClr val="bg1"/>
                </a:solidFill>
              </a:rPr>
              <a:t>    </a:t>
            </a:r>
            <a:r>
              <a:rPr lang="en-US" sz="7200" b="1" dirty="0" err="1">
                <a:solidFill>
                  <a:schemeClr val="bg1"/>
                </a:solidFill>
              </a:rPr>
              <a:t>መፅናናት</a:t>
            </a:r>
            <a:r>
              <a:rPr lang="en-US" sz="7200" dirty="0">
                <a:solidFill>
                  <a:schemeClr val="bg1"/>
                </a:solidFill>
              </a:rPr>
              <a:t> </a:t>
            </a:r>
          </a:p>
          <a:p>
            <a:pPr marL="0" indent="0" algn="ctr">
              <a:buNone/>
            </a:pPr>
            <a:r>
              <a:rPr lang="en-US" sz="7200" b="1" dirty="0" err="1">
                <a:solidFill>
                  <a:schemeClr val="bg1"/>
                </a:solidFill>
              </a:rPr>
              <a:t>ሀዘን</a:t>
            </a:r>
            <a:r>
              <a:rPr lang="en-US" sz="7200" b="1" dirty="0">
                <a:solidFill>
                  <a:schemeClr val="bg1"/>
                </a:solidFill>
              </a:rPr>
              <a:t> </a:t>
            </a:r>
            <a:r>
              <a:rPr lang="en-US" sz="7200" b="1" dirty="0" err="1">
                <a:solidFill>
                  <a:schemeClr val="bg1"/>
                </a:solidFill>
              </a:rPr>
              <a:t>ባለበት</a:t>
            </a:r>
            <a:r>
              <a:rPr lang="en-US" sz="7200" b="1" dirty="0">
                <a:solidFill>
                  <a:schemeClr val="bg1"/>
                </a:solidFill>
              </a:rPr>
              <a:t> 		   </a:t>
            </a:r>
            <a:r>
              <a:rPr lang="en-US" sz="7200" b="1" dirty="0" err="1">
                <a:solidFill>
                  <a:schemeClr val="bg1"/>
                </a:solidFill>
              </a:rPr>
              <a:t>ደስታ</a:t>
            </a:r>
            <a:r>
              <a:rPr lang="en-US" sz="7200" dirty="0">
                <a:solidFill>
                  <a:schemeClr val="bg1"/>
                </a:solidFill>
              </a:rPr>
              <a:t> </a:t>
            </a:r>
          </a:p>
          <a:p>
            <a:pPr marL="0" indent="0" algn="ctr">
              <a:buNone/>
            </a:pPr>
            <a:r>
              <a:rPr lang="en-US" sz="7200" b="1" dirty="0" err="1">
                <a:solidFill>
                  <a:schemeClr val="bg1"/>
                </a:solidFill>
              </a:rPr>
              <a:t>ጨለማ</a:t>
            </a:r>
            <a:r>
              <a:rPr lang="en-US" sz="7200" b="1" dirty="0">
                <a:solidFill>
                  <a:schemeClr val="bg1"/>
                </a:solidFill>
              </a:rPr>
              <a:t> </a:t>
            </a:r>
            <a:r>
              <a:rPr lang="en-US" sz="7200" b="1" dirty="0" err="1">
                <a:solidFill>
                  <a:schemeClr val="bg1"/>
                </a:solidFill>
              </a:rPr>
              <a:t>ባለበት</a:t>
            </a:r>
            <a:r>
              <a:rPr lang="en-US" sz="7200" b="1" dirty="0">
                <a:solidFill>
                  <a:schemeClr val="bg1"/>
                </a:solidFill>
              </a:rPr>
              <a:t> 		    </a:t>
            </a:r>
            <a:r>
              <a:rPr lang="en-US" sz="7200" b="1" dirty="0" err="1">
                <a:solidFill>
                  <a:schemeClr val="bg1"/>
                </a:solidFill>
              </a:rPr>
              <a:t>ብርሃን</a:t>
            </a:r>
            <a:r>
              <a:rPr lang="en-US" sz="7200" dirty="0">
                <a:solidFill>
                  <a:schemeClr val="bg1"/>
                </a:solidFill>
              </a:rPr>
              <a:t> </a:t>
            </a:r>
          </a:p>
          <a:p>
            <a:pPr marL="0" indent="0" algn="ctr">
              <a:buNone/>
            </a:pPr>
            <a:r>
              <a:rPr lang="en-US" sz="8800" b="1" dirty="0" err="1">
                <a:solidFill>
                  <a:schemeClr val="bg1"/>
                </a:solidFill>
              </a:rPr>
              <a:t>እንዲገኝ</a:t>
            </a:r>
            <a:r>
              <a:rPr lang="en-US" sz="8800" b="1" dirty="0">
                <a:solidFill>
                  <a:schemeClr val="bg1"/>
                </a:solidFill>
              </a:rPr>
              <a:t> </a:t>
            </a:r>
            <a:r>
              <a:rPr lang="en-US" sz="8800" b="1" dirty="0" err="1">
                <a:solidFill>
                  <a:schemeClr val="bg1"/>
                </a:solidFill>
              </a:rPr>
              <a:t>አደርግ</a:t>
            </a:r>
            <a:r>
              <a:rPr lang="en-US" sz="8800" b="1" dirty="0">
                <a:solidFill>
                  <a:schemeClr val="bg1"/>
                </a:solidFill>
              </a:rPr>
              <a:t> </a:t>
            </a:r>
            <a:r>
              <a:rPr lang="en-US" sz="8800" b="1" dirty="0" err="1">
                <a:solidFill>
                  <a:schemeClr val="bg1"/>
                </a:solidFill>
              </a:rPr>
              <a:t>ዘንድ</a:t>
            </a:r>
            <a:r>
              <a:rPr lang="en-US" sz="8800" b="1" dirty="0">
                <a:solidFill>
                  <a:schemeClr val="bg1"/>
                </a:solidFill>
              </a:rPr>
              <a:t> </a:t>
            </a:r>
            <a:r>
              <a:rPr lang="en-US" sz="8800" b="1" dirty="0" err="1">
                <a:solidFill>
                  <a:schemeClr val="bg1"/>
                </a:solidFill>
              </a:rPr>
              <a:t>አብቃኝ</a:t>
            </a:r>
            <a:r>
              <a:rPr lang="en-US" sz="8800" b="1" dirty="0">
                <a:solidFill>
                  <a:schemeClr val="bg1"/>
                </a:solidFill>
              </a:rPr>
              <a:t>፡፡</a:t>
            </a:r>
          </a:p>
        </p:txBody>
      </p:sp>
    </p:spTree>
    <p:extLst>
      <p:ext uri="{BB962C8B-B14F-4D97-AF65-F5344CB8AC3E}">
        <p14:creationId xmlns:p14="http://schemas.microsoft.com/office/powerpoint/2010/main" val="4143505757"/>
      </p:ext>
    </p:extLst>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D0E2454-242B-4A17-B572-1809BBF16F2D}"/>
              </a:ext>
            </a:extLst>
          </p:cNvPr>
          <p:cNvSpPr>
            <a:spLocks noGrp="1"/>
          </p:cNvSpPr>
          <p:nvPr>
            <p:ph idx="1"/>
          </p:nvPr>
        </p:nvSpPr>
        <p:spPr>
          <a:xfrm>
            <a:off x="191069" y="218986"/>
            <a:ext cx="11873552" cy="6680579"/>
          </a:xfrm>
          <a:solidFill>
            <a:schemeClr val="tx1"/>
          </a:solidFill>
        </p:spPr>
        <p:txBody>
          <a:bodyPr>
            <a:noAutofit/>
          </a:bodyPr>
          <a:lstStyle/>
          <a:p>
            <a:pPr marL="0" indent="0" algn="ctr">
              <a:buNone/>
            </a:pPr>
            <a:r>
              <a:rPr lang="en-US" sz="8000" b="1" dirty="0" err="1">
                <a:solidFill>
                  <a:schemeClr val="bg1"/>
                </a:solidFill>
              </a:rPr>
              <a:t>ጌታ</a:t>
            </a:r>
            <a:r>
              <a:rPr lang="en-US" sz="8000" b="1" dirty="0">
                <a:solidFill>
                  <a:schemeClr val="bg1"/>
                </a:solidFill>
              </a:rPr>
              <a:t> </a:t>
            </a:r>
            <a:r>
              <a:rPr lang="en-US" sz="8000" b="1" dirty="0" err="1">
                <a:solidFill>
                  <a:schemeClr val="bg1"/>
                </a:solidFill>
              </a:rPr>
              <a:t>ሆይ</a:t>
            </a:r>
            <a:r>
              <a:rPr lang="en-US" sz="8000" b="1" dirty="0">
                <a:solidFill>
                  <a:schemeClr val="bg1"/>
                </a:solidFill>
              </a:rPr>
              <a:t> ፡</a:t>
            </a:r>
          </a:p>
          <a:p>
            <a:pPr marL="0" indent="0" algn="ctr">
              <a:buNone/>
            </a:pPr>
            <a:r>
              <a:rPr lang="en-US" sz="8000" b="1" dirty="0" err="1">
                <a:solidFill>
                  <a:schemeClr val="bg1"/>
                </a:solidFill>
              </a:rPr>
              <a:t>ለመፅናናት</a:t>
            </a:r>
            <a:r>
              <a:rPr lang="en-US" sz="8000" dirty="0">
                <a:solidFill>
                  <a:schemeClr val="bg1"/>
                </a:solidFill>
              </a:rPr>
              <a:t> 		        </a:t>
            </a:r>
            <a:r>
              <a:rPr lang="en-US" sz="8000" b="1" dirty="0" err="1">
                <a:solidFill>
                  <a:schemeClr val="bg1"/>
                </a:solidFill>
              </a:rPr>
              <a:t>ማፅናናት</a:t>
            </a:r>
            <a:r>
              <a:rPr lang="en-US" sz="8000" dirty="0">
                <a:solidFill>
                  <a:schemeClr val="bg1"/>
                </a:solidFill>
              </a:rPr>
              <a:t> </a:t>
            </a:r>
            <a:r>
              <a:rPr lang="en-US" sz="8000" b="1" dirty="0" err="1">
                <a:solidFill>
                  <a:schemeClr val="bg1"/>
                </a:solidFill>
              </a:rPr>
              <a:t>ለመግባባት</a:t>
            </a:r>
            <a:r>
              <a:rPr lang="en-US" sz="8000" b="1" dirty="0">
                <a:solidFill>
                  <a:schemeClr val="bg1"/>
                </a:solidFill>
              </a:rPr>
              <a:t>					</a:t>
            </a:r>
            <a:r>
              <a:rPr lang="en-US" sz="8000" dirty="0">
                <a:solidFill>
                  <a:schemeClr val="bg1"/>
                </a:solidFill>
              </a:rPr>
              <a:t> </a:t>
            </a:r>
            <a:r>
              <a:rPr lang="en-US" sz="8000" b="1" dirty="0" err="1">
                <a:solidFill>
                  <a:schemeClr val="bg1"/>
                </a:solidFill>
              </a:rPr>
              <a:t>ማግባባት</a:t>
            </a:r>
            <a:r>
              <a:rPr lang="en-US" sz="8000" dirty="0">
                <a:solidFill>
                  <a:schemeClr val="bg1"/>
                </a:solidFill>
              </a:rPr>
              <a:t> </a:t>
            </a:r>
          </a:p>
          <a:p>
            <a:pPr marL="0" indent="0" algn="ctr">
              <a:buNone/>
            </a:pPr>
            <a:r>
              <a:rPr lang="en-US" sz="8000" b="1" dirty="0" err="1">
                <a:solidFill>
                  <a:schemeClr val="bg1"/>
                </a:solidFill>
              </a:rPr>
              <a:t>ለመወደድ</a:t>
            </a:r>
            <a:r>
              <a:rPr lang="en-US" sz="8000" dirty="0">
                <a:solidFill>
                  <a:schemeClr val="bg1"/>
                </a:solidFill>
              </a:rPr>
              <a:t> 					</a:t>
            </a:r>
            <a:r>
              <a:rPr lang="en-US" sz="8000" b="1" dirty="0" err="1">
                <a:solidFill>
                  <a:schemeClr val="bg1"/>
                </a:solidFill>
              </a:rPr>
              <a:t>መውደድ</a:t>
            </a:r>
            <a:r>
              <a:rPr lang="en-US" sz="8000" dirty="0">
                <a:solidFill>
                  <a:schemeClr val="bg1"/>
                </a:solidFill>
              </a:rPr>
              <a:t> </a:t>
            </a:r>
          </a:p>
          <a:p>
            <a:pPr marL="0" indent="0" algn="ctr">
              <a:buNone/>
            </a:pPr>
            <a:r>
              <a:rPr lang="en-US" sz="8000" b="1" dirty="0" err="1">
                <a:solidFill>
                  <a:schemeClr val="bg1"/>
                </a:solidFill>
              </a:rPr>
              <a:t>ለመቀበል</a:t>
            </a:r>
            <a:r>
              <a:rPr lang="en-US" sz="8000" dirty="0">
                <a:solidFill>
                  <a:schemeClr val="bg1"/>
                </a:solidFill>
              </a:rPr>
              <a:t> 					</a:t>
            </a:r>
            <a:r>
              <a:rPr lang="en-US" sz="8000" b="1" dirty="0" err="1">
                <a:solidFill>
                  <a:schemeClr val="bg1"/>
                </a:solidFill>
              </a:rPr>
              <a:t>መስጠት</a:t>
            </a:r>
            <a:r>
              <a:rPr lang="en-US" sz="8000" b="1" dirty="0">
                <a:solidFill>
                  <a:schemeClr val="bg1"/>
                </a:solidFill>
              </a:rPr>
              <a:t> </a:t>
            </a:r>
          </a:p>
        </p:txBody>
      </p:sp>
    </p:spTree>
    <p:extLst>
      <p:ext uri="{BB962C8B-B14F-4D97-AF65-F5344CB8AC3E}">
        <p14:creationId xmlns:p14="http://schemas.microsoft.com/office/powerpoint/2010/main" val="280390343"/>
      </p:ext>
    </p:extLst>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D0E2454-242B-4A17-B572-1809BBF16F2D}"/>
              </a:ext>
            </a:extLst>
          </p:cNvPr>
          <p:cNvSpPr>
            <a:spLocks noGrp="1"/>
          </p:cNvSpPr>
          <p:nvPr>
            <p:ph idx="1"/>
          </p:nvPr>
        </p:nvSpPr>
        <p:spPr>
          <a:xfrm>
            <a:off x="191069" y="371391"/>
            <a:ext cx="11873552" cy="6680579"/>
          </a:xfrm>
          <a:solidFill>
            <a:schemeClr val="tx1"/>
          </a:solidFill>
        </p:spPr>
        <p:txBody>
          <a:bodyPr>
            <a:noAutofit/>
          </a:bodyPr>
          <a:lstStyle/>
          <a:p>
            <a:pPr marL="0" indent="0" algn="ctr">
              <a:buNone/>
            </a:pPr>
            <a:r>
              <a:rPr lang="en-US" sz="8800" b="1" dirty="0" err="1">
                <a:solidFill>
                  <a:schemeClr val="bg1"/>
                </a:solidFill>
              </a:rPr>
              <a:t>ይቅር</a:t>
            </a:r>
            <a:r>
              <a:rPr lang="en-US" sz="8800" b="1" dirty="0">
                <a:solidFill>
                  <a:schemeClr val="bg1"/>
                </a:solidFill>
              </a:rPr>
              <a:t> </a:t>
            </a:r>
            <a:r>
              <a:rPr lang="en-US" sz="8800" b="1" dirty="0" err="1">
                <a:solidFill>
                  <a:schemeClr val="bg1"/>
                </a:solidFill>
              </a:rPr>
              <a:t>ለመባል</a:t>
            </a:r>
            <a:r>
              <a:rPr lang="en-US" sz="8800" dirty="0">
                <a:solidFill>
                  <a:schemeClr val="bg1"/>
                </a:solidFill>
              </a:rPr>
              <a:t> </a:t>
            </a:r>
            <a:r>
              <a:rPr lang="en-US" sz="8800" b="1" dirty="0" err="1">
                <a:solidFill>
                  <a:schemeClr val="bg1"/>
                </a:solidFill>
              </a:rPr>
              <a:t>ይቅር</a:t>
            </a:r>
            <a:r>
              <a:rPr lang="en-US" sz="8800" b="1" dirty="0">
                <a:solidFill>
                  <a:schemeClr val="bg1"/>
                </a:solidFill>
              </a:rPr>
              <a:t> </a:t>
            </a:r>
            <a:r>
              <a:rPr lang="en-US" sz="8800" b="1" dirty="0" err="1">
                <a:solidFill>
                  <a:schemeClr val="bg1"/>
                </a:solidFill>
              </a:rPr>
              <a:t>ማለት</a:t>
            </a:r>
            <a:r>
              <a:rPr lang="en-US" sz="8800" b="1" dirty="0">
                <a:solidFill>
                  <a:schemeClr val="bg1"/>
                </a:solidFill>
              </a:rPr>
              <a:t> </a:t>
            </a:r>
          </a:p>
          <a:p>
            <a:pPr marL="0" indent="0" algn="ctr">
              <a:buNone/>
            </a:pPr>
            <a:r>
              <a:rPr lang="en-US" sz="8800" b="1" dirty="0" err="1">
                <a:solidFill>
                  <a:schemeClr val="bg1"/>
                </a:solidFill>
              </a:rPr>
              <a:t>የዘላለምን</a:t>
            </a:r>
            <a:r>
              <a:rPr lang="en-US" sz="8800" b="1" dirty="0">
                <a:solidFill>
                  <a:schemeClr val="bg1"/>
                </a:solidFill>
              </a:rPr>
              <a:t> </a:t>
            </a:r>
            <a:r>
              <a:rPr lang="en-US" sz="8800" b="1" dirty="0" err="1">
                <a:solidFill>
                  <a:schemeClr val="bg1"/>
                </a:solidFill>
              </a:rPr>
              <a:t>ሕይወት</a:t>
            </a:r>
            <a:r>
              <a:rPr lang="en-US" sz="8800" b="1" dirty="0">
                <a:solidFill>
                  <a:schemeClr val="bg1"/>
                </a:solidFill>
              </a:rPr>
              <a:t> </a:t>
            </a:r>
            <a:r>
              <a:rPr lang="en-US" sz="8800" b="1" dirty="0" err="1">
                <a:solidFill>
                  <a:schemeClr val="bg1"/>
                </a:solidFill>
              </a:rPr>
              <a:t>ለማግኘት</a:t>
            </a:r>
            <a:r>
              <a:rPr lang="en-US" sz="8800" dirty="0">
                <a:solidFill>
                  <a:schemeClr val="bg1"/>
                </a:solidFill>
              </a:rPr>
              <a:t> </a:t>
            </a:r>
            <a:r>
              <a:rPr lang="en-US" sz="8800" dirty="0" err="1">
                <a:solidFill>
                  <a:schemeClr val="bg1"/>
                </a:solidFill>
              </a:rPr>
              <a:t>መሞት</a:t>
            </a:r>
            <a:r>
              <a:rPr lang="en-US" sz="8800" dirty="0">
                <a:solidFill>
                  <a:schemeClr val="bg1"/>
                </a:solidFill>
              </a:rPr>
              <a:t> </a:t>
            </a:r>
            <a:r>
              <a:rPr lang="en-US" sz="8800" dirty="0" err="1">
                <a:solidFill>
                  <a:schemeClr val="bg1"/>
                </a:solidFill>
              </a:rPr>
              <a:t>እንዳለብኝ</a:t>
            </a:r>
            <a:r>
              <a:rPr lang="en-US" sz="8800" dirty="0">
                <a:solidFill>
                  <a:schemeClr val="bg1"/>
                </a:solidFill>
              </a:rPr>
              <a:t> </a:t>
            </a:r>
            <a:r>
              <a:rPr lang="en-US" sz="8800" dirty="0" err="1">
                <a:solidFill>
                  <a:schemeClr val="bg1"/>
                </a:solidFill>
              </a:rPr>
              <a:t>ለማወቅ</a:t>
            </a:r>
            <a:r>
              <a:rPr lang="en-US" sz="8800" dirty="0">
                <a:solidFill>
                  <a:schemeClr val="bg1"/>
                </a:solidFill>
              </a:rPr>
              <a:t> </a:t>
            </a:r>
            <a:r>
              <a:rPr lang="en-US" sz="8800" dirty="0" err="1">
                <a:solidFill>
                  <a:schemeClr val="bg1"/>
                </a:solidFill>
              </a:rPr>
              <a:t>እርዳኝ</a:t>
            </a:r>
            <a:r>
              <a:rPr lang="en-US" sz="8800" dirty="0">
                <a:solidFill>
                  <a:schemeClr val="bg1"/>
                </a:solidFill>
              </a:rPr>
              <a:t>። </a:t>
            </a:r>
            <a:r>
              <a:rPr lang="en-US" sz="8800" dirty="0" err="1">
                <a:solidFill>
                  <a:schemeClr val="bg1"/>
                </a:solidFill>
              </a:rPr>
              <a:t>አሜን</a:t>
            </a:r>
            <a:r>
              <a:rPr lang="en-US" sz="8800" dirty="0">
                <a:solidFill>
                  <a:schemeClr val="bg1"/>
                </a:solidFill>
              </a:rPr>
              <a:t>።</a:t>
            </a:r>
          </a:p>
          <a:p>
            <a:pPr marL="0" indent="0" algn="ctr">
              <a:buNone/>
            </a:pPr>
            <a:endParaRPr lang="en-US" sz="8800" b="1" dirty="0">
              <a:solidFill>
                <a:schemeClr val="bg1"/>
              </a:solidFill>
            </a:endParaRPr>
          </a:p>
        </p:txBody>
      </p:sp>
    </p:spTree>
    <p:extLst>
      <p:ext uri="{BB962C8B-B14F-4D97-AF65-F5344CB8AC3E}">
        <p14:creationId xmlns:p14="http://schemas.microsoft.com/office/powerpoint/2010/main" val="2314839575"/>
      </p:ext>
    </p:extLst>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F5BC56-F92F-4945-BF36-2FD05C4D34F2}"/>
              </a:ext>
            </a:extLst>
          </p:cNvPr>
          <p:cNvSpPr>
            <a:spLocks noGrp="1"/>
          </p:cNvSpPr>
          <p:nvPr>
            <p:ph type="title"/>
          </p:nvPr>
        </p:nvSpPr>
        <p:spPr>
          <a:xfrm>
            <a:off x="838200" y="193565"/>
            <a:ext cx="10515600" cy="974944"/>
          </a:xfrm>
        </p:spPr>
        <p:txBody>
          <a:bodyPr>
            <a:normAutofit fontScale="90000"/>
          </a:bodyPr>
          <a:lstStyle/>
          <a:p>
            <a:pPr algn="ctr"/>
            <a:r>
              <a:rPr lang="en-US" sz="7200" dirty="0" err="1">
                <a:solidFill>
                  <a:srgbClr val="C00000"/>
                </a:solidFill>
              </a:rPr>
              <a:t>ብጽዕት</a:t>
            </a:r>
            <a:r>
              <a:rPr lang="en-US" sz="7200" dirty="0">
                <a:solidFill>
                  <a:srgbClr val="C00000"/>
                </a:solidFill>
              </a:rPr>
              <a:t> </a:t>
            </a:r>
            <a:r>
              <a:rPr lang="en-US" sz="7200" dirty="0" err="1">
                <a:solidFill>
                  <a:srgbClr val="C00000"/>
                </a:solidFill>
              </a:rPr>
              <a:t>ነሽ</a:t>
            </a:r>
            <a:r>
              <a:rPr lang="en-US" sz="7200" dirty="0">
                <a:solidFill>
                  <a:srgbClr val="C00000"/>
                </a:solidFill>
              </a:rPr>
              <a:t> </a:t>
            </a:r>
            <a:r>
              <a:rPr lang="en-US" sz="7200" dirty="0" err="1">
                <a:solidFill>
                  <a:srgbClr val="C00000"/>
                </a:solidFill>
              </a:rPr>
              <a:t>ማርያም</a:t>
            </a:r>
            <a:endParaRPr lang="en-US" sz="7200" dirty="0">
              <a:solidFill>
                <a:srgbClr val="C00000"/>
              </a:solidFill>
            </a:endParaRPr>
          </a:p>
        </p:txBody>
      </p:sp>
      <p:sp>
        <p:nvSpPr>
          <p:cNvPr id="3" name="Content Placeholder 2">
            <a:extLst>
              <a:ext uri="{FF2B5EF4-FFF2-40B4-BE49-F238E27FC236}">
                <a16:creationId xmlns:a16="http://schemas.microsoft.com/office/drawing/2014/main" id="{15DC8158-13B1-49CD-9DB4-69D77DA4E83D}"/>
              </a:ext>
            </a:extLst>
          </p:cNvPr>
          <p:cNvSpPr>
            <a:spLocks noGrp="1"/>
          </p:cNvSpPr>
          <p:nvPr>
            <p:ph idx="1"/>
          </p:nvPr>
        </p:nvSpPr>
        <p:spPr>
          <a:xfrm>
            <a:off x="299545" y="1168509"/>
            <a:ext cx="11540358" cy="5495926"/>
          </a:xfrm>
        </p:spPr>
        <p:txBody>
          <a:bodyPr>
            <a:normAutofit lnSpcReduction="10000"/>
          </a:bodyPr>
          <a:lstStyle/>
          <a:p>
            <a:pPr marL="0" indent="0">
              <a:buNone/>
            </a:pPr>
            <a:r>
              <a:rPr lang="am-ET" sz="8000" dirty="0"/>
              <a:t>ከቶ ከእንስት እንደ ልቡ ያገኘው ማንን ነው </a:t>
            </a:r>
          </a:p>
          <a:p>
            <a:pPr marL="0" indent="0">
              <a:buNone/>
            </a:pPr>
            <a:r>
              <a:rPr lang="am-ET" sz="8000" dirty="0"/>
              <a:t>እግዚአብሔር </a:t>
            </a:r>
            <a:r>
              <a:rPr lang="en-US" sz="8000" dirty="0"/>
              <a:t>ዓ</a:t>
            </a:r>
            <a:r>
              <a:rPr lang="am-ET" sz="8000" dirty="0"/>
              <a:t>ለምን ሲጎበኘው</a:t>
            </a:r>
          </a:p>
          <a:p>
            <a:pPr marL="0" indent="0">
              <a:buNone/>
            </a:pPr>
            <a:r>
              <a:rPr lang="am-ET" sz="8000" dirty="0"/>
              <a:t>በቅን ልብሽ ማርያም ተደነቀብሽ</a:t>
            </a:r>
          </a:p>
          <a:p>
            <a:pPr marL="0" indent="0">
              <a:buNone/>
            </a:pPr>
            <a:r>
              <a:rPr lang="am-ET" sz="8000" dirty="0"/>
              <a:t>ለወላለም የተመሰገንሽ ሆንሽ</a:t>
            </a:r>
          </a:p>
        </p:txBody>
      </p:sp>
    </p:spTree>
    <p:extLst>
      <p:ext uri="{BB962C8B-B14F-4D97-AF65-F5344CB8AC3E}">
        <p14:creationId xmlns:p14="http://schemas.microsoft.com/office/powerpoint/2010/main" val="2286513823"/>
      </p:ext>
    </p:extLst>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5DC8158-13B1-49CD-9DB4-69D77DA4E83D}"/>
              </a:ext>
            </a:extLst>
          </p:cNvPr>
          <p:cNvSpPr>
            <a:spLocks noGrp="1"/>
          </p:cNvSpPr>
          <p:nvPr>
            <p:ph idx="1"/>
          </p:nvPr>
        </p:nvSpPr>
        <p:spPr>
          <a:xfrm>
            <a:off x="299545" y="394138"/>
            <a:ext cx="11540358" cy="6270297"/>
          </a:xfrm>
        </p:spPr>
        <p:txBody>
          <a:bodyPr>
            <a:normAutofit/>
          </a:bodyPr>
          <a:lstStyle/>
          <a:p>
            <a:pPr marL="0" indent="0">
              <a:buNone/>
            </a:pPr>
            <a:r>
              <a:rPr lang="am-ET" sz="8800" dirty="0">
                <a:solidFill>
                  <a:srgbClr val="0070C0"/>
                </a:solidFill>
              </a:rPr>
              <a:t>ብፅ</a:t>
            </a:r>
            <a:r>
              <a:rPr lang="en-US" sz="8800" dirty="0">
                <a:solidFill>
                  <a:srgbClr val="0070C0"/>
                </a:solidFill>
              </a:rPr>
              <a:t>ዕ</a:t>
            </a:r>
            <a:r>
              <a:rPr lang="am-ET" sz="8800" dirty="0">
                <a:solidFill>
                  <a:srgbClr val="0070C0"/>
                </a:solidFill>
              </a:rPr>
              <a:t>ት ነሽ ማርያም </a:t>
            </a:r>
          </a:p>
          <a:p>
            <a:pPr marL="0" indent="0">
              <a:buNone/>
            </a:pPr>
            <a:r>
              <a:rPr lang="am-ET" sz="8800" dirty="0">
                <a:solidFill>
                  <a:srgbClr val="0070C0"/>
                </a:solidFill>
              </a:rPr>
              <a:t>ንፅ</a:t>
            </a:r>
            <a:r>
              <a:rPr lang="en-US" sz="8800" dirty="0">
                <a:solidFill>
                  <a:srgbClr val="0070C0"/>
                </a:solidFill>
              </a:rPr>
              <a:t>ህ</a:t>
            </a:r>
            <a:r>
              <a:rPr lang="am-ET" sz="8800" dirty="0">
                <a:solidFill>
                  <a:srgbClr val="0070C0"/>
                </a:solidFill>
              </a:rPr>
              <a:t>ት ነሽ ማርያም </a:t>
            </a:r>
          </a:p>
          <a:p>
            <a:pPr marL="0" indent="0">
              <a:buNone/>
            </a:pPr>
            <a:r>
              <a:rPr lang="am-ET" sz="8800" dirty="0">
                <a:solidFill>
                  <a:srgbClr val="0070C0"/>
                </a:solidFill>
              </a:rPr>
              <a:t>ከሴቶች ሁሉ ማርያም </a:t>
            </a:r>
          </a:p>
          <a:p>
            <a:pPr marL="0" indent="0">
              <a:buNone/>
            </a:pPr>
            <a:r>
              <a:rPr lang="am-ET" sz="8800" dirty="0">
                <a:solidFill>
                  <a:srgbClr val="0070C0"/>
                </a:solidFill>
              </a:rPr>
              <a:t>ልቀሽ ያለሽ ማርያም</a:t>
            </a:r>
          </a:p>
          <a:p>
            <a:pPr marL="0" indent="0">
              <a:buNone/>
            </a:pPr>
            <a:endParaRPr lang="am-ET" sz="8800" dirty="0"/>
          </a:p>
          <a:p>
            <a:pPr marL="0" indent="0">
              <a:buNone/>
            </a:pPr>
            <a:endParaRPr lang="en-US" sz="8800" dirty="0"/>
          </a:p>
        </p:txBody>
      </p:sp>
    </p:spTree>
    <p:extLst>
      <p:ext uri="{BB962C8B-B14F-4D97-AF65-F5344CB8AC3E}">
        <p14:creationId xmlns:p14="http://schemas.microsoft.com/office/powerpoint/2010/main" val="36043702"/>
      </p:ext>
    </p:extLst>
  </p:cSld>
  <p:clrMapOvr>
    <a:masterClrMapping/>
  </p:clrMapOvr>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5DC8158-13B1-49CD-9DB4-69D77DA4E83D}"/>
              </a:ext>
            </a:extLst>
          </p:cNvPr>
          <p:cNvSpPr>
            <a:spLocks noGrp="1"/>
          </p:cNvSpPr>
          <p:nvPr>
            <p:ph idx="1"/>
          </p:nvPr>
        </p:nvSpPr>
        <p:spPr>
          <a:xfrm>
            <a:off x="299545" y="394138"/>
            <a:ext cx="11540358" cy="6270297"/>
          </a:xfrm>
        </p:spPr>
        <p:txBody>
          <a:bodyPr>
            <a:normAutofit/>
          </a:bodyPr>
          <a:lstStyle/>
          <a:p>
            <a:pPr marL="0" indent="0">
              <a:buNone/>
            </a:pPr>
            <a:r>
              <a:rPr lang="am-ET" sz="8000" dirty="0"/>
              <a:t>በቅድስና በእርሱ ጎዳና</a:t>
            </a:r>
          </a:p>
          <a:p>
            <a:pPr marL="0" indent="0">
              <a:buNone/>
            </a:pPr>
            <a:r>
              <a:rPr lang="am-ET" sz="8000" dirty="0"/>
              <a:t>ፍፁም የሄደ መንገዱ ቀና</a:t>
            </a:r>
          </a:p>
          <a:p>
            <a:pPr marL="0" indent="0">
              <a:buNone/>
            </a:pPr>
            <a:r>
              <a:rPr lang="am-ET" sz="8000" dirty="0"/>
              <a:t>የእንስቶች ራስ አንቺ ነሽ ማርያም</a:t>
            </a:r>
          </a:p>
          <a:p>
            <a:pPr marL="0" indent="0">
              <a:buNone/>
            </a:pPr>
            <a:r>
              <a:rPr lang="am-ET" sz="8000" dirty="0"/>
              <a:t>የእየሱሴ እናት ምግባረ ሰናይ</a:t>
            </a:r>
          </a:p>
          <a:p>
            <a:pPr marL="0" indent="0">
              <a:buNone/>
            </a:pPr>
            <a:endParaRPr lang="en-US" sz="8800" dirty="0"/>
          </a:p>
        </p:txBody>
      </p:sp>
    </p:spTree>
    <p:extLst>
      <p:ext uri="{BB962C8B-B14F-4D97-AF65-F5344CB8AC3E}">
        <p14:creationId xmlns:p14="http://schemas.microsoft.com/office/powerpoint/2010/main" val="4179861690"/>
      </p:ext>
    </p:extLst>
  </p:cSld>
  <p:clrMapOvr>
    <a:masterClrMapping/>
  </p:clrMapOvr>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5DC8158-13B1-49CD-9DB4-69D77DA4E83D}"/>
              </a:ext>
            </a:extLst>
          </p:cNvPr>
          <p:cNvSpPr>
            <a:spLocks noGrp="1"/>
          </p:cNvSpPr>
          <p:nvPr>
            <p:ph idx="1"/>
          </p:nvPr>
        </p:nvSpPr>
        <p:spPr>
          <a:xfrm>
            <a:off x="299545" y="394138"/>
            <a:ext cx="11540358" cy="6270297"/>
          </a:xfrm>
        </p:spPr>
        <p:txBody>
          <a:bodyPr>
            <a:normAutofit/>
          </a:bodyPr>
          <a:lstStyle/>
          <a:p>
            <a:pPr marL="0" indent="0">
              <a:buNone/>
            </a:pPr>
            <a:r>
              <a:rPr lang="am-ET" sz="8800" dirty="0">
                <a:solidFill>
                  <a:srgbClr val="0070C0"/>
                </a:solidFill>
              </a:rPr>
              <a:t>ብፅ</a:t>
            </a:r>
            <a:r>
              <a:rPr lang="en-US" sz="8800" dirty="0">
                <a:solidFill>
                  <a:srgbClr val="0070C0"/>
                </a:solidFill>
              </a:rPr>
              <a:t>ዕ</a:t>
            </a:r>
            <a:r>
              <a:rPr lang="am-ET" sz="8800" dirty="0">
                <a:solidFill>
                  <a:srgbClr val="0070C0"/>
                </a:solidFill>
              </a:rPr>
              <a:t>ት ነሽ ማርያም </a:t>
            </a:r>
          </a:p>
          <a:p>
            <a:pPr marL="0" indent="0">
              <a:buNone/>
            </a:pPr>
            <a:r>
              <a:rPr lang="am-ET" sz="8800" dirty="0">
                <a:solidFill>
                  <a:srgbClr val="0070C0"/>
                </a:solidFill>
              </a:rPr>
              <a:t>ንፅ</a:t>
            </a:r>
            <a:r>
              <a:rPr lang="en-US" sz="8800" dirty="0">
                <a:solidFill>
                  <a:srgbClr val="0070C0"/>
                </a:solidFill>
              </a:rPr>
              <a:t>ህ</a:t>
            </a:r>
            <a:r>
              <a:rPr lang="am-ET" sz="8800" dirty="0">
                <a:solidFill>
                  <a:srgbClr val="0070C0"/>
                </a:solidFill>
              </a:rPr>
              <a:t>ት ነሽ ማርያም </a:t>
            </a:r>
          </a:p>
          <a:p>
            <a:pPr marL="0" indent="0">
              <a:buNone/>
            </a:pPr>
            <a:r>
              <a:rPr lang="am-ET" sz="8800" dirty="0">
                <a:solidFill>
                  <a:srgbClr val="0070C0"/>
                </a:solidFill>
              </a:rPr>
              <a:t>ከሴቶች ሁሉ ማርያም </a:t>
            </a:r>
          </a:p>
          <a:p>
            <a:pPr marL="0" indent="0">
              <a:buNone/>
            </a:pPr>
            <a:r>
              <a:rPr lang="am-ET" sz="8800" dirty="0">
                <a:solidFill>
                  <a:srgbClr val="0070C0"/>
                </a:solidFill>
              </a:rPr>
              <a:t>ልቀሽ ያለሽ ማርያም</a:t>
            </a:r>
          </a:p>
          <a:p>
            <a:pPr marL="0" indent="0">
              <a:buNone/>
            </a:pPr>
            <a:endParaRPr lang="am-ET" sz="8800" dirty="0"/>
          </a:p>
          <a:p>
            <a:pPr marL="0" indent="0">
              <a:buNone/>
            </a:pPr>
            <a:endParaRPr lang="en-US" sz="8800" dirty="0"/>
          </a:p>
        </p:txBody>
      </p:sp>
    </p:spTree>
    <p:extLst>
      <p:ext uri="{BB962C8B-B14F-4D97-AF65-F5344CB8AC3E}">
        <p14:creationId xmlns:p14="http://schemas.microsoft.com/office/powerpoint/2010/main" val="1734476658"/>
      </p:ext>
    </p:extLst>
  </p:cSld>
  <p:clrMapOvr>
    <a:masterClrMapping/>
  </p:clrMapOvr>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5DC8158-13B1-49CD-9DB4-69D77DA4E83D}"/>
              </a:ext>
            </a:extLst>
          </p:cNvPr>
          <p:cNvSpPr>
            <a:spLocks noGrp="1"/>
          </p:cNvSpPr>
          <p:nvPr>
            <p:ph idx="1"/>
          </p:nvPr>
        </p:nvSpPr>
        <p:spPr>
          <a:xfrm>
            <a:off x="299545" y="394138"/>
            <a:ext cx="11540358" cy="6270297"/>
          </a:xfrm>
        </p:spPr>
        <p:txBody>
          <a:bodyPr>
            <a:normAutofit/>
          </a:bodyPr>
          <a:lstStyle/>
          <a:p>
            <a:pPr marL="0" indent="0">
              <a:buNone/>
            </a:pPr>
            <a:r>
              <a:rPr lang="am-ET" sz="7200" dirty="0"/>
              <a:t>እግዚአብሔር አለ ፀጋን የሞላሽ</a:t>
            </a:r>
          </a:p>
          <a:p>
            <a:pPr marL="0" indent="0">
              <a:buNone/>
            </a:pPr>
            <a:r>
              <a:rPr lang="am-ET" sz="7200" dirty="0"/>
              <a:t>ባንቺ አደረ አንቺን የሰራሽ</a:t>
            </a:r>
          </a:p>
          <a:p>
            <a:pPr marL="0" indent="0">
              <a:buNone/>
            </a:pPr>
            <a:r>
              <a:rPr lang="am-ET" sz="7200" dirty="0"/>
              <a:t>እንከን አይወጣው በምርጫው መንገድ</a:t>
            </a:r>
          </a:p>
          <a:p>
            <a:pPr marL="0" indent="0">
              <a:buNone/>
            </a:pPr>
            <a:r>
              <a:rPr lang="am-ET" sz="7200" dirty="0"/>
              <a:t>ልብሽን ላየ </a:t>
            </a:r>
            <a:r>
              <a:rPr lang="en-US" sz="7200" dirty="0"/>
              <a:t>ለ</a:t>
            </a:r>
            <a:r>
              <a:rPr lang="am-ET" sz="7200" dirty="0"/>
              <a:t>እግዚአብሔር አይከብድ</a:t>
            </a:r>
          </a:p>
          <a:p>
            <a:pPr marL="0" indent="0">
              <a:buNone/>
            </a:pPr>
            <a:endParaRPr lang="en-US" sz="8800" dirty="0"/>
          </a:p>
        </p:txBody>
      </p:sp>
    </p:spTree>
    <p:extLst>
      <p:ext uri="{BB962C8B-B14F-4D97-AF65-F5344CB8AC3E}">
        <p14:creationId xmlns:p14="http://schemas.microsoft.com/office/powerpoint/2010/main" val="849631796"/>
      </p:ext>
    </p:extLst>
  </p:cSld>
  <p:clrMapOvr>
    <a:masterClrMapping/>
  </p:clrMapOvr>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5DC8158-13B1-49CD-9DB4-69D77DA4E83D}"/>
              </a:ext>
            </a:extLst>
          </p:cNvPr>
          <p:cNvSpPr>
            <a:spLocks noGrp="1"/>
          </p:cNvSpPr>
          <p:nvPr>
            <p:ph idx="1"/>
          </p:nvPr>
        </p:nvSpPr>
        <p:spPr>
          <a:xfrm>
            <a:off x="299545" y="394138"/>
            <a:ext cx="11540358" cy="6270297"/>
          </a:xfrm>
        </p:spPr>
        <p:txBody>
          <a:bodyPr>
            <a:normAutofit/>
          </a:bodyPr>
          <a:lstStyle/>
          <a:p>
            <a:pPr marL="0" indent="0">
              <a:buNone/>
            </a:pPr>
            <a:r>
              <a:rPr lang="am-ET" sz="8800" dirty="0">
                <a:solidFill>
                  <a:srgbClr val="0070C0"/>
                </a:solidFill>
              </a:rPr>
              <a:t>ብፅ</a:t>
            </a:r>
            <a:r>
              <a:rPr lang="en-US" sz="8800" dirty="0">
                <a:solidFill>
                  <a:srgbClr val="0070C0"/>
                </a:solidFill>
              </a:rPr>
              <a:t>ዕ</a:t>
            </a:r>
            <a:r>
              <a:rPr lang="am-ET" sz="8800" dirty="0">
                <a:solidFill>
                  <a:srgbClr val="0070C0"/>
                </a:solidFill>
              </a:rPr>
              <a:t>ት ነሽ ማርያም </a:t>
            </a:r>
          </a:p>
          <a:p>
            <a:pPr marL="0" indent="0">
              <a:buNone/>
            </a:pPr>
            <a:r>
              <a:rPr lang="am-ET" sz="8800" dirty="0">
                <a:solidFill>
                  <a:srgbClr val="0070C0"/>
                </a:solidFill>
              </a:rPr>
              <a:t>ንፅ</a:t>
            </a:r>
            <a:r>
              <a:rPr lang="en-US" sz="8800" dirty="0">
                <a:solidFill>
                  <a:srgbClr val="0070C0"/>
                </a:solidFill>
              </a:rPr>
              <a:t>ህ</a:t>
            </a:r>
            <a:r>
              <a:rPr lang="am-ET" sz="8800" dirty="0">
                <a:solidFill>
                  <a:srgbClr val="0070C0"/>
                </a:solidFill>
              </a:rPr>
              <a:t>ት ነሽ ማርያም </a:t>
            </a:r>
          </a:p>
          <a:p>
            <a:pPr marL="0" indent="0">
              <a:buNone/>
            </a:pPr>
            <a:r>
              <a:rPr lang="am-ET" sz="8800" dirty="0">
                <a:solidFill>
                  <a:srgbClr val="0070C0"/>
                </a:solidFill>
              </a:rPr>
              <a:t>ከሴቶች ሁሉ ማርያም </a:t>
            </a:r>
          </a:p>
          <a:p>
            <a:pPr marL="0" indent="0">
              <a:buNone/>
            </a:pPr>
            <a:r>
              <a:rPr lang="am-ET" sz="8800" dirty="0">
                <a:solidFill>
                  <a:srgbClr val="0070C0"/>
                </a:solidFill>
              </a:rPr>
              <a:t>ልቀሽ ያለሽ ማርያም</a:t>
            </a:r>
          </a:p>
          <a:p>
            <a:pPr marL="0" indent="0">
              <a:buNone/>
            </a:pPr>
            <a:endParaRPr lang="am-ET" sz="8800" dirty="0"/>
          </a:p>
          <a:p>
            <a:pPr marL="0" indent="0">
              <a:buNone/>
            </a:pPr>
            <a:endParaRPr lang="en-US" sz="8800" dirty="0"/>
          </a:p>
        </p:txBody>
      </p:sp>
    </p:spTree>
    <p:extLst>
      <p:ext uri="{BB962C8B-B14F-4D97-AF65-F5344CB8AC3E}">
        <p14:creationId xmlns:p14="http://schemas.microsoft.com/office/powerpoint/2010/main" val="2401764863"/>
      </p:ext>
    </p:extLst>
  </p:cSld>
  <p:clrMapOvr>
    <a:masterClrMapping/>
  </p:clrMapOvr>
</p:sld>
</file>

<file path=ppt/slides/slide2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D0E2454-242B-4A17-B572-1809BBF16F2D}"/>
              </a:ext>
            </a:extLst>
          </p:cNvPr>
          <p:cNvSpPr>
            <a:spLocks noGrp="1"/>
          </p:cNvSpPr>
          <p:nvPr>
            <p:ph idx="1"/>
          </p:nvPr>
        </p:nvSpPr>
        <p:spPr>
          <a:xfrm>
            <a:off x="0" y="1"/>
            <a:ext cx="12192000" cy="6858000"/>
          </a:xfrm>
        </p:spPr>
        <p:txBody>
          <a:bodyPr>
            <a:noAutofit/>
          </a:bodyPr>
          <a:lstStyle/>
          <a:p>
            <a:pPr marL="0" indent="0" algn="ctr">
              <a:buNone/>
            </a:pPr>
            <a:endParaRPr lang="en-US" sz="5400" dirty="0">
              <a:solidFill>
                <a:schemeClr val="bg1"/>
              </a:solidFill>
            </a:endParaRPr>
          </a:p>
          <a:p>
            <a:pPr marL="0" indent="0" algn="ctr">
              <a:buNone/>
            </a:pPr>
            <a:endParaRPr lang="en-US" sz="5400" dirty="0">
              <a:solidFill>
                <a:schemeClr val="bg1"/>
              </a:solidFill>
            </a:endParaRPr>
          </a:p>
          <a:p>
            <a:pPr marL="0" indent="0" algn="ctr">
              <a:buNone/>
            </a:pPr>
            <a:r>
              <a:rPr lang="en-US" sz="8800" b="1" dirty="0" err="1">
                <a:solidFill>
                  <a:srgbClr val="C00000"/>
                </a:solidFill>
              </a:rPr>
              <a:t>የቅድስት</a:t>
            </a:r>
            <a:r>
              <a:rPr lang="en-US" sz="8800" b="1" dirty="0">
                <a:solidFill>
                  <a:srgbClr val="C00000"/>
                </a:solidFill>
              </a:rPr>
              <a:t> </a:t>
            </a:r>
            <a:r>
              <a:rPr lang="en-US" sz="8800" b="1" dirty="0" err="1">
                <a:solidFill>
                  <a:srgbClr val="C00000"/>
                </a:solidFill>
              </a:rPr>
              <a:t>ድንግል</a:t>
            </a:r>
            <a:r>
              <a:rPr lang="en-US" sz="8800" b="1" dirty="0">
                <a:solidFill>
                  <a:srgbClr val="C00000"/>
                </a:solidFill>
              </a:rPr>
              <a:t> </a:t>
            </a:r>
            <a:r>
              <a:rPr lang="en-US" sz="8800" b="1" dirty="0" err="1">
                <a:solidFill>
                  <a:srgbClr val="C00000"/>
                </a:solidFill>
              </a:rPr>
              <a:t>ማርያም</a:t>
            </a:r>
            <a:r>
              <a:rPr lang="en-US" sz="8800" b="1" dirty="0">
                <a:solidFill>
                  <a:srgbClr val="C00000"/>
                </a:solidFill>
              </a:rPr>
              <a:t> </a:t>
            </a:r>
            <a:r>
              <a:rPr lang="en-US" sz="8800" b="1" dirty="0" err="1">
                <a:solidFill>
                  <a:srgbClr val="C00000"/>
                </a:solidFill>
              </a:rPr>
              <a:t>የቁርባን</a:t>
            </a:r>
            <a:r>
              <a:rPr lang="en-US" sz="8800" b="1" dirty="0">
                <a:solidFill>
                  <a:srgbClr val="C00000"/>
                </a:solidFill>
              </a:rPr>
              <a:t> </a:t>
            </a:r>
            <a:r>
              <a:rPr lang="en-US" sz="8800" b="1" dirty="0" err="1">
                <a:solidFill>
                  <a:srgbClr val="C00000"/>
                </a:solidFill>
              </a:rPr>
              <a:t>ጸሎት</a:t>
            </a:r>
            <a:r>
              <a:rPr lang="en-US" sz="8800" b="1" dirty="0">
                <a:solidFill>
                  <a:srgbClr val="C00000"/>
                </a:solidFill>
              </a:rPr>
              <a:t> (</a:t>
            </a:r>
            <a:r>
              <a:rPr lang="en-US" sz="8800" b="1" dirty="0" err="1">
                <a:solidFill>
                  <a:srgbClr val="C00000"/>
                </a:solidFill>
              </a:rPr>
              <a:t>የእመቤታችን</a:t>
            </a:r>
            <a:r>
              <a:rPr lang="en-US" sz="8800" b="1" dirty="0">
                <a:solidFill>
                  <a:srgbClr val="C00000"/>
                </a:solidFill>
              </a:rPr>
              <a:t>)</a:t>
            </a:r>
            <a:endParaRPr lang="am-ET" sz="8800" b="1" dirty="0">
              <a:solidFill>
                <a:srgbClr val="C00000"/>
              </a:solidFill>
            </a:endParaRPr>
          </a:p>
        </p:txBody>
      </p:sp>
    </p:spTree>
    <p:extLst>
      <p:ext uri="{BB962C8B-B14F-4D97-AF65-F5344CB8AC3E}">
        <p14:creationId xmlns:p14="http://schemas.microsoft.com/office/powerpoint/2010/main" val="1545145332"/>
      </p:ext>
    </p:extLst>
  </p:cSld>
  <p:clrMapOvr>
    <a:masterClrMapping/>
  </p:clrMapOvr>
</p:sld>
</file>

<file path=ppt/slides/slide2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D0E2454-242B-4A17-B572-1809BBF16F2D}"/>
              </a:ext>
            </a:extLst>
          </p:cNvPr>
          <p:cNvSpPr>
            <a:spLocks noGrp="1"/>
          </p:cNvSpPr>
          <p:nvPr>
            <p:ph idx="1"/>
          </p:nvPr>
        </p:nvSpPr>
        <p:spPr>
          <a:xfrm>
            <a:off x="0" y="1"/>
            <a:ext cx="12192000" cy="6858000"/>
          </a:xfrm>
        </p:spPr>
        <p:txBody>
          <a:bodyPr>
            <a:noAutofit/>
          </a:bodyPr>
          <a:lstStyle/>
          <a:p>
            <a:pPr marL="0" indent="0">
              <a:buNone/>
            </a:pPr>
            <a:r>
              <a:rPr lang="am-ET" sz="5400" dirty="0"/>
              <a:t>ይ.ካ. እግዚአብሔር ከሁላችን ጋር ይሁን፡፡</a:t>
            </a:r>
          </a:p>
          <a:p>
            <a:pPr marL="0" indent="0">
              <a:buNone/>
            </a:pPr>
            <a:r>
              <a:rPr lang="am-ET" sz="5400" dirty="0"/>
              <a:t>ይ.ሕ. ከመንፈስህም ጋር፡፡</a:t>
            </a:r>
          </a:p>
          <a:p>
            <a:pPr marL="0" indent="0">
              <a:buNone/>
            </a:pPr>
            <a:r>
              <a:rPr lang="am-ET" sz="5400" dirty="0"/>
              <a:t>ይ.ካ. አምላካችንን አመስግኑት</a:t>
            </a:r>
          </a:p>
          <a:p>
            <a:pPr marL="0" indent="0">
              <a:buNone/>
            </a:pPr>
            <a:r>
              <a:rPr lang="am-ET" sz="5400" dirty="0"/>
              <a:t>ይ.ሕ. እውነት ነው ይገባል፡፡</a:t>
            </a:r>
          </a:p>
          <a:p>
            <a:pPr marL="0" indent="0">
              <a:buNone/>
            </a:pPr>
            <a:r>
              <a:rPr lang="am-ET" sz="5400" dirty="0"/>
              <a:t>ይ.ካ. ልባችሁን ከፍ አድርጉ፡፡</a:t>
            </a:r>
          </a:p>
          <a:p>
            <a:pPr marL="0" indent="0">
              <a:buNone/>
            </a:pPr>
            <a:r>
              <a:rPr lang="am-ET" sz="5400" dirty="0"/>
              <a:t>ይ.ሕ. ልባችን በአምላካችን በእግዚአብሔር ዘንድ ነው፡፡</a:t>
            </a:r>
          </a:p>
        </p:txBody>
      </p:sp>
    </p:spTree>
    <p:extLst>
      <p:ext uri="{BB962C8B-B14F-4D97-AF65-F5344CB8AC3E}">
        <p14:creationId xmlns:p14="http://schemas.microsoft.com/office/powerpoint/2010/main" val="2091084185"/>
      </p:ext>
    </p:extLst>
  </p:cSld>
  <p:clrMapOvr>
    <a:masterClrMapping/>
  </p:clrMapOvr>
</p:sld>
</file>

<file path=ppt/slides/slide2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D0E2454-242B-4A17-B572-1809BBF16F2D}"/>
              </a:ext>
            </a:extLst>
          </p:cNvPr>
          <p:cNvSpPr>
            <a:spLocks noGrp="1"/>
          </p:cNvSpPr>
          <p:nvPr>
            <p:ph idx="1"/>
          </p:nvPr>
        </p:nvSpPr>
        <p:spPr>
          <a:xfrm>
            <a:off x="0" y="1"/>
            <a:ext cx="12192000" cy="6858000"/>
          </a:xfrm>
        </p:spPr>
        <p:txBody>
          <a:bodyPr>
            <a:noAutofit/>
          </a:bodyPr>
          <a:lstStyle/>
          <a:p>
            <a:pPr marL="0" indent="0">
              <a:buNone/>
            </a:pPr>
            <a:r>
              <a:rPr lang="am-ET" sz="5400" dirty="0"/>
              <a:t>ይ.ካ. ልቤ መልካም ነገርን ያፈልቃል፤ እኔም የድንግልን ምስጋናና ትልቅነትዋን እናገራለሁ፤ በዛሬው ቀን፤ በዚህ ግሩም በሆነው ምሥጢር፤ በዚህ ማዕድና ቁርባን ፊት በትሕትናና በፍቅር እቆማለሁ፡፡ ፈቃዱን የሚፈጽሙትንና የልብ ቅንነት ያላቸውን የሚያድን ቁርባን ነው፡፡ ስለዚህ ማርያም ሆይ እውነተኛ የጽድቅ መብልና እውነተኛ የሕይወት መጠጥ የሆነውን ወልደሽልናልና እንወድሻለን ከፍ ከፍም እናደርግሻለን፡፡</a:t>
            </a:r>
          </a:p>
        </p:txBody>
      </p:sp>
    </p:spTree>
    <p:extLst>
      <p:ext uri="{BB962C8B-B14F-4D97-AF65-F5344CB8AC3E}">
        <p14:creationId xmlns:p14="http://schemas.microsoft.com/office/powerpoint/2010/main" val="225880758"/>
      </p:ext>
    </p:extLst>
  </p:cSld>
  <p:clrMapOvr>
    <a:masterClrMapping/>
  </p:clrMapOvr>
</p:sld>
</file>

<file path=ppt/slides/slide2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D0E2454-242B-4A17-B572-1809BBF16F2D}"/>
              </a:ext>
            </a:extLst>
          </p:cNvPr>
          <p:cNvSpPr>
            <a:spLocks noGrp="1"/>
          </p:cNvSpPr>
          <p:nvPr>
            <p:ph idx="1"/>
          </p:nvPr>
        </p:nvSpPr>
        <p:spPr>
          <a:xfrm>
            <a:off x="0" y="1"/>
            <a:ext cx="12192000" cy="6858000"/>
          </a:xfrm>
        </p:spPr>
        <p:txBody>
          <a:bodyPr>
            <a:noAutofit/>
          </a:bodyPr>
          <a:lstStyle/>
          <a:p>
            <a:pPr marL="0" indent="0">
              <a:buNone/>
            </a:pPr>
            <a:r>
              <a:rPr lang="am-ET" sz="4800" dirty="0"/>
              <a:t>ይ.ዲ. ብፅዕትና ደስተኛ ስለሆነችው፤ በሁሉም ዘንድ የተመሰገነችና የተባረከች ስለሆነችው ስለ ቅድስትና ንጽሕት የአምላክ እናት፤ ስለ እመቤታችን ድንግል ማርያም፤ ረቂቃንና ሰማያውያን ኃያላን ስለሆኑት ሊቃነ መላእክት፤ ስለ አጥማቂው ዮሐንስም፤ ስለ ሐዋርያትና ስለ ወንጌላውያን፤ ስለ ሰማዕታትም፤ ጌታ ሆይ ብፁዕና ቅዱስ ርእሰ ሊቃነ ጳጳሳትን አቡነ </a:t>
            </a:r>
            <a:r>
              <a:rPr lang="en-US" sz="4800" dirty="0" err="1"/>
              <a:t>ፍራንቸስኮስ</a:t>
            </a:r>
            <a:r>
              <a:rPr lang="en-US" sz="4800" dirty="0"/>
              <a:t> </a:t>
            </a:r>
            <a:r>
              <a:rPr lang="am-ET" sz="4800" dirty="0"/>
              <a:t>እና ብፁዕ ጳጳሳችን አቡነ </a:t>
            </a:r>
            <a:r>
              <a:rPr lang="en-US" sz="4800" dirty="0" err="1"/>
              <a:t>ብርሐነየሱስ</a:t>
            </a:r>
            <a:r>
              <a:rPr lang="en-US" sz="4800" dirty="0"/>
              <a:t> </a:t>
            </a:r>
            <a:r>
              <a:rPr lang="am-ET" sz="4800" dirty="0"/>
              <a:t>አስታውሳቸው፤ በሕይወታቸው ጠብቃቸው፤ አድናቸው፤ ኃጢአታቸውን ይቅር በልላቸው፤ እኛንም ለዘለዓለም ማረን፡፡</a:t>
            </a:r>
          </a:p>
        </p:txBody>
      </p:sp>
    </p:spTree>
    <p:extLst>
      <p:ext uri="{BB962C8B-B14F-4D97-AF65-F5344CB8AC3E}">
        <p14:creationId xmlns:p14="http://schemas.microsoft.com/office/powerpoint/2010/main" val="2619233553"/>
      </p:ext>
    </p:extLst>
  </p:cSld>
  <p:clrMapOvr>
    <a:masterClrMapping/>
  </p:clrMapOvr>
</p:sld>
</file>

<file path=ppt/slides/slide2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D0E2454-242B-4A17-B572-1809BBF16F2D}"/>
              </a:ext>
            </a:extLst>
          </p:cNvPr>
          <p:cNvSpPr>
            <a:spLocks noGrp="1"/>
          </p:cNvSpPr>
          <p:nvPr>
            <p:ph idx="1"/>
          </p:nvPr>
        </p:nvSpPr>
        <p:spPr>
          <a:xfrm>
            <a:off x="0" y="1"/>
            <a:ext cx="12192000" cy="6858000"/>
          </a:xfrm>
        </p:spPr>
        <p:txBody>
          <a:bodyPr>
            <a:noAutofit/>
          </a:bodyPr>
          <a:lstStyle/>
          <a:p>
            <a:pPr marL="0" indent="0">
              <a:buNone/>
            </a:pPr>
            <a:r>
              <a:rPr lang="am-ET" sz="4800" dirty="0"/>
              <a:t>ይ.ን.ዲ. ጌታ ሆይ በሞት ከዚህ ዓለም የተለዩትን ሊቃነ፤ ጳጳሳትንና ጳጳሳትን፤ ኤጲስ ቆጶሳትን ካህናትን፤ ዲያቆናትንና ሕዝበ ክርስቲያንን ሁሉ ማራቸው፤ ይቅር በላቸው፡፡</a:t>
            </a:r>
          </a:p>
        </p:txBody>
      </p:sp>
    </p:spTree>
    <p:extLst>
      <p:ext uri="{BB962C8B-B14F-4D97-AF65-F5344CB8AC3E}">
        <p14:creationId xmlns:p14="http://schemas.microsoft.com/office/powerpoint/2010/main" val="4091680806"/>
      </p:ext>
    </p:extLst>
  </p:cSld>
  <p:clrMapOvr>
    <a:masterClrMapping/>
  </p:clrMapOvr>
</p:sld>
</file>

<file path=ppt/slides/slide2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D0E2454-242B-4A17-B572-1809BBF16F2D}"/>
              </a:ext>
            </a:extLst>
          </p:cNvPr>
          <p:cNvSpPr>
            <a:spLocks noGrp="1"/>
          </p:cNvSpPr>
          <p:nvPr>
            <p:ph idx="1"/>
          </p:nvPr>
        </p:nvSpPr>
        <p:spPr>
          <a:xfrm>
            <a:off x="0" y="1"/>
            <a:ext cx="12192000" cy="6858000"/>
          </a:xfrm>
        </p:spPr>
        <p:txBody>
          <a:bodyPr>
            <a:noAutofit/>
          </a:bodyPr>
          <a:lstStyle/>
          <a:p>
            <a:pPr marL="0" indent="0">
              <a:buNone/>
            </a:pPr>
            <a:r>
              <a:rPr lang="am-ET" sz="4800" dirty="0"/>
              <a:t>ይ.ካ. የነዚህንም የሁሉንም ነፍስ አሳርፍ ይቅር በላቸው፤ የድል አድራጊዎች ሰማዕታት፤ የቡሩካን፤ ጻድቃን፤ የትጉሀን መላእክት ተብሎ በተጠራበት ቦታና በሁሉም ቦታ፤ አንቺ ከሁሉም በላይ ነሽ፤ ስምሽም በእግዚአብሔር ዘንድ ሥልጣን ያለው ነው፡፡</a:t>
            </a:r>
            <a:endParaRPr lang="en-US" sz="4800" dirty="0"/>
          </a:p>
          <a:p>
            <a:pPr marL="0" indent="0">
              <a:buNone/>
            </a:pPr>
            <a:endParaRPr lang="am-ET" sz="4800" dirty="0"/>
          </a:p>
          <a:p>
            <a:pPr marL="0" indent="0">
              <a:buNone/>
            </a:pPr>
            <a:r>
              <a:rPr lang="am-ET" sz="4800" dirty="0"/>
              <a:t>ይ.ዲ. የተቀመጣችሁ ተነሡ፡፡</a:t>
            </a:r>
          </a:p>
        </p:txBody>
      </p:sp>
    </p:spTree>
    <p:extLst>
      <p:ext uri="{BB962C8B-B14F-4D97-AF65-F5344CB8AC3E}">
        <p14:creationId xmlns:p14="http://schemas.microsoft.com/office/powerpoint/2010/main" val="2225999276"/>
      </p:ext>
    </p:extLst>
  </p:cSld>
  <p:clrMapOvr>
    <a:masterClrMapping/>
  </p:clrMapOvr>
</p:sld>
</file>

<file path=ppt/slides/slide2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D0E2454-242B-4A17-B572-1809BBF16F2D}"/>
              </a:ext>
            </a:extLst>
          </p:cNvPr>
          <p:cNvSpPr>
            <a:spLocks noGrp="1"/>
          </p:cNvSpPr>
          <p:nvPr>
            <p:ph idx="1"/>
          </p:nvPr>
        </p:nvSpPr>
        <p:spPr>
          <a:xfrm>
            <a:off x="0" y="1"/>
            <a:ext cx="12192000" cy="6858000"/>
          </a:xfrm>
        </p:spPr>
        <p:txBody>
          <a:bodyPr>
            <a:noAutofit/>
          </a:bodyPr>
          <a:lstStyle/>
          <a:p>
            <a:pPr marL="0" indent="0">
              <a:buNone/>
            </a:pPr>
            <a:r>
              <a:rPr lang="am-ET" sz="4800" dirty="0"/>
              <a:t>ይ.ካ. “አንቺ ጸጋ የመላሽ የደስታ ምንጭ ሆይ፤ ከኪሩቤልና ከሱራፌል ይልቅ የሚበልጥ መልክ ግርማ አለሽ” እያልን በምስጋና የተሞላችውን እስዋን ከፍ ከፍ ለማድረግና ለማመስገን እግዚአብሔርን በመፍራት እንነሣ፡፡ </a:t>
            </a:r>
            <a:endParaRPr lang="en-US" sz="4800" dirty="0"/>
          </a:p>
          <a:p>
            <a:pPr marL="0" indent="0">
              <a:buNone/>
            </a:pPr>
            <a:endParaRPr lang="am-ET" sz="4800" dirty="0"/>
          </a:p>
          <a:p>
            <a:pPr marL="0" indent="0">
              <a:buNone/>
            </a:pPr>
            <a:r>
              <a:rPr lang="am-ET" sz="4800" dirty="0"/>
              <a:t>ይ.ዲ. ወደ መሥራቅ ተመልከቱ፡፡ </a:t>
            </a:r>
          </a:p>
        </p:txBody>
      </p:sp>
    </p:spTree>
    <p:extLst>
      <p:ext uri="{BB962C8B-B14F-4D97-AF65-F5344CB8AC3E}">
        <p14:creationId xmlns:p14="http://schemas.microsoft.com/office/powerpoint/2010/main" val="934973901"/>
      </p:ext>
    </p:extLst>
  </p:cSld>
  <p:clrMapOvr>
    <a:masterClrMapping/>
  </p:clrMapOvr>
</p:sld>
</file>

<file path=ppt/slides/slide2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D0E2454-242B-4A17-B572-1809BBF16F2D}"/>
              </a:ext>
            </a:extLst>
          </p:cNvPr>
          <p:cNvSpPr>
            <a:spLocks noGrp="1"/>
          </p:cNvSpPr>
          <p:nvPr>
            <p:ph idx="1"/>
          </p:nvPr>
        </p:nvSpPr>
        <p:spPr>
          <a:xfrm>
            <a:off x="0" y="1"/>
            <a:ext cx="12192000" cy="6858000"/>
          </a:xfrm>
        </p:spPr>
        <p:txBody>
          <a:bodyPr>
            <a:noAutofit/>
          </a:bodyPr>
          <a:lstStyle/>
          <a:p>
            <a:pPr marL="0" indent="0">
              <a:buNone/>
            </a:pPr>
            <a:r>
              <a:rPr lang="am-ET" sz="4800" dirty="0"/>
              <a:t>ይ.ካ. እግዚአብሔር አብ በእውነት ወደ ምሥራቅና ወደ ምዕራብ ወደ ሰሜንና ወደ ደቡብ ወደ ዳርቻም ሁሉ ተመለከተና እንዳንቺ ያለ አላገኘም፡፡ ስለዚህ አንቺን መርጦና አፍቅሮ የሚወደውን ልጁን ወዳንቺ ላከ፡፡ </a:t>
            </a:r>
            <a:endParaRPr lang="en-US" sz="4800" dirty="0"/>
          </a:p>
          <a:p>
            <a:pPr marL="0" indent="0">
              <a:buNone/>
            </a:pPr>
            <a:endParaRPr lang="am-ET" sz="4800" dirty="0"/>
          </a:p>
          <a:p>
            <a:pPr marL="0" indent="0">
              <a:buNone/>
            </a:pPr>
            <a:r>
              <a:rPr lang="am-ET" sz="4800" dirty="0"/>
              <a:t>ይ.ዲ. እንመልከት</a:t>
            </a:r>
          </a:p>
        </p:txBody>
      </p:sp>
    </p:spTree>
    <p:extLst>
      <p:ext uri="{BB962C8B-B14F-4D97-AF65-F5344CB8AC3E}">
        <p14:creationId xmlns:p14="http://schemas.microsoft.com/office/powerpoint/2010/main" val="3786897895"/>
      </p:ext>
    </p:extLst>
  </p:cSld>
  <p:clrMapOvr>
    <a:masterClrMapping/>
  </p:clrMapOvr>
</p:sld>
</file>

<file path=ppt/slides/slide2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D0E2454-242B-4A17-B572-1809BBF16F2D}"/>
              </a:ext>
            </a:extLst>
          </p:cNvPr>
          <p:cNvSpPr>
            <a:spLocks noGrp="1"/>
          </p:cNvSpPr>
          <p:nvPr>
            <p:ph idx="1"/>
          </p:nvPr>
        </p:nvSpPr>
        <p:spPr>
          <a:xfrm>
            <a:off x="0" y="1"/>
            <a:ext cx="12192000" cy="6858000"/>
          </a:xfrm>
        </p:spPr>
        <p:txBody>
          <a:bodyPr>
            <a:noAutofit/>
          </a:bodyPr>
          <a:lstStyle/>
          <a:p>
            <a:pPr marL="0" indent="0">
              <a:buNone/>
            </a:pPr>
            <a:r>
              <a:rPr lang="am-ET" sz="4800" dirty="0"/>
              <a:t>ይ.ካ. አንቺን የወደደ እግዚአብሔር አብ ቅዱስ ነው፤ በማኀፀንሽ ያደረ ወልድ ዋሕድ ቅዱስ ነው፤ ያጸናሽ መንፈስ ጰራቅሊጦስ ቅዱስ ነው፡፡ ይህ ነገር ምንኛ ዕፁብ ድንቅ ነው፤ የቀድሞ አባቶች ከሞት ወደ ሕይወት የተሻገሩብሽ ድልድይ ሆይ፤ ከምድር እስከ ሰማይ የምትደርሽ መሰላል ሆይ፤ የፍጥረት ሁሉ መጀመሪያ ባንቺ ነው የታደሰ፤ አዳም ከገነት በተባረረ ጊዜ ተስፋው አንቺ ነበርሽ፤ ድንግል ሆይ የነብያት ትንቢት፤ የሐዋርያት ሞገስ፤ የሰማዕታት እናት፤ የመላእክት እኀት አንቺ ነሽ፤ ድንግል ሆይ በቅድስናና በንጽሕና የተሸለምሽ ነሽ እንጂ በኃጢአት የጸነሽ አይደለሽም፡፡ </a:t>
            </a:r>
          </a:p>
        </p:txBody>
      </p:sp>
    </p:spTree>
    <p:extLst>
      <p:ext uri="{BB962C8B-B14F-4D97-AF65-F5344CB8AC3E}">
        <p14:creationId xmlns:p14="http://schemas.microsoft.com/office/powerpoint/2010/main" val="3450270635"/>
      </p:ext>
    </p:extLst>
  </p:cSld>
  <p:clrMapOvr>
    <a:masterClrMapping/>
  </p:clrMapOvr>
</p:sld>
</file>

<file path=ppt/slides/slide2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D0E2454-242B-4A17-B572-1809BBF16F2D}"/>
              </a:ext>
            </a:extLst>
          </p:cNvPr>
          <p:cNvSpPr>
            <a:spLocks noGrp="1"/>
          </p:cNvSpPr>
          <p:nvPr>
            <p:ph idx="1"/>
          </p:nvPr>
        </p:nvSpPr>
        <p:spPr>
          <a:xfrm>
            <a:off x="0" y="1"/>
            <a:ext cx="12192000" cy="6858000"/>
          </a:xfrm>
        </p:spPr>
        <p:txBody>
          <a:bodyPr>
            <a:noAutofit/>
          </a:bodyPr>
          <a:lstStyle/>
          <a:p>
            <a:pPr marL="0" indent="0">
              <a:buNone/>
            </a:pPr>
            <a:r>
              <a:rPr lang="am-ET" sz="4800" dirty="0"/>
              <a:t>እግዚአብሔር ራሱ ንጽሕናሽን ባየ ጊዜ ገብርኤል የተባለውን ብርሃናዊ መልአኩን ወዳንቺ ላከ፤ እሱም “መንፈስ ቅዱስ ባንቺ ላይ ይመጣል፤ የልዑል እግዚአብሔር ኃይልም ይጋርድሻል” አለሽ፡፡ የእግዚአብሔር ቃል ከአባቱ አጠገብ ሳይለይ ወዳንቺ መጣ፤ ወሰን ሳይኖረው፤ አንቺ ፀነስሽው ከላይ ሳይጐድል፤ ከታች ሳይጨምር በማኀፀንሽ አደረ፡፡</a:t>
            </a:r>
            <a:endParaRPr lang="en-US" sz="4800" dirty="0"/>
          </a:p>
          <a:p>
            <a:pPr marL="0" indent="0">
              <a:buNone/>
            </a:pPr>
            <a:endParaRPr lang="am-ET" sz="4800" dirty="0"/>
          </a:p>
        </p:txBody>
      </p:sp>
    </p:spTree>
    <p:extLst>
      <p:ext uri="{BB962C8B-B14F-4D97-AF65-F5344CB8AC3E}">
        <p14:creationId xmlns:p14="http://schemas.microsoft.com/office/powerpoint/2010/main" val="402949981"/>
      </p:ext>
    </p:extLst>
  </p:cSld>
  <p:clrMapOvr>
    <a:masterClrMapping/>
  </p:clrMapOvr>
</p:sld>
</file>

<file path=ppt/slides/slide2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D0E2454-242B-4A17-B572-1809BBF16F2D}"/>
              </a:ext>
            </a:extLst>
          </p:cNvPr>
          <p:cNvSpPr>
            <a:spLocks noGrp="1"/>
          </p:cNvSpPr>
          <p:nvPr>
            <p:ph idx="1"/>
          </p:nvPr>
        </p:nvSpPr>
        <p:spPr>
          <a:xfrm>
            <a:off x="0" y="1"/>
            <a:ext cx="12192000" cy="6858000"/>
          </a:xfrm>
        </p:spPr>
        <p:txBody>
          <a:bodyPr>
            <a:noAutofit/>
          </a:bodyPr>
          <a:lstStyle/>
          <a:p>
            <a:pPr marL="0" indent="0">
              <a:lnSpc>
                <a:spcPct val="120000"/>
              </a:lnSpc>
              <a:buNone/>
            </a:pPr>
            <a:endParaRPr lang="en-US" sz="5400" dirty="0">
              <a:latin typeface="NotoSansEthiopic"/>
            </a:endParaRPr>
          </a:p>
          <a:p>
            <a:pPr marL="0" indent="0">
              <a:lnSpc>
                <a:spcPct val="120000"/>
              </a:lnSpc>
              <a:buNone/>
            </a:pPr>
            <a:r>
              <a:rPr lang="am-ET" sz="5400" dirty="0">
                <a:latin typeface="NotoSansEthiopic"/>
              </a:rPr>
              <a:t>ይ፡ዲ፦አውሥኡ።</a:t>
            </a:r>
            <a:endParaRPr lang="en-US" sz="5400" dirty="0">
              <a:latin typeface="NotoSansEthiopic"/>
            </a:endParaRPr>
          </a:p>
          <a:p>
            <a:pPr marL="0" indent="0">
              <a:lnSpc>
                <a:spcPct val="120000"/>
              </a:lnSpc>
              <a:buNone/>
            </a:pPr>
            <a:endParaRPr lang="am-ET" sz="5400" dirty="0">
              <a:latin typeface="NotoSansEthiopic"/>
            </a:endParaRPr>
          </a:p>
          <a:p>
            <a:pPr marL="0" indent="0">
              <a:lnSpc>
                <a:spcPct val="120000"/>
              </a:lnSpc>
              <a:buNone/>
            </a:pPr>
            <a:r>
              <a:rPr lang="am-ET" sz="5400" dirty="0">
                <a:latin typeface="NotoSansEthiopic"/>
              </a:rPr>
              <a:t>ይ፡ሕ፦ቅዱስ ቅዱስ ቅዱስ እግዚአብሔር </a:t>
            </a:r>
            <a:r>
              <a:rPr lang="en-US" sz="5400" dirty="0">
                <a:latin typeface="NotoSansEthiopic"/>
              </a:rPr>
              <a:t>ጸ</a:t>
            </a:r>
            <a:r>
              <a:rPr lang="am-ET" sz="5400" dirty="0">
                <a:latin typeface="NotoSansEthiopic"/>
              </a:rPr>
              <a:t>ባኦት</a:t>
            </a:r>
            <a:r>
              <a:rPr lang="en-US" sz="5400" dirty="0">
                <a:latin typeface="NotoSansEthiopic"/>
              </a:rPr>
              <a:t> </a:t>
            </a:r>
            <a:r>
              <a:rPr lang="am-ET" sz="5400" dirty="0">
                <a:latin typeface="NotoSansEthiopic"/>
              </a:rPr>
              <a:t>ፍፁም ምሉ</a:t>
            </a:r>
            <a:r>
              <a:rPr lang="en-US" sz="5400" dirty="0">
                <a:latin typeface="NotoSansEthiopic"/>
              </a:rPr>
              <a:t>እ</a:t>
            </a:r>
            <a:r>
              <a:rPr lang="am-ET" sz="5400" dirty="0">
                <a:latin typeface="NotoSansEthiopic"/>
              </a:rPr>
              <a:t> ሰማያተ ወምድረ ቅድሳ</a:t>
            </a:r>
            <a:r>
              <a:rPr lang="en-US" sz="5400" dirty="0">
                <a:latin typeface="NotoSansEthiopic"/>
              </a:rPr>
              <a:t>ተ </a:t>
            </a:r>
            <a:r>
              <a:rPr lang="am-ET" sz="5400" dirty="0">
                <a:latin typeface="NotoSansEthiopic"/>
              </a:rPr>
              <a:t>ስብሐቲከ።</a:t>
            </a:r>
            <a:endParaRPr lang="en-US" sz="2000" dirty="0"/>
          </a:p>
        </p:txBody>
      </p:sp>
    </p:spTree>
    <p:extLst>
      <p:ext uri="{BB962C8B-B14F-4D97-AF65-F5344CB8AC3E}">
        <p14:creationId xmlns:p14="http://schemas.microsoft.com/office/powerpoint/2010/main" val="2382917364"/>
      </p:ext>
    </p:extLst>
  </p:cSld>
  <p:clrMapOvr>
    <a:masterClrMapping/>
  </p:clrMapOvr>
</p:sld>
</file>

<file path=ppt/slides/slide2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D0E2454-242B-4A17-B572-1809BBF16F2D}"/>
              </a:ext>
            </a:extLst>
          </p:cNvPr>
          <p:cNvSpPr>
            <a:spLocks noGrp="1"/>
          </p:cNvSpPr>
          <p:nvPr>
            <p:ph idx="1"/>
          </p:nvPr>
        </p:nvSpPr>
        <p:spPr>
          <a:xfrm>
            <a:off x="0" y="1"/>
            <a:ext cx="12192000" cy="6858000"/>
          </a:xfrm>
        </p:spPr>
        <p:txBody>
          <a:bodyPr>
            <a:noAutofit/>
          </a:bodyPr>
          <a:lstStyle/>
          <a:p>
            <a:pPr marL="0" indent="0">
              <a:buNone/>
            </a:pPr>
            <a:r>
              <a:rPr lang="am-ET" sz="5400" dirty="0"/>
              <a:t>ይ.ካ. አሁንም ምስጋና ላንተ፤ ምስጋና ለመንግሥትህ ይሁን ከንጹሕ ዕጣን ጋር ላንተ ምስጋና እናቀርባለን እያልን ልጅሽን እናመሰግነው፡፡</a:t>
            </a:r>
          </a:p>
        </p:txBody>
      </p:sp>
    </p:spTree>
    <p:extLst>
      <p:ext uri="{BB962C8B-B14F-4D97-AF65-F5344CB8AC3E}">
        <p14:creationId xmlns:p14="http://schemas.microsoft.com/office/powerpoint/2010/main" val="4016660958"/>
      </p:ext>
    </p:extLst>
  </p:cSld>
  <p:clrMapOvr>
    <a:masterClrMapping/>
  </p:clrMapOvr>
</p:sld>
</file>

<file path=ppt/slides/slide2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D0E2454-242B-4A17-B572-1809BBF16F2D}"/>
              </a:ext>
            </a:extLst>
          </p:cNvPr>
          <p:cNvSpPr>
            <a:spLocks noGrp="1"/>
          </p:cNvSpPr>
          <p:nvPr>
            <p:ph idx="1"/>
          </p:nvPr>
        </p:nvSpPr>
        <p:spPr>
          <a:xfrm>
            <a:off x="0" y="1"/>
            <a:ext cx="12192000" cy="6858000"/>
          </a:xfrm>
        </p:spPr>
        <p:txBody>
          <a:bodyPr>
            <a:noAutofit/>
          </a:bodyPr>
          <a:lstStyle/>
          <a:p>
            <a:pPr marL="0" indent="0">
              <a:lnSpc>
                <a:spcPct val="120000"/>
              </a:lnSpc>
              <a:buNone/>
            </a:pPr>
            <a:r>
              <a:rPr lang="am-ET" sz="5400" dirty="0">
                <a:latin typeface="NotoSansEthiopic"/>
              </a:rPr>
              <a:t>ይ፡ሕ፦ተዘከረነ እግዚኦ በው</a:t>
            </a:r>
            <a:r>
              <a:rPr lang="en-US" sz="5400" dirty="0">
                <a:latin typeface="NotoSansEthiopic"/>
              </a:rPr>
              <a:t>ስ</a:t>
            </a:r>
            <a:r>
              <a:rPr lang="am-ET" sz="5400" dirty="0">
                <a:latin typeface="NotoSansEthiopic"/>
              </a:rPr>
              <a:t>ተ መንግሥትከ ተዘከረነ</a:t>
            </a:r>
            <a:r>
              <a:rPr lang="en-US" sz="5400" dirty="0">
                <a:latin typeface="NotoSansEthiopic"/>
              </a:rPr>
              <a:t> </a:t>
            </a:r>
            <a:r>
              <a:rPr lang="am-ET" sz="5400" dirty="0">
                <a:latin typeface="NotoSansEthiopic"/>
              </a:rPr>
              <a:t>እግዚኦ ኦሊቅነ ተዘከረነ እግዚኦ በውስተ</a:t>
            </a:r>
            <a:r>
              <a:rPr lang="en-US" sz="5400" dirty="0">
                <a:latin typeface="NotoSansEthiopic"/>
              </a:rPr>
              <a:t> </a:t>
            </a:r>
            <a:r>
              <a:rPr lang="am-ET" sz="5400" dirty="0">
                <a:latin typeface="NotoSansEthiopic"/>
              </a:rPr>
              <a:t>መንግስትከ በከመ ተዘከርኮ ለ</a:t>
            </a:r>
            <a:r>
              <a:rPr lang="en-US" sz="5400" dirty="0">
                <a:latin typeface="NotoSansEthiopic"/>
              </a:rPr>
              <a:t>ፈ</a:t>
            </a:r>
            <a:r>
              <a:rPr lang="am-ET" sz="5400" dirty="0">
                <a:latin typeface="NotoSansEthiopic"/>
              </a:rPr>
              <a:t>ያታዊ ዘየማን</a:t>
            </a:r>
            <a:r>
              <a:rPr lang="en-US" sz="5400" dirty="0">
                <a:latin typeface="NotoSansEthiopic"/>
              </a:rPr>
              <a:t> </a:t>
            </a:r>
            <a:r>
              <a:rPr lang="am-ET" sz="5400" dirty="0">
                <a:latin typeface="NotoSansEthiopic"/>
              </a:rPr>
              <a:t>እንዘ ሀሎከ ዲበ ዕፅ መስቀል ቅዱስ</a:t>
            </a:r>
            <a:r>
              <a:rPr lang="en-US" sz="5400" dirty="0">
                <a:latin typeface="NotoSansEthiopic"/>
              </a:rPr>
              <a:t>።</a:t>
            </a:r>
            <a:endParaRPr lang="en-US" sz="5400" dirty="0"/>
          </a:p>
        </p:txBody>
      </p:sp>
    </p:spTree>
    <p:extLst>
      <p:ext uri="{BB962C8B-B14F-4D97-AF65-F5344CB8AC3E}">
        <p14:creationId xmlns:p14="http://schemas.microsoft.com/office/powerpoint/2010/main" val="3205126676"/>
      </p:ext>
    </p:extLst>
  </p:cSld>
  <p:clrMapOvr>
    <a:masterClrMapping/>
  </p:clrMapOvr>
</p:sld>
</file>

<file path=ppt/slides/slide2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D0E2454-242B-4A17-B572-1809BBF16F2D}"/>
              </a:ext>
            </a:extLst>
          </p:cNvPr>
          <p:cNvSpPr>
            <a:spLocks noGrp="1"/>
          </p:cNvSpPr>
          <p:nvPr>
            <p:ph idx="1"/>
          </p:nvPr>
        </p:nvSpPr>
        <p:spPr>
          <a:xfrm>
            <a:off x="0" y="1"/>
            <a:ext cx="12192000" cy="6858000"/>
          </a:xfrm>
        </p:spPr>
        <p:txBody>
          <a:bodyPr>
            <a:noAutofit/>
          </a:bodyPr>
          <a:lstStyle/>
          <a:p>
            <a:pPr marL="0" indent="0">
              <a:buNone/>
            </a:pPr>
            <a:r>
              <a:rPr lang="am-ET" sz="5400" dirty="0"/>
              <a:t>ይ.ሕ. ጌታ ሆይ በመንግሥትህ አስታውሰን መምህራችን ሆይ አስታውሰን ጌታ ሆይ በቅዱስ መስቀል ላይ ሳለህ በቀኝህ የተሰቀለውን በደለኛ እንዳስታወስከው በመንግሥትህ አስታውሰን፡፡</a:t>
            </a:r>
          </a:p>
        </p:txBody>
      </p:sp>
    </p:spTree>
    <p:extLst>
      <p:ext uri="{BB962C8B-B14F-4D97-AF65-F5344CB8AC3E}">
        <p14:creationId xmlns:p14="http://schemas.microsoft.com/office/powerpoint/2010/main" val="1566793577"/>
      </p:ext>
    </p:extLst>
  </p:cSld>
  <p:clrMapOvr>
    <a:masterClrMapping/>
  </p:clrMapOvr>
</p:sld>
</file>

<file path=ppt/slides/slide23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D0E2454-242B-4A17-B572-1809BBF16F2D}"/>
              </a:ext>
            </a:extLst>
          </p:cNvPr>
          <p:cNvSpPr>
            <a:spLocks noGrp="1"/>
          </p:cNvSpPr>
          <p:nvPr>
            <p:ph idx="1"/>
          </p:nvPr>
        </p:nvSpPr>
        <p:spPr>
          <a:xfrm>
            <a:off x="0" y="1"/>
            <a:ext cx="12192000" cy="6858000"/>
          </a:xfrm>
        </p:spPr>
        <p:txBody>
          <a:bodyPr>
            <a:noAutofit/>
          </a:bodyPr>
          <a:lstStyle/>
          <a:p>
            <a:pPr marL="0" indent="0">
              <a:buNone/>
            </a:pPr>
            <a:r>
              <a:rPr lang="am-ET" sz="5400" dirty="0"/>
              <a:t>ይ.ካ. ሰውነቱን ለሞት በሰጠበት በዚያች ሌሊት፤ ለደቀ መዛሙርቱ ስለ ስቅለቱና ስለ ሕማማቱ፤ ስማ ሞቱና ቀድሞ እንደነበረው በሥጋና በነፍስ፤ በአጥንትና በደም፤ በሶስተኛው ቀን ስለመነሣቱ በብዙ ምልክቶች ገለጸላቸው፡፡ አሥራ ሁለቱ ደቀ መዛሙርት ከእሱ ጋር በቀኙና በግራው እንዳሉ በእነሱም ውስጥ በተፈጥሮ ከስንዴ ጋር እንደተቀላቀለ እንክርዳድ የሆነው ይሁዳን እንዳለ</a:t>
            </a:r>
            <a:r>
              <a:rPr lang="en-US" sz="5400" dirty="0"/>
              <a:t> </a:t>
            </a:r>
            <a:r>
              <a:rPr lang="am-ET" sz="5400" dirty="0"/>
              <a:t>ያን ጊዜ ጌታችን ኢየሱስ ክርስቶስ በቅዱሳት እጆቹን እድፍ በሌለባቸው ጣቶቹ  ኀብስትን ያዘ </a:t>
            </a:r>
          </a:p>
        </p:txBody>
      </p:sp>
    </p:spTree>
    <p:extLst>
      <p:ext uri="{BB962C8B-B14F-4D97-AF65-F5344CB8AC3E}">
        <p14:creationId xmlns:p14="http://schemas.microsoft.com/office/powerpoint/2010/main" val="3486272980"/>
      </p:ext>
    </p:extLst>
  </p:cSld>
  <p:clrMapOvr>
    <a:masterClrMapping/>
  </p:clrMapOvr>
</p:sld>
</file>

<file path=ppt/slides/slide23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D0E2454-242B-4A17-B572-1809BBF16F2D}"/>
              </a:ext>
            </a:extLst>
          </p:cNvPr>
          <p:cNvSpPr>
            <a:spLocks noGrp="1"/>
          </p:cNvSpPr>
          <p:nvPr>
            <p:ph idx="1"/>
          </p:nvPr>
        </p:nvSpPr>
        <p:spPr>
          <a:xfrm>
            <a:off x="0" y="1"/>
            <a:ext cx="12192000" cy="6858000"/>
          </a:xfrm>
        </p:spPr>
        <p:txBody>
          <a:bodyPr>
            <a:noAutofit/>
          </a:bodyPr>
          <a:lstStyle/>
          <a:p>
            <a:pPr marL="0" indent="0">
              <a:buNone/>
            </a:pPr>
            <a:r>
              <a:rPr lang="am-ET" sz="5400" dirty="0"/>
              <a:t>ይ.ሕ. ይህ እንደሆነ እናምናለን በውነት እናምናለን፡፡</a:t>
            </a:r>
            <a:endParaRPr lang="en-US" sz="5400" dirty="0"/>
          </a:p>
          <a:p>
            <a:pPr marL="0" indent="0">
              <a:buNone/>
            </a:pPr>
            <a:r>
              <a:rPr lang="am-ET" sz="5400" dirty="0"/>
              <a:t>ይ.ካ. ወደ ሰማይ፤ ወደ አንተ፤ ወደ አባቱ ራሱን ቀና አደረገ አባቱን አማለደ፡፡ ደቀመዛሙርቱን ከክፉ ሁሉ እንዲጠብቃቸው አደራ አለው፤ ራሱ ቡሩክ ሲሆን ባርኮ፤ ራሱ ቅዱስ ሲሆን ቀድሶ፤ ቆርሶም ለደቀመዛሙርቱ እንዲህ ሲል ሰጣቸው፤ እንካችሁ ሁላችሁም ከሱ ብሉ ለዓለም ሁሉ ቤዛ ስለእናንተ የሚሰጥ ይህ ሥጋዬ ነው፡፡</a:t>
            </a:r>
          </a:p>
        </p:txBody>
      </p:sp>
    </p:spTree>
    <p:extLst>
      <p:ext uri="{BB962C8B-B14F-4D97-AF65-F5344CB8AC3E}">
        <p14:creationId xmlns:p14="http://schemas.microsoft.com/office/powerpoint/2010/main" val="4076091099"/>
      </p:ext>
    </p:extLst>
  </p:cSld>
  <p:clrMapOvr>
    <a:masterClrMapping/>
  </p:clrMapOvr>
</p:sld>
</file>

<file path=ppt/slides/slide23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D0E2454-242B-4A17-B572-1809BBF16F2D}"/>
              </a:ext>
            </a:extLst>
          </p:cNvPr>
          <p:cNvSpPr>
            <a:spLocks noGrp="1"/>
          </p:cNvSpPr>
          <p:nvPr>
            <p:ph idx="1"/>
          </p:nvPr>
        </p:nvSpPr>
        <p:spPr>
          <a:xfrm>
            <a:off x="0" y="1"/>
            <a:ext cx="12192000" cy="6858000"/>
          </a:xfrm>
        </p:spPr>
        <p:txBody>
          <a:bodyPr>
            <a:noAutofit/>
          </a:bodyPr>
          <a:lstStyle/>
          <a:p>
            <a:pPr marL="0" indent="0">
              <a:buNone/>
            </a:pPr>
            <a:r>
              <a:rPr lang="am-ET" sz="5400" dirty="0"/>
              <a:t>ይ.ሕ. አሜን አሜን አሜን እናምናለን እንታመንማለን ጌታችንና አምላካችን ሆይ እናመሰግንሃለን ይህ ሥጋህ መሆኑን በውነት እናምናለን፡፡</a:t>
            </a:r>
          </a:p>
          <a:p>
            <a:pPr marL="0" indent="0">
              <a:buNone/>
            </a:pPr>
            <a:r>
              <a:rPr lang="am-ET" sz="5400" dirty="0"/>
              <a:t>ይ.ካ. እንዲሁም ከእራት በኋላ ጽዋውን ተመለከተ እንዲህም አለ እንካችሁ ሁሉም ከሱ ጠጡ ስለ እናንተ ለኃጢአት ይቅርታ የሚፈስ ይህ ጽዋ ደሜ ነው፡፡</a:t>
            </a:r>
          </a:p>
          <a:p>
            <a:pPr marL="0" indent="0">
              <a:buNone/>
            </a:pPr>
            <a:endParaRPr lang="am-ET" sz="5400" dirty="0"/>
          </a:p>
        </p:txBody>
      </p:sp>
    </p:spTree>
    <p:extLst>
      <p:ext uri="{BB962C8B-B14F-4D97-AF65-F5344CB8AC3E}">
        <p14:creationId xmlns:p14="http://schemas.microsoft.com/office/powerpoint/2010/main" val="267569429"/>
      </p:ext>
    </p:extLst>
  </p:cSld>
  <p:clrMapOvr>
    <a:masterClrMapping/>
  </p:clrMapOvr>
</p:sld>
</file>

<file path=ppt/slides/slide23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D0E2454-242B-4A17-B572-1809BBF16F2D}"/>
              </a:ext>
            </a:extLst>
          </p:cNvPr>
          <p:cNvSpPr>
            <a:spLocks noGrp="1"/>
          </p:cNvSpPr>
          <p:nvPr>
            <p:ph idx="1"/>
          </p:nvPr>
        </p:nvSpPr>
        <p:spPr>
          <a:xfrm>
            <a:off x="0" y="1"/>
            <a:ext cx="12192000" cy="6858000"/>
          </a:xfrm>
        </p:spPr>
        <p:txBody>
          <a:bodyPr>
            <a:noAutofit/>
          </a:bodyPr>
          <a:lstStyle/>
          <a:p>
            <a:pPr marL="0" indent="0">
              <a:buNone/>
            </a:pPr>
            <a:r>
              <a:rPr lang="am-ET" sz="5400" dirty="0"/>
              <a:t>ይ.ሕ. አሜን አሜን አሜን እናምናለን እንታመንማለን ጌታችንና አምላካችን ሆይ እናመሰግንሃለን ይህ ደምህ መሆኑን በውነት እናምናለን</a:t>
            </a:r>
            <a:r>
              <a:rPr lang="en-US" sz="5400" dirty="0"/>
              <a:t>።</a:t>
            </a:r>
          </a:p>
          <a:p>
            <a:pPr marL="0" indent="0">
              <a:buNone/>
            </a:pPr>
            <a:r>
              <a:rPr lang="am-ET" sz="5400" dirty="0"/>
              <a:t>ይ.ካ. ይህን ስታደርጉ የሞትን መታሰቢያ ታደርጋላችሁ፤ የኔን ትንሣኤም ትናገራላችሁ፡፡</a:t>
            </a:r>
          </a:p>
        </p:txBody>
      </p:sp>
    </p:spTree>
    <p:extLst>
      <p:ext uri="{BB962C8B-B14F-4D97-AF65-F5344CB8AC3E}">
        <p14:creationId xmlns:p14="http://schemas.microsoft.com/office/powerpoint/2010/main" val="3275445728"/>
      </p:ext>
    </p:extLst>
  </p:cSld>
  <p:clrMapOvr>
    <a:masterClrMapping/>
  </p:clrMapOvr>
</p:sld>
</file>

<file path=ppt/slides/slide23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39CE4A70-EF08-4C5C-B45A-9F1A61662266}"/>
              </a:ext>
            </a:extLst>
          </p:cNvPr>
          <p:cNvSpPr>
            <a:spLocks noGrp="1"/>
          </p:cNvSpPr>
          <p:nvPr>
            <p:ph idx="1"/>
          </p:nvPr>
        </p:nvSpPr>
        <p:spPr>
          <a:xfrm>
            <a:off x="136478" y="150126"/>
            <a:ext cx="11832609" cy="6605517"/>
          </a:xfrm>
        </p:spPr>
        <p:txBody>
          <a:bodyPr>
            <a:normAutofit/>
          </a:bodyPr>
          <a:lstStyle/>
          <a:p>
            <a:pPr marL="0" indent="0">
              <a:lnSpc>
                <a:spcPct val="120000"/>
              </a:lnSpc>
              <a:buNone/>
            </a:pPr>
            <a:r>
              <a:rPr lang="am-ET" sz="8000" dirty="0">
                <a:latin typeface="NotoSansEthiopic"/>
              </a:rPr>
              <a:t>ይ፡ዲ፦አ</a:t>
            </a:r>
            <a:r>
              <a:rPr lang="en-US" sz="8000" dirty="0">
                <a:latin typeface="NotoSansEthiopic"/>
              </a:rPr>
              <a:t>ን</a:t>
            </a:r>
            <a:r>
              <a:rPr lang="am-ET" sz="8000" dirty="0">
                <a:latin typeface="NotoSansEthiopic"/>
              </a:rPr>
              <a:t>ሥኡ እደዊክሙ</a:t>
            </a:r>
            <a:r>
              <a:rPr lang="en-US" sz="8000" dirty="0">
                <a:latin typeface="NotoSansEthiopic"/>
              </a:rPr>
              <a:t> </a:t>
            </a:r>
            <a:r>
              <a:rPr lang="am-ET" sz="8000" dirty="0">
                <a:latin typeface="NotoSansEthiopic"/>
              </a:rPr>
              <a:t>ቀሳውስት።</a:t>
            </a:r>
          </a:p>
          <a:p>
            <a:pPr marL="0" indent="0">
              <a:lnSpc>
                <a:spcPct val="120000"/>
              </a:lnSpc>
              <a:buNone/>
            </a:pPr>
            <a:r>
              <a:rPr lang="am-ET" sz="8000" dirty="0">
                <a:latin typeface="NotoSansEthiopic"/>
              </a:rPr>
              <a:t>ይ፡</a:t>
            </a:r>
            <a:r>
              <a:rPr lang="en-US" sz="8000" dirty="0">
                <a:latin typeface="NotoSansEthiopic"/>
              </a:rPr>
              <a:t>ሕ</a:t>
            </a:r>
            <a:r>
              <a:rPr lang="am-ET" sz="8000" dirty="0">
                <a:latin typeface="NotoSansEthiopic"/>
              </a:rPr>
              <a:t>፦ነአምን ከመ ዝንቱ ውእቱ</a:t>
            </a:r>
            <a:r>
              <a:rPr lang="en-US" sz="8000" dirty="0">
                <a:latin typeface="NotoSansEthiopic"/>
              </a:rPr>
              <a:t> </a:t>
            </a:r>
            <a:r>
              <a:rPr lang="am-ET" sz="8000" dirty="0">
                <a:latin typeface="NotoSansEthiopic"/>
              </a:rPr>
              <a:t>በአማን ነአምን።</a:t>
            </a:r>
            <a:endParaRPr lang="en-US" sz="9500" dirty="0"/>
          </a:p>
        </p:txBody>
      </p:sp>
    </p:spTree>
    <p:extLst>
      <p:ext uri="{BB962C8B-B14F-4D97-AF65-F5344CB8AC3E}">
        <p14:creationId xmlns:p14="http://schemas.microsoft.com/office/powerpoint/2010/main" val="4068191681"/>
      </p:ext>
    </p:extLst>
  </p:cSld>
  <p:clrMapOvr>
    <a:masterClrMapping/>
  </p:clrMapOvr>
</p:sld>
</file>

<file path=ppt/slides/slide23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39CE4A70-EF08-4C5C-B45A-9F1A61662266}"/>
              </a:ext>
            </a:extLst>
          </p:cNvPr>
          <p:cNvSpPr>
            <a:spLocks noGrp="1"/>
          </p:cNvSpPr>
          <p:nvPr>
            <p:ph idx="1"/>
          </p:nvPr>
        </p:nvSpPr>
        <p:spPr>
          <a:xfrm>
            <a:off x="136478" y="150126"/>
            <a:ext cx="11832609" cy="6605517"/>
          </a:xfrm>
        </p:spPr>
        <p:txBody>
          <a:bodyPr>
            <a:normAutofit/>
          </a:bodyPr>
          <a:lstStyle/>
          <a:p>
            <a:pPr marL="0" indent="0">
              <a:lnSpc>
                <a:spcPct val="120000"/>
              </a:lnSpc>
              <a:buNone/>
            </a:pPr>
            <a:r>
              <a:rPr lang="am-ET" sz="8000" dirty="0">
                <a:latin typeface="NotoSansEthiopic"/>
              </a:rPr>
              <a:t>ይ፡ሕ፦አሜን አሜን አሜን ነአምን ወንትአመን</a:t>
            </a:r>
            <a:r>
              <a:rPr lang="en-US" sz="8000" dirty="0">
                <a:latin typeface="NotoSansEthiopic"/>
              </a:rPr>
              <a:t> </a:t>
            </a:r>
            <a:r>
              <a:rPr lang="am-ET" sz="8000" dirty="0">
                <a:latin typeface="NotoSansEthiopic"/>
              </a:rPr>
              <a:t>ንሴብሐከ ኦእግዚእነ</a:t>
            </a:r>
            <a:r>
              <a:rPr lang="en-US" sz="8000" dirty="0">
                <a:latin typeface="NotoSansEthiopic"/>
              </a:rPr>
              <a:t> </a:t>
            </a:r>
            <a:r>
              <a:rPr lang="en-US" sz="8000" dirty="0" err="1">
                <a:latin typeface="NotoSansEthiopic"/>
              </a:rPr>
              <a:t>ወአምላክነ</a:t>
            </a:r>
            <a:r>
              <a:rPr lang="en-US" sz="8000" dirty="0">
                <a:latin typeface="NotoSansEthiopic"/>
              </a:rPr>
              <a:t> </a:t>
            </a:r>
            <a:r>
              <a:rPr lang="am-ET" sz="8000" dirty="0">
                <a:latin typeface="NotoSansEthiopic"/>
              </a:rPr>
              <a:t>ከመ ዝንቱ ውእቱ በአማን</a:t>
            </a:r>
            <a:r>
              <a:rPr lang="en-US" sz="8000" dirty="0">
                <a:latin typeface="NotoSansEthiopic"/>
              </a:rPr>
              <a:t> </a:t>
            </a:r>
            <a:r>
              <a:rPr lang="am-ET" sz="8000" dirty="0">
                <a:latin typeface="NotoSansEthiopic"/>
              </a:rPr>
              <a:t>ሥጋከ (ደምከ) ነአምን።</a:t>
            </a:r>
            <a:endParaRPr lang="en-US" sz="9500" dirty="0"/>
          </a:p>
        </p:txBody>
      </p:sp>
    </p:spTree>
    <p:extLst>
      <p:ext uri="{BB962C8B-B14F-4D97-AF65-F5344CB8AC3E}">
        <p14:creationId xmlns:p14="http://schemas.microsoft.com/office/powerpoint/2010/main" val="4099048821"/>
      </p:ext>
    </p:extLst>
  </p:cSld>
  <p:clrMapOvr>
    <a:masterClrMapping/>
  </p:clrMapOvr>
</p:sld>
</file>

<file path=ppt/slides/slide2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39CE4A70-EF08-4C5C-B45A-9F1A61662266}"/>
              </a:ext>
            </a:extLst>
          </p:cNvPr>
          <p:cNvSpPr>
            <a:spLocks noGrp="1"/>
          </p:cNvSpPr>
          <p:nvPr>
            <p:ph idx="1"/>
          </p:nvPr>
        </p:nvSpPr>
        <p:spPr>
          <a:xfrm>
            <a:off x="136478" y="150126"/>
            <a:ext cx="11832609" cy="6605517"/>
          </a:xfrm>
        </p:spPr>
        <p:txBody>
          <a:bodyPr>
            <a:normAutofit fontScale="92500" lnSpcReduction="10000"/>
          </a:bodyPr>
          <a:lstStyle/>
          <a:p>
            <a:pPr marL="0" indent="0">
              <a:lnSpc>
                <a:spcPct val="120000"/>
              </a:lnSpc>
              <a:buNone/>
            </a:pPr>
            <a:r>
              <a:rPr lang="am-ET" sz="8000" dirty="0">
                <a:latin typeface="NotoSansEthiopic"/>
              </a:rPr>
              <a:t>ይ፡ሕ፦ንዜኑ ሞተከ እግዚኦ ወትንሣኤከ ቅድስተ </a:t>
            </a:r>
            <a:r>
              <a:rPr lang="en-US" sz="8000" dirty="0">
                <a:latin typeface="NotoSansEthiopic"/>
              </a:rPr>
              <a:t>ነ</a:t>
            </a:r>
            <a:r>
              <a:rPr lang="am-ET" sz="8000" dirty="0">
                <a:latin typeface="NotoSansEthiopic"/>
              </a:rPr>
              <a:t>አምን</a:t>
            </a:r>
            <a:r>
              <a:rPr lang="en-US" sz="8000" dirty="0">
                <a:latin typeface="NotoSansEthiopic"/>
              </a:rPr>
              <a:t> </a:t>
            </a:r>
            <a:r>
              <a:rPr lang="am-ET" sz="8000" dirty="0">
                <a:latin typeface="NotoSansEthiopic"/>
              </a:rPr>
              <a:t>ዕርገተከ ወዳግመ ም</a:t>
            </a:r>
            <a:r>
              <a:rPr lang="en-US" sz="8000" dirty="0">
                <a:latin typeface="NotoSansEthiopic"/>
              </a:rPr>
              <a:t>ጽ</a:t>
            </a:r>
            <a:r>
              <a:rPr lang="am-ET" sz="8000" dirty="0">
                <a:latin typeface="NotoSansEthiopic"/>
              </a:rPr>
              <a:t>አተከ ንሴብሐከ</a:t>
            </a:r>
            <a:r>
              <a:rPr lang="en-US" sz="8000" dirty="0">
                <a:latin typeface="NotoSansEthiopic"/>
              </a:rPr>
              <a:t> </a:t>
            </a:r>
            <a:r>
              <a:rPr lang="am-ET" sz="8000" dirty="0">
                <a:latin typeface="NotoSansEthiopic"/>
              </a:rPr>
              <a:t>ወንትአመነከ</a:t>
            </a:r>
            <a:r>
              <a:rPr lang="en-US" sz="8000" dirty="0">
                <a:latin typeface="NotoSansEthiopic"/>
              </a:rPr>
              <a:t> </a:t>
            </a:r>
            <a:r>
              <a:rPr lang="am-ET" sz="8000" dirty="0">
                <a:latin typeface="NotoSansEthiopic"/>
              </a:rPr>
              <a:t>ንስእለከ ወናስተበቁዐከ</a:t>
            </a:r>
            <a:r>
              <a:rPr lang="en-US" sz="8000" dirty="0">
                <a:latin typeface="NotoSansEthiopic"/>
              </a:rPr>
              <a:t> </a:t>
            </a:r>
            <a:r>
              <a:rPr lang="am-ET" sz="8000" dirty="0">
                <a:latin typeface="NotoSansEthiopic"/>
              </a:rPr>
              <a:t>ኦእግዚእነ ወአምላክነ፡፡</a:t>
            </a:r>
            <a:endParaRPr lang="en-US" sz="9500" dirty="0"/>
          </a:p>
        </p:txBody>
      </p:sp>
    </p:spTree>
    <p:extLst>
      <p:ext uri="{BB962C8B-B14F-4D97-AF65-F5344CB8AC3E}">
        <p14:creationId xmlns:p14="http://schemas.microsoft.com/office/powerpoint/2010/main" val="3407725713"/>
      </p:ext>
    </p:extLst>
  </p:cSld>
  <p:clrMapOvr>
    <a:masterClrMapping/>
  </p:clrMapOvr>
</p:sld>
</file>

<file path=ppt/slides/slide2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39CE4A70-EF08-4C5C-B45A-9F1A61662266}"/>
              </a:ext>
            </a:extLst>
          </p:cNvPr>
          <p:cNvSpPr>
            <a:spLocks noGrp="1"/>
          </p:cNvSpPr>
          <p:nvPr>
            <p:ph idx="1"/>
          </p:nvPr>
        </p:nvSpPr>
        <p:spPr>
          <a:xfrm>
            <a:off x="136478" y="150126"/>
            <a:ext cx="11832609" cy="6605517"/>
          </a:xfrm>
        </p:spPr>
        <p:txBody>
          <a:bodyPr>
            <a:normAutofit/>
          </a:bodyPr>
          <a:lstStyle/>
          <a:p>
            <a:pPr marL="0" indent="0">
              <a:lnSpc>
                <a:spcPct val="120000"/>
              </a:lnSpc>
              <a:buNone/>
            </a:pPr>
            <a:r>
              <a:rPr lang="am-ET" sz="8000" dirty="0">
                <a:latin typeface="NotoSansEthiopic"/>
              </a:rPr>
              <a:t>ይ፡ሕ፦አሜን እግዚኦ መሐረነ ፤</a:t>
            </a:r>
            <a:r>
              <a:rPr lang="en-US" sz="8000" dirty="0">
                <a:latin typeface="NotoSansEthiopic"/>
              </a:rPr>
              <a:t> 		               </a:t>
            </a:r>
            <a:r>
              <a:rPr lang="am-ET" sz="8000" dirty="0">
                <a:latin typeface="NotoSansEthiopic"/>
              </a:rPr>
              <a:t>እግዚኦ መሀከነ፤</a:t>
            </a:r>
            <a:r>
              <a:rPr lang="en-US" sz="8000" dirty="0">
                <a:latin typeface="NotoSansEthiopic"/>
              </a:rPr>
              <a:t> </a:t>
            </a:r>
          </a:p>
          <a:p>
            <a:pPr marL="0" indent="0">
              <a:lnSpc>
                <a:spcPct val="120000"/>
              </a:lnSpc>
              <a:buNone/>
            </a:pPr>
            <a:r>
              <a:rPr lang="en-US" sz="8000" dirty="0">
                <a:latin typeface="NotoSansEthiopic"/>
              </a:rPr>
              <a:t>                   </a:t>
            </a:r>
            <a:r>
              <a:rPr lang="am-ET" sz="8000" dirty="0">
                <a:latin typeface="NotoSansEthiopic"/>
              </a:rPr>
              <a:t>እግዚኦ ተሣሀለነ።</a:t>
            </a:r>
            <a:endParaRPr lang="en-US" sz="9500" dirty="0"/>
          </a:p>
        </p:txBody>
      </p:sp>
    </p:spTree>
    <p:extLst>
      <p:ext uri="{BB962C8B-B14F-4D97-AF65-F5344CB8AC3E}">
        <p14:creationId xmlns:p14="http://schemas.microsoft.com/office/powerpoint/2010/main" val="338264976"/>
      </p:ext>
    </p:extLst>
  </p:cSld>
  <p:clrMapOvr>
    <a:masterClrMapping/>
  </p:clrMapOvr>
</p:sld>
</file>

<file path=ppt/slides/slide23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D0E2454-242B-4A17-B572-1809BBF16F2D}"/>
              </a:ext>
            </a:extLst>
          </p:cNvPr>
          <p:cNvSpPr>
            <a:spLocks noGrp="1"/>
          </p:cNvSpPr>
          <p:nvPr>
            <p:ph idx="1"/>
          </p:nvPr>
        </p:nvSpPr>
        <p:spPr>
          <a:xfrm>
            <a:off x="0" y="1"/>
            <a:ext cx="12192000" cy="6858000"/>
          </a:xfrm>
        </p:spPr>
        <p:txBody>
          <a:bodyPr>
            <a:noAutofit/>
          </a:bodyPr>
          <a:lstStyle/>
          <a:p>
            <a:pPr marL="0" indent="0">
              <a:buNone/>
            </a:pPr>
            <a:r>
              <a:rPr lang="am-ET" sz="5400" dirty="0"/>
              <a:t>ይ.ካ. ቅዱስ ሥጋውንና ክቡር ደሙን ለሚቀበሉ ሁሉ ለኃጢአት ይቅርታና ለዘላለም ሕይወት መድኃኒት እንዲሆናቸው አንድ አድርገህ ስጣቸው፡፡</a:t>
            </a:r>
          </a:p>
          <a:p>
            <a:pPr marL="0" indent="0">
              <a:buNone/>
            </a:pPr>
            <a:r>
              <a:rPr lang="am-ET" sz="5400" dirty="0"/>
              <a:t>ይ.ዲ. መልካሙን የመንፈስ ቅዱስ አንድነት በሙሉ ልባችን እግዚአብሔርን አምላካችንን እንለምነው፡፡</a:t>
            </a:r>
          </a:p>
          <a:p>
            <a:pPr marL="0" indent="0">
              <a:buNone/>
            </a:pPr>
            <a:r>
              <a:rPr lang="am-ET" sz="5400" dirty="0"/>
              <a:t>ይ.ሕ. ነዋሪ ሆኖ እንዳለ ለዘለዓለም ይኖራል፡፡</a:t>
            </a:r>
          </a:p>
        </p:txBody>
      </p:sp>
    </p:spTree>
    <p:extLst>
      <p:ext uri="{BB962C8B-B14F-4D97-AF65-F5344CB8AC3E}">
        <p14:creationId xmlns:p14="http://schemas.microsoft.com/office/powerpoint/2010/main" val="1534307287"/>
      </p:ext>
    </p:extLst>
  </p:cSld>
  <p:clrMapOvr>
    <a:masterClrMapping/>
  </p:clrMapOvr>
</p:sld>
</file>

<file path=ppt/slides/slide23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39CE4A70-EF08-4C5C-B45A-9F1A61662266}"/>
              </a:ext>
            </a:extLst>
          </p:cNvPr>
          <p:cNvSpPr>
            <a:spLocks noGrp="1"/>
          </p:cNvSpPr>
          <p:nvPr>
            <p:ph idx="1"/>
          </p:nvPr>
        </p:nvSpPr>
        <p:spPr>
          <a:xfrm>
            <a:off x="136478" y="150126"/>
            <a:ext cx="11832609" cy="6605517"/>
          </a:xfrm>
        </p:spPr>
        <p:txBody>
          <a:bodyPr>
            <a:normAutofit/>
          </a:bodyPr>
          <a:lstStyle/>
          <a:p>
            <a:pPr marL="0" indent="0">
              <a:lnSpc>
                <a:spcPct val="120000"/>
              </a:lnSpc>
              <a:buNone/>
            </a:pPr>
            <a:r>
              <a:rPr lang="am-ET" sz="8000" dirty="0">
                <a:latin typeface="NotoSansEthiopic"/>
              </a:rPr>
              <a:t>ይ፡ዲ፦በኩሉ ል</a:t>
            </a:r>
            <a:r>
              <a:rPr lang="en-US" sz="8000" dirty="0">
                <a:latin typeface="NotoSansEthiopic"/>
              </a:rPr>
              <a:t>ብ</a:t>
            </a:r>
            <a:r>
              <a:rPr lang="am-ET" sz="8000" dirty="0">
                <a:latin typeface="NotoSansEthiopic"/>
              </a:rPr>
              <a:t> ናስተብቁዖ ለእግዚአብሔር</a:t>
            </a:r>
            <a:r>
              <a:rPr lang="en-US" sz="8000" dirty="0">
                <a:latin typeface="NotoSansEthiopic"/>
              </a:rPr>
              <a:t> </a:t>
            </a:r>
            <a:r>
              <a:rPr lang="am-ET" sz="8000" dirty="0">
                <a:latin typeface="NotoSansEthiopic"/>
              </a:rPr>
              <a:t>አምላክነ ኀብረተ መንፈስ ቅዱስ ሠናየ ከመ</a:t>
            </a:r>
            <a:r>
              <a:rPr lang="en-US" sz="8000" dirty="0">
                <a:latin typeface="NotoSansEthiopic"/>
              </a:rPr>
              <a:t> </a:t>
            </a:r>
            <a:r>
              <a:rPr lang="am-ET" sz="8000" dirty="0">
                <a:latin typeface="NotoSansEthiopic"/>
              </a:rPr>
              <a:t>ይ</a:t>
            </a:r>
            <a:r>
              <a:rPr lang="en-US" sz="8000" dirty="0">
                <a:latin typeface="NotoSansEthiopic"/>
              </a:rPr>
              <a:t>ጸ</a:t>
            </a:r>
            <a:r>
              <a:rPr lang="am-ET" sz="8000" dirty="0">
                <a:latin typeface="NotoSansEthiopic"/>
              </a:rPr>
              <a:t>ግወነ።</a:t>
            </a:r>
            <a:endParaRPr lang="en-US" sz="9500" dirty="0"/>
          </a:p>
        </p:txBody>
      </p:sp>
    </p:spTree>
    <p:extLst>
      <p:ext uri="{BB962C8B-B14F-4D97-AF65-F5344CB8AC3E}">
        <p14:creationId xmlns:p14="http://schemas.microsoft.com/office/powerpoint/2010/main" val="1441926934"/>
      </p:ext>
    </p:extLst>
  </p:cSld>
  <p:clrMapOvr>
    <a:masterClrMapping/>
  </p:clrMapOvr>
</p:sld>
</file>

<file path=ppt/slides/slide24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39CE4A70-EF08-4C5C-B45A-9F1A61662266}"/>
              </a:ext>
            </a:extLst>
          </p:cNvPr>
          <p:cNvSpPr>
            <a:spLocks noGrp="1"/>
          </p:cNvSpPr>
          <p:nvPr>
            <p:ph idx="1"/>
          </p:nvPr>
        </p:nvSpPr>
        <p:spPr>
          <a:xfrm>
            <a:off x="136478" y="150126"/>
            <a:ext cx="11832609" cy="6605517"/>
          </a:xfrm>
        </p:spPr>
        <p:txBody>
          <a:bodyPr>
            <a:noAutofit/>
          </a:bodyPr>
          <a:lstStyle/>
          <a:p>
            <a:pPr marL="0" indent="0">
              <a:lnSpc>
                <a:spcPct val="120000"/>
              </a:lnSpc>
              <a:buNone/>
            </a:pPr>
            <a:r>
              <a:rPr lang="am-ET" sz="9600" dirty="0"/>
              <a:t>ይ፡ሕ፦በከመ ሀሎ ህልወ ወይሄሉ</a:t>
            </a:r>
            <a:r>
              <a:rPr lang="en-US" sz="9600" dirty="0"/>
              <a:t> </a:t>
            </a:r>
            <a:r>
              <a:rPr lang="am-ET" sz="9600" dirty="0"/>
              <a:t>ለትውልደ ትውልድ</a:t>
            </a:r>
            <a:r>
              <a:rPr lang="en-US" sz="9600" dirty="0"/>
              <a:t> </a:t>
            </a:r>
            <a:r>
              <a:rPr lang="am-ET" sz="9600" dirty="0"/>
              <a:t>ለ</a:t>
            </a:r>
            <a:r>
              <a:rPr lang="en-US" sz="9600" dirty="0"/>
              <a:t>ዓ</a:t>
            </a:r>
            <a:r>
              <a:rPr lang="am-ET" sz="9600" dirty="0"/>
              <a:t>ለም </a:t>
            </a:r>
            <a:r>
              <a:rPr lang="en-US" sz="9600" dirty="0"/>
              <a:t>ዓ</a:t>
            </a:r>
            <a:r>
              <a:rPr lang="am-ET" sz="9600" dirty="0"/>
              <a:t>ለም።</a:t>
            </a:r>
            <a:endParaRPr lang="en-US" sz="9600" dirty="0"/>
          </a:p>
        </p:txBody>
      </p:sp>
    </p:spTree>
    <p:extLst>
      <p:ext uri="{BB962C8B-B14F-4D97-AF65-F5344CB8AC3E}">
        <p14:creationId xmlns:p14="http://schemas.microsoft.com/office/powerpoint/2010/main" val="3309185110"/>
      </p:ext>
    </p:extLst>
  </p:cSld>
  <p:clrMapOvr>
    <a:masterClrMapping/>
  </p:clrMapOvr>
</p:sld>
</file>

<file path=ppt/slides/slide24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39CE4A70-EF08-4C5C-B45A-9F1A61662266}"/>
              </a:ext>
            </a:extLst>
          </p:cNvPr>
          <p:cNvSpPr>
            <a:spLocks noGrp="1"/>
          </p:cNvSpPr>
          <p:nvPr>
            <p:ph idx="1"/>
          </p:nvPr>
        </p:nvSpPr>
        <p:spPr>
          <a:xfrm>
            <a:off x="136478" y="150126"/>
            <a:ext cx="11832609" cy="6605517"/>
          </a:xfrm>
        </p:spPr>
        <p:txBody>
          <a:bodyPr>
            <a:noAutofit/>
          </a:bodyPr>
          <a:lstStyle/>
          <a:p>
            <a:pPr marL="0" indent="0">
              <a:lnSpc>
                <a:spcPct val="120000"/>
              </a:lnSpc>
              <a:buNone/>
            </a:pPr>
            <a:r>
              <a:rPr lang="am-ET" sz="7200" dirty="0">
                <a:latin typeface="NotoSansEthiopic"/>
              </a:rPr>
              <a:t>ሀበነ ንኀበር በዘዚአከ መንፈስ ቅዱስ</a:t>
            </a:r>
            <a:r>
              <a:rPr lang="en-US" sz="7200" dirty="0">
                <a:latin typeface="NotoSansEthiopic"/>
              </a:rPr>
              <a:t> </a:t>
            </a:r>
            <a:r>
              <a:rPr lang="am-ET" sz="7200" dirty="0">
                <a:latin typeface="NotoSansEthiopic"/>
              </a:rPr>
              <a:t>፤ወፈውሰነ በዝንቱ ጵርስፎራ፤ከመ</a:t>
            </a:r>
            <a:r>
              <a:rPr lang="en-US" sz="7200" dirty="0">
                <a:latin typeface="NotoSansEthiopic"/>
              </a:rPr>
              <a:t> </a:t>
            </a:r>
            <a:r>
              <a:rPr lang="am-ET" sz="7200" dirty="0">
                <a:latin typeface="NotoSansEthiopic"/>
              </a:rPr>
              <a:t>ብከ ንሕየው</a:t>
            </a:r>
            <a:r>
              <a:rPr lang="en-US" sz="7200" dirty="0">
                <a:latin typeface="NotoSansEthiopic"/>
              </a:rPr>
              <a:t> </a:t>
            </a:r>
            <a:r>
              <a:rPr lang="am-ET" sz="7200" dirty="0">
                <a:latin typeface="NotoSansEthiopic"/>
              </a:rPr>
              <a:t>ዘለኵሉ</a:t>
            </a:r>
            <a:r>
              <a:rPr lang="en-US" sz="7200" dirty="0">
                <a:latin typeface="NotoSansEthiopic"/>
              </a:rPr>
              <a:t> </a:t>
            </a:r>
            <a:r>
              <a:rPr lang="am-ET" sz="7200" dirty="0">
                <a:latin typeface="NotoSansEthiopic"/>
              </a:rPr>
              <a:t>ዓለም፤ወለዓለመ ዓለም፤ ብሩክ ስሙ</a:t>
            </a:r>
            <a:r>
              <a:rPr lang="en-US" sz="7200" dirty="0">
                <a:latin typeface="NotoSansEthiopic"/>
              </a:rPr>
              <a:t> </a:t>
            </a:r>
            <a:r>
              <a:rPr lang="am-ET" sz="7200" dirty="0">
                <a:latin typeface="NotoSansEthiopic"/>
              </a:rPr>
              <a:t>ለእግዚአብሔር፤</a:t>
            </a:r>
            <a:endParaRPr lang="en-US" sz="7200" dirty="0"/>
          </a:p>
        </p:txBody>
      </p:sp>
    </p:spTree>
    <p:extLst>
      <p:ext uri="{BB962C8B-B14F-4D97-AF65-F5344CB8AC3E}">
        <p14:creationId xmlns:p14="http://schemas.microsoft.com/office/powerpoint/2010/main" val="3668829634"/>
      </p:ext>
    </p:extLst>
  </p:cSld>
  <p:clrMapOvr>
    <a:masterClrMapping/>
  </p:clrMapOvr>
</p:sld>
</file>

<file path=ppt/slides/slide24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39CE4A70-EF08-4C5C-B45A-9F1A61662266}"/>
              </a:ext>
            </a:extLst>
          </p:cNvPr>
          <p:cNvSpPr>
            <a:spLocks noGrp="1"/>
          </p:cNvSpPr>
          <p:nvPr>
            <p:ph idx="1"/>
          </p:nvPr>
        </p:nvSpPr>
        <p:spPr>
          <a:xfrm>
            <a:off x="136478" y="150126"/>
            <a:ext cx="11832609" cy="6605517"/>
          </a:xfrm>
        </p:spPr>
        <p:txBody>
          <a:bodyPr>
            <a:noAutofit/>
          </a:bodyPr>
          <a:lstStyle/>
          <a:p>
            <a:pPr marL="0" indent="0">
              <a:lnSpc>
                <a:spcPct val="120000"/>
              </a:lnSpc>
              <a:buNone/>
            </a:pPr>
            <a:r>
              <a:rPr lang="am-ET" sz="7200" dirty="0">
                <a:latin typeface="NotoSansEthiopic"/>
              </a:rPr>
              <a:t>ወቡሩክ ዘይመ</a:t>
            </a:r>
            <a:r>
              <a:rPr lang="en-US" sz="7200" dirty="0">
                <a:latin typeface="NotoSansEthiopic"/>
              </a:rPr>
              <a:t>ጽ</a:t>
            </a:r>
            <a:r>
              <a:rPr lang="am-ET" sz="7200" dirty="0">
                <a:latin typeface="NotoSansEthiopic"/>
              </a:rPr>
              <a:t>እ በስመ እግዚአብሔር ፤ ወይትባረክ ስመ ስብሐቲሁ ፤ ለይኩን ፤ ለይኩን ፤ </a:t>
            </a:r>
            <a:r>
              <a:rPr lang="en-US" sz="7200" dirty="0" err="1">
                <a:latin typeface="NotoSansEthiopic"/>
              </a:rPr>
              <a:t>ቡሩከ</a:t>
            </a:r>
            <a:r>
              <a:rPr lang="en-US" sz="7200" dirty="0">
                <a:latin typeface="NotoSansEthiopic"/>
              </a:rPr>
              <a:t> </a:t>
            </a:r>
            <a:r>
              <a:rPr lang="en-US" sz="7200" dirty="0" err="1">
                <a:latin typeface="NotoSansEthiopic"/>
              </a:rPr>
              <a:t>ለይኩን</a:t>
            </a:r>
            <a:r>
              <a:rPr lang="en-US" sz="7200" dirty="0">
                <a:latin typeface="NotoSansEthiopic"/>
              </a:rPr>
              <a:t>፤ </a:t>
            </a:r>
            <a:r>
              <a:rPr lang="am-ET" sz="7200" dirty="0">
                <a:latin typeface="NotoSansEthiopic"/>
              </a:rPr>
              <a:t>ፈኑ ፤ ፀጋ መንፈስ ቅዱስ ላዕሌነ፡፡</a:t>
            </a:r>
            <a:endParaRPr lang="en-US" sz="7200" dirty="0"/>
          </a:p>
        </p:txBody>
      </p:sp>
    </p:spTree>
    <p:extLst>
      <p:ext uri="{BB962C8B-B14F-4D97-AF65-F5344CB8AC3E}">
        <p14:creationId xmlns:p14="http://schemas.microsoft.com/office/powerpoint/2010/main" val="3715281922"/>
      </p:ext>
    </p:extLst>
  </p:cSld>
  <p:clrMapOvr>
    <a:masterClrMapping/>
  </p:clrMapOvr>
</p:sld>
</file>

<file path=ppt/slides/slide24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39CE4A70-EF08-4C5C-B45A-9F1A61662266}"/>
              </a:ext>
            </a:extLst>
          </p:cNvPr>
          <p:cNvSpPr>
            <a:spLocks noGrp="1"/>
          </p:cNvSpPr>
          <p:nvPr>
            <p:ph idx="1"/>
          </p:nvPr>
        </p:nvSpPr>
        <p:spPr>
          <a:xfrm>
            <a:off x="179695" y="0"/>
            <a:ext cx="11832609" cy="6482687"/>
          </a:xfrm>
        </p:spPr>
        <p:txBody>
          <a:bodyPr>
            <a:normAutofit fontScale="92500" lnSpcReduction="20000"/>
          </a:bodyPr>
          <a:lstStyle/>
          <a:p>
            <a:pPr marL="0" indent="0">
              <a:buNone/>
            </a:pPr>
            <a:endParaRPr lang="en-US" sz="9600" dirty="0">
              <a:latin typeface="NotoSansEthiopic"/>
            </a:endParaRPr>
          </a:p>
          <a:p>
            <a:pPr marL="0" indent="0">
              <a:buNone/>
            </a:pPr>
            <a:r>
              <a:rPr lang="am-ET" sz="11500" dirty="0">
                <a:latin typeface="NotoSansEthiopic"/>
              </a:rPr>
              <a:t>ይ፡ዲ፦ </a:t>
            </a:r>
            <a:r>
              <a:rPr lang="en-US" sz="11500" dirty="0" err="1">
                <a:latin typeface="NotoSansEthiopic"/>
              </a:rPr>
              <a:t>ተንሥኡ</a:t>
            </a:r>
            <a:r>
              <a:rPr lang="en-US" sz="11500" dirty="0">
                <a:latin typeface="NotoSansEthiopic"/>
              </a:rPr>
              <a:t> </a:t>
            </a:r>
            <a:r>
              <a:rPr lang="en-US" sz="11500" dirty="0" err="1">
                <a:latin typeface="NotoSansEthiopic"/>
              </a:rPr>
              <a:t>ለጸሎት</a:t>
            </a:r>
            <a:endParaRPr lang="en-US" sz="11500" dirty="0">
              <a:latin typeface="NotoSansEthiopic"/>
            </a:endParaRPr>
          </a:p>
          <a:p>
            <a:pPr marL="0" indent="0">
              <a:buNone/>
            </a:pPr>
            <a:r>
              <a:rPr lang="am-ET" sz="11500" dirty="0">
                <a:latin typeface="NotoSansEthiopic"/>
              </a:rPr>
              <a:t>ይ፡</a:t>
            </a:r>
            <a:r>
              <a:rPr lang="en-US" sz="11500" dirty="0">
                <a:latin typeface="NotoSansEthiopic"/>
              </a:rPr>
              <a:t>ሕ</a:t>
            </a:r>
            <a:r>
              <a:rPr lang="am-ET" sz="11500" dirty="0">
                <a:latin typeface="NotoSansEthiopic"/>
              </a:rPr>
              <a:t>፦</a:t>
            </a:r>
            <a:r>
              <a:rPr lang="en-US" sz="11500" dirty="0">
                <a:latin typeface="NotoSansEthiopic"/>
              </a:rPr>
              <a:t> </a:t>
            </a:r>
            <a:r>
              <a:rPr lang="en-US" sz="11500" dirty="0" err="1">
                <a:latin typeface="NotoSansEthiopic"/>
              </a:rPr>
              <a:t>እግዚኦ</a:t>
            </a:r>
            <a:r>
              <a:rPr lang="en-US" sz="11500" dirty="0">
                <a:latin typeface="NotoSansEthiopic"/>
              </a:rPr>
              <a:t> </a:t>
            </a:r>
            <a:r>
              <a:rPr lang="en-US" sz="11500" dirty="0" err="1">
                <a:latin typeface="NotoSansEthiopic"/>
              </a:rPr>
              <a:t>ተሣሀለነ</a:t>
            </a:r>
            <a:endParaRPr lang="en-US" sz="11500" dirty="0">
              <a:latin typeface="NotoSansEthiopic"/>
            </a:endParaRPr>
          </a:p>
          <a:p>
            <a:pPr marL="0" indent="0">
              <a:buNone/>
            </a:pPr>
            <a:r>
              <a:rPr lang="am-ET" sz="11500" dirty="0">
                <a:latin typeface="NotoSansEthiopic"/>
              </a:rPr>
              <a:t>ይ፡</a:t>
            </a:r>
            <a:r>
              <a:rPr lang="en-US" sz="11500" dirty="0">
                <a:latin typeface="NotoSansEthiopic"/>
              </a:rPr>
              <a:t>ካ</a:t>
            </a:r>
            <a:r>
              <a:rPr lang="am-ET" sz="11500" dirty="0">
                <a:latin typeface="NotoSansEthiopic"/>
              </a:rPr>
              <a:t>፦</a:t>
            </a:r>
            <a:r>
              <a:rPr lang="en-US" sz="11500" dirty="0">
                <a:latin typeface="NotoSansEthiopic"/>
              </a:rPr>
              <a:t>  </a:t>
            </a:r>
            <a:r>
              <a:rPr lang="en-US" sz="11500" dirty="0" err="1">
                <a:latin typeface="NotoSansEthiopic"/>
              </a:rPr>
              <a:t>ሰላም</a:t>
            </a:r>
            <a:r>
              <a:rPr lang="en-US" sz="11500" dirty="0">
                <a:latin typeface="NotoSansEthiopic"/>
              </a:rPr>
              <a:t> </a:t>
            </a:r>
            <a:r>
              <a:rPr lang="en-US" sz="11500" dirty="0" err="1">
                <a:latin typeface="NotoSansEthiopic"/>
              </a:rPr>
              <a:t>ለኩልክሙ</a:t>
            </a:r>
            <a:endParaRPr lang="en-US" sz="11500" dirty="0">
              <a:latin typeface="NotoSansEthiopic"/>
            </a:endParaRPr>
          </a:p>
          <a:p>
            <a:pPr marL="0" indent="0">
              <a:buNone/>
            </a:pPr>
            <a:r>
              <a:rPr lang="am-ET" sz="11500" dirty="0">
                <a:latin typeface="NotoSansEthiopic"/>
              </a:rPr>
              <a:t>ይ፡</a:t>
            </a:r>
            <a:r>
              <a:rPr lang="en-US" sz="11500" dirty="0">
                <a:latin typeface="NotoSansEthiopic"/>
              </a:rPr>
              <a:t>ሕ</a:t>
            </a:r>
            <a:r>
              <a:rPr lang="am-ET" sz="11500" dirty="0">
                <a:latin typeface="NotoSansEthiopic"/>
              </a:rPr>
              <a:t>፦</a:t>
            </a:r>
            <a:r>
              <a:rPr lang="en-US" sz="11500" dirty="0">
                <a:latin typeface="NotoSansEthiopic"/>
              </a:rPr>
              <a:t> </a:t>
            </a:r>
            <a:r>
              <a:rPr lang="en-US" sz="11500" dirty="0" err="1">
                <a:latin typeface="NotoSansEthiopic"/>
              </a:rPr>
              <a:t>ምስለ</a:t>
            </a:r>
            <a:r>
              <a:rPr lang="en-US" sz="11500" dirty="0">
                <a:latin typeface="NotoSansEthiopic"/>
              </a:rPr>
              <a:t> </a:t>
            </a:r>
            <a:r>
              <a:rPr lang="en-US" sz="11500" dirty="0" err="1">
                <a:latin typeface="NotoSansEthiopic"/>
              </a:rPr>
              <a:t>መንፈስከ</a:t>
            </a:r>
            <a:endParaRPr lang="en-US" sz="11500" dirty="0">
              <a:latin typeface="NotoSansEthiopic"/>
            </a:endParaRPr>
          </a:p>
          <a:p>
            <a:pPr marL="0" indent="0">
              <a:buNone/>
            </a:pPr>
            <a:endParaRPr lang="en-US" sz="11500" dirty="0">
              <a:latin typeface="NotoSansEthiopic"/>
            </a:endParaRPr>
          </a:p>
        </p:txBody>
      </p:sp>
    </p:spTree>
    <p:extLst>
      <p:ext uri="{BB962C8B-B14F-4D97-AF65-F5344CB8AC3E}">
        <p14:creationId xmlns:p14="http://schemas.microsoft.com/office/powerpoint/2010/main" val="2994576238"/>
      </p:ext>
    </p:extLst>
  </p:cSld>
  <p:clrMapOvr>
    <a:masterClrMapping/>
  </p:clrMapOvr>
</p:sld>
</file>

<file path=ppt/slides/slide24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39CE4A70-EF08-4C5C-B45A-9F1A61662266}"/>
              </a:ext>
            </a:extLst>
          </p:cNvPr>
          <p:cNvSpPr>
            <a:spLocks noGrp="1"/>
          </p:cNvSpPr>
          <p:nvPr>
            <p:ph idx="1"/>
          </p:nvPr>
        </p:nvSpPr>
        <p:spPr>
          <a:xfrm>
            <a:off x="2" y="1"/>
            <a:ext cx="11969087" cy="6755643"/>
          </a:xfrm>
        </p:spPr>
        <p:txBody>
          <a:bodyPr>
            <a:normAutofit fontScale="92500" lnSpcReduction="20000"/>
          </a:bodyPr>
          <a:lstStyle/>
          <a:p>
            <a:pPr marL="0" indent="0">
              <a:lnSpc>
                <a:spcPct val="120000"/>
              </a:lnSpc>
              <a:buNone/>
            </a:pPr>
            <a:r>
              <a:rPr lang="en-US" sz="7200" dirty="0" err="1">
                <a:latin typeface="NotoSansEthiopic"/>
              </a:rPr>
              <a:t>ይ.ዲ</a:t>
            </a:r>
            <a:r>
              <a:rPr lang="en-US" sz="7200" dirty="0">
                <a:latin typeface="NotoSansEthiopic"/>
              </a:rPr>
              <a:t>. </a:t>
            </a:r>
            <a:r>
              <a:rPr lang="en-US" sz="7200" dirty="0" err="1">
                <a:latin typeface="NotoSansEthiopic"/>
              </a:rPr>
              <a:t>ጸልዩ</a:t>
            </a:r>
            <a:endParaRPr lang="en-US" sz="7200" dirty="0">
              <a:latin typeface="NotoSansEthiopic"/>
            </a:endParaRPr>
          </a:p>
          <a:p>
            <a:pPr marL="0" indent="0">
              <a:lnSpc>
                <a:spcPct val="120000"/>
              </a:lnSpc>
              <a:buNone/>
            </a:pPr>
            <a:r>
              <a:rPr lang="am-ET" sz="7200" dirty="0">
                <a:latin typeface="NotoSansEthiopic"/>
              </a:rPr>
              <a:t>ይ፡ሕ፦አቡነ ዘበሰማያት ይትቀደስ ስምከ ፤ ትምጻ</a:t>
            </a:r>
            <a:r>
              <a:rPr lang="en-US" sz="7200" dirty="0">
                <a:latin typeface="NotoSansEthiopic"/>
              </a:rPr>
              <a:t>እ </a:t>
            </a:r>
            <a:r>
              <a:rPr lang="am-ET" sz="7200" dirty="0">
                <a:latin typeface="NotoSansEthiopic"/>
              </a:rPr>
              <a:t>መንግ</a:t>
            </a:r>
            <a:r>
              <a:rPr lang="en-US" sz="7200" dirty="0">
                <a:latin typeface="NotoSansEthiopic"/>
              </a:rPr>
              <a:t>ሥ</a:t>
            </a:r>
            <a:r>
              <a:rPr lang="am-ET" sz="7200" dirty="0">
                <a:latin typeface="NotoSansEthiopic"/>
              </a:rPr>
              <a:t>ትከ ወይኩን ፈቃድከ በከመ በሰማይ</a:t>
            </a:r>
            <a:r>
              <a:rPr lang="en-US" sz="7200" dirty="0">
                <a:latin typeface="NotoSansEthiopic"/>
              </a:rPr>
              <a:t> </a:t>
            </a:r>
            <a:r>
              <a:rPr lang="am-ET" sz="7200" dirty="0">
                <a:latin typeface="NotoSansEthiopic"/>
              </a:rPr>
              <a:t>ከማሁ በምድር ፡፡ ሲሳየነ ዘለለዕለትነ ሀበነ ዮም</a:t>
            </a:r>
            <a:r>
              <a:rPr lang="en-US" sz="7200" dirty="0">
                <a:latin typeface="NotoSansEthiopic"/>
              </a:rPr>
              <a:t> </a:t>
            </a:r>
            <a:r>
              <a:rPr lang="am-ET" sz="7200" dirty="0">
                <a:latin typeface="NotoSansEthiopic"/>
              </a:rPr>
              <a:t>፤ </a:t>
            </a:r>
            <a:r>
              <a:rPr lang="en-US" sz="7200" dirty="0">
                <a:latin typeface="NotoSansEthiopic"/>
              </a:rPr>
              <a:t>ኅ</a:t>
            </a:r>
            <a:r>
              <a:rPr lang="am-ET" sz="7200" dirty="0">
                <a:latin typeface="NotoSansEthiopic"/>
              </a:rPr>
              <a:t>ድግ ለነ አበሳነ ወጌጋየነ ከመ ንሕነኒ</a:t>
            </a:r>
            <a:r>
              <a:rPr lang="en-US" sz="7200" dirty="0">
                <a:latin typeface="NotoSansEthiopic"/>
              </a:rPr>
              <a:t> </a:t>
            </a:r>
            <a:r>
              <a:rPr lang="am-ET" sz="7200" dirty="0">
                <a:latin typeface="NotoSansEthiopic"/>
              </a:rPr>
              <a:t>ን</a:t>
            </a:r>
            <a:r>
              <a:rPr lang="en-US" sz="7200" dirty="0">
                <a:latin typeface="NotoSansEthiopic"/>
              </a:rPr>
              <a:t>ኅ</a:t>
            </a:r>
            <a:r>
              <a:rPr lang="am-ET" sz="7200" dirty="0">
                <a:latin typeface="NotoSansEthiopic"/>
              </a:rPr>
              <a:t>ድግ ለዘአበሰ ለነ ፤</a:t>
            </a:r>
            <a:endParaRPr lang="en-US" dirty="0"/>
          </a:p>
        </p:txBody>
      </p:sp>
    </p:spTree>
    <p:extLst>
      <p:ext uri="{BB962C8B-B14F-4D97-AF65-F5344CB8AC3E}">
        <p14:creationId xmlns:p14="http://schemas.microsoft.com/office/powerpoint/2010/main" val="502989004"/>
      </p:ext>
    </p:extLst>
  </p:cSld>
  <p:clrMapOvr>
    <a:masterClrMapping/>
  </p:clrMapOvr>
</p:sld>
</file>

<file path=ppt/slides/slide24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39CE4A70-EF08-4C5C-B45A-9F1A61662266}"/>
              </a:ext>
            </a:extLst>
          </p:cNvPr>
          <p:cNvSpPr>
            <a:spLocks noGrp="1"/>
          </p:cNvSpPr>
          <p:nvPr>
            <p:ph idx="1"/>
          </p:nvPr>
        </p:nvSpPr>
        <p:spPr>
          <a:xfrm>
            <a:off x="2" y="106681"/>
            <a:ext cx="11969087" cy="6648963"/>
          </a:xfrm>
        </p:spPr>
        <p:txBody>
          <a:bodyPr>
            <a:normAutofit fontScale="92500"/>
          </a:bodyPr>
          <a:lstStyle/>
          <a:p>
            <a:pPr marL="0" indent="0">
              <a:lnSpc>
                <a:spcPct val="120000"/>
              </a:lnSpc>
              <a:buNone/>
            </a:pPr>
            <a:r>
              <a:rPr lang="am-ET" sz="8000" dirty="0">
                <a:latin typeface="NotoSansEthiopic"/>
              </a:rPr>
              <a:t>ኢታብአነ እግዚኦ ውስተ መንሱት ፤ አላ አድኀነነ ወባልሐነ እምኩሉ እኩይ ፤እስመ ዚአከ ይእቲ መንግሥት ኃይል ወስብሐት ለ</a:t>
            </a:r>
            <a:r>
              <a:rPr lang="en-US" sz="8000" dirty="0">
                <a:latin typeface="NotoSansEthiopic"/>
              </a:rPr>
              <a:t>ዓ</a:t>
            </a:r>
            <a:r>
              <a:rPr lang="am-ET" sz="8000" dirty="0">
                <a:latin typeface="NotoSansEthiopic"/>
              </a:rPr>
              <a:t>ለመ </a:t>
            </a:r>
            <a:r>
              <a:rPr lang="en-US" sz="8000" dirty="0">
                <a:latin typeface="NotoSansEthiopic"/>
              </a:rPr>
              <a:t>ዓ</a:t>
            </a:r>
            <a:r>
              <a:rPr lang="am-ET" sz="8000" dirty="0">
                <a:latin typeface="NotoSansEthiopic"/>
              </a:rPr>
              <a:t>ለም፡፡</a:t>
            </a:r>
            <a:endParaRPr lang="en-US" sz="3200" dirty="0"/>
          </a:p>
        </p:txBody>
      </p:sp>
    </p:spTree>
    <p:extLst>
      <p:ext uri="{BB962C8B-B14F-4D97-AF65-F5344CB8AC3E}">
        <p14:creationId xmlns:p14="http://schemas.microsoft.com/office/powerpoint/2010/main" val="185302475"/>
      </p:ext>
    </p:extLst>
  </p:cSld>
  <p:clrMapOvr>
    <a:masterClrMapping/>
  </p:clrMapOvr>
</p:sld>
</file>

<file path=ppt/slides/slide24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39CE4A70-EF08-4C5C-B45A-9F1A61662266}"/>
              </a:ext>
            </a:extLst>
          </p:cNvPr>
          <p:cNvSpPr>
            <a:spLocks noGrp="1"/>
          </p:cNvSpPr>
          <p:nvPr>
            <p:ph idx="1"/>
          </p:nvPr>
        </p:nvSpPr>
        <p:spPr>
          <a:xfrm>
            <a:off x="2" y="106681"/>
            <a:ext cx="11969087" cy="6648963"/>
          </a:xfrm>
        </p:spPr>
        <p:txBody>
          <a:bodyPr>
            <a:normAutofit/>
          </a:bodyPr>
          <a:lstStyle/>
          <a:p>
            <a:pPr marL="0" indent="0">
              <a:lnSpc>
                <a:spcPct val="120000"/>
              </a:lnSpc>
              <a:buNone/>
            </a:pPr>
            <a:endParaRPr lang="en-US" sz="8000" dirty="0">
              <a:solidFill>
                <a:srgbClr val="FF0000"/>
              </a:solidFill>
              <a:latin typeface="NotoSansEthiopic"/>
            </a:endParaRPr>
          </a:p>
          <a:p>
            <a:pPr marL="0" indent="0">
              <a:lnSpc>
                <a:spcPct val="120000"/>
              </a:lnSpc>
              <a:buNone/>
            </a:pPr>
            <a:r>
              <a:rPr lang="am-ET" sz="8000" dirty="0">
                <a:solidFill>
                  <a:srgbClr val="FF0000"/>
                </a:solidFill>
                <a:latin typeface="NotoSansEthiopic"/>
              </a:rPr>
              <a:t>ይ፡ሕ፦ </a:t>
            </a:r>
            <a:r>
              <a:rPr lang="en-US" sz="8000" dirty="0" err="1">
                <a:solidFill>
                  <a:schemeClr val="bg1"/>
                </a:solidFill>
                <a:latin typeface="NotoSansEthiopic"/>
              </a:rPr>
              <a:t>በከመ</a:t>
            </a:r>
            <a:r>
              <a:rPr lang="en-US" sz="8000" dirty="0">
                <a:solidFill>
                  <a:schemeClr val="bg1"/>
                </a:solidFill>
                <a:latin typeface="NotoSansEthiopic"/>
              </a:rPr>
              <a:t> </a:t>
            </a:r>
            <a:r>
              <a:rPr lang="en-US" sz="8000" dirty="0" err="1">
                <a:solidFill>
                  <a:schemeClr val="bg1"/>
                </a:solidFill>
                <a:latin typeface="NotoSansEthiopic"/>
              </a:rPr>
              <a:t>ምሕረትከ</a:t>
            </a:r>
            <a:r>
              <a:rPr lang="en-US" sz="8000" dirty="0">
                <a:solidFill>
                  <a:schemeClr val="bg1"/>
                </a:solidFill>
                <a:latin typeface="NotoSansEthiopic"/>
              </a:rPr>
              <a:t> </a:t>
            </a:r>
            <a:r>
              <a:rPr lang="en-US" sz="8000" dirty="0" err="1">
                <a:solidFill>
                  <a:schemeClr val="bg1"/>
                </a:solidFill>
                <a:latin typeface="NotoSansEthiopic"/>
              </a:rPr>
              <a:t>አምላክነ</a:t>
            </a:r>
            <a:r>
              <a:rPr lang="en-US" sz="8000" dirty="0">
                <a:solidFill>
                  <a:schemeClr val="bg1"/>
                </a:solidFill>
                <a:latin typeface="NotoSansEthiopic"/>
              </a:rPr>
              <a:t> </a:t>
            </a:r>
            <a:r>
              <a:rPr lang="en-US" sz="8000" dirty="0" err="1">
                <a:solidFill>
                  <a:schemeClr val="bg1"/>
                </a:solidFill>
                <a:latin typeface="NotoSansEthiopic"/>
              </a:rPr>
              <a:t>ወአኮ</a:t>
            </a:r>
            <a:r>
              <a:rPr lang="en-US" sz="8000" dirty="0">
                <a:solidFill>
                  <a:schemeClr val="bg1"/>
                </a:solidFill>
                <a:latin typeface="NotoSansEthiopic"/>
              </a:rPr>
              <a:t> </a:t>
            </a:r>
            <a:r>
              <a:rPr lang="en-US" sz="8000" dirty="0" err="1">
                <a:solidFill>
                  <a:schemeClr val="bg1"/>
                </a:solidFill>
                <a:latin typeface="NotoSansEthiopic"/>
              </a:rPr>
              <a:t>በከመ</a:t>
            </a:r>
            <a:r>
              <a:rPr lang="en-US" sz="8000" dirty="0">
                <a:solidFill>
                  <a:schemeClr val="bg1"/>
                </a:solidFill>
                <a:latin typeface="NotoSansEthiopic"/>
              </a:rPr>
              <a:t> </a:t>
            </a:r>
            <a:r>
              <a:rPr lang="en-US" sz="8000" dirty="0" err="1">
                <a:solidFill>
                  <a:schemeClr val="bg1"/>
                </a:solidFill>
                <a:latin typeface="NotoSansEthiopic"/>
              </a:rPr>
              <a:t>አበሳነ</a:t>
            </a:r>
            <a:r>
              <a:rPr lang="en-US" sz="8000" dirty="0">
                <a:solidFill>
                  <a:schemeClr val="bg1"/>
                </a:solidFill>
                <a:latin typeface="NotoSansEthiopic"/>
              </a:rPr>
              <a:t> (3 </a:t>
            </a:r>
            <a:r>
              <a:rPr lang="en-US" sz="8000" dirty="0" err="1">
                <a:solidFill>
                  <a:schemeClr val="bg1"/>
                </a:solidFill>
                <a:latin typeface="NotoSansEthiopic"/>
              </a:rPr>
              <a:t>ጊዜ</a:t>
            </a:r>
            <a:r>
              <a:rPr lang="en-US" sz="8000" dirty="0">
                <a:solidFill>
                  <a:schemeClr val="bg1"/>
                </a:solidFill>
                <a:latin typeface="NotoSansEthiopic"/>
              </a:rPr>
              <a:t>)</a:t>
            </a:r>
            <a:endParaRPr lang="en-US" sz="3200" dirty="0">
              <a:solidFill>
                <a:schemeClr val="bg1"/>
              </a:solidFill>
            </a:endParaRPr>
          </a:p>
        </p:txBody>
      </p:sp>
    </p:spTree>
    <p:extLst>
      <p:ext uri="{BB962C8B-B14F-4D97-AF65-F5344CB8AC3E}">
        <p14:creationId xmlns:p14="http://schemas.microsoft.com/office/powerpoint/2010/main" val="1255025889"/>
      </p:ext>
    </p:extLst>
  </p:cSld>
  <p:clrMapOvr>
    <a:masterClrMapping/>
  </p:clrMapOvr>
</p:sld>
</file>

<file path=ppt/slides/slide24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39CE4A70-EF08-4C5C-B45A-9F1A61662266}"/>
              </a:ext>
            </a:extLst>
          </p:cNvPr>
          <p:cNvSpPr>
            <a:spLocks noGrp="1"/>
          </p:cNvSpPr>
          <p:nvPr>
            <p:ph idx="1"/>
          </p:nvPr>
        </p:nvSpPr>
        <p:spPr>
          <a:xfrm>
            <a:off x="2" y="106681"/>
            <a:ext cx="11969087" cy="6648963"/>
          </a:xfrm>
        </p:spPr>
        <p:txBody>
          <a:bodyPr>
            <a:normAutofit fontScale="70000" lnSpcReduction="20000"/>
          </a:bodyPr>
          <a:lstStyle/>
          <a:p>
            <a:pPr marL="0" indent="0">
              <a:lnSpc>
                <a:spcPct val="120000"/>
              </a:lnSpc>
              <a:buNone/>
            </a:pPr>
            <a:endParaRPr lang="en-US" sz="8000" dirty="0">
              <a:solidFill>
                <a:srgbClr val="FF0000"/>
              </a:solidFill>
              <a:latin typeface="NotoSansEthiopic"/>
            </a:endParaRPr>
          </a:p>
          <a:p>
            <a:pPr marL="0" indent="0">
              <a:lnSpc>
                <a:spcPct val="120000"/>
              </a:lnSpc>
              <a:buNone/>
            </a:pPr>
            <a:r>
              <a:rPr lang="am-ET" sz="8000" dirty="0">
                <a:solidFill>
                  <a:srgbClr val="FF0000"/>
                </a:solidFill>
                <a:latin typeface="NotoSansEthiopic"/>
              </a:rPr>
              <a:t>ይ፡ሕ፦ </a:t>
            </a:r>
            <a:r>
              <a:rPr lang="en-US" sz="8000" dirty="0" err="1">
                <a:solidFill>
                  <a:schemeClr val="bg1"/>
                </a:solidFill>
                <a:latin typeface="NotoSansEthiopic"/>
              </a:rPr>
              <a:t>ሠራዊተ</a:t>
            </a:r>
            <a:r>
              <a:rPr lang="en-US" sz="8000" dirty="0">
                <a:solidFill>
                  <a:schemeClr val="bg1"/>
                </a:solidFill>
                <a:latin typeface="NotoSansEthiopic"/>
              </a:rPr>
              <a:t> </a:t>
            </a:r>
            <a:r>
              <a:rPr lang="en-US" sz="8000" dirty="0" err="1">
                <a:solidFill>
                  <a:schemeClr val="bg1"/>
                </a:solidFill>
                <a:latin typeface="NotoSansEthiopic"/>
              </a:rPr>
              <a:t>መላእክቲሁ</a:t>
            </a:r>
            <a:r>
              <a:rPr lang="en-US" sz="8000" dirty="0">
                <a:solidFill>
                  <a:schemeClr val="bg1"/>
                </a:solidFill>
                <a:latin typeface="NotoSansEthiopic"/>
              </a:rPr>
              <a:t> </a:t>
            </a:r>
            <a:r>
              <a:rPr lang="en-US" sz="8000" dirty="0" err="1">
                <a:solidFill>
                  <a:schemeClr val="bg1"/>
                </a:solidFill>
                <a:latin typeface="NotoSansEthiopic"/>
              </a:rPr>
              <a:t>ለመድኅኔ</a:t>
            </a:r>
            <a:r>
              <a:rPr lang="en-US" sz="8000" dirty="0">
                <a:solidFill>
                  <a:schemeClr val="bg1"/>
                </a:solidFill>
                <a:latin typeface="NotoSansEthiopic"/>
              </a:rPr>
              <a:t> </a:t>
            </a:r>
            <a:r>
              <a:rPr lang="en-US" sz="8000" dirty="0" err="1">
                <a:solidFill>
                  <a:schemeClr val="bg1"/>
                </a:solidFill>
                <a:latin typeface="NotoSansEthiopic"/>
              </a:rPr>
              <a:t>ዓለም</a:t>
            </a:r>
            <a:r>
              <a:rPr lang="en-US" sz="8000" dirty="0">
                <a:solidFill>
                  <a:schemeClr val="bg1"/>
                </a:solidFill>
                <a:latin typeface="NotoSansEthiopic"/>
              </a:rPr>
              <a:t> ዬ </a:t>
            </a:r>
            <a:r>
              <a:rPr lang="en-US" sz="8000" dirty="0" err="1">
                <a:solidFill>
                  <a:schemeClr val="bg1"/>
                </a:solidFill>
                <a:latin typeface="NotoSansEthiopic"/>
              </a:rPr>
              <a:t>ዬ</a:t>
            </a:r>
            <a:r>
              <a:rPr lang="en-US" sz="8000" dirty="0">
                <a:solidFill>
                  <a:schemeClr val="bg1"/>
                </a:solidFill>
                <a:latin typeface="NotoSansEthiopic"/>
              </a:rPr>
              <a:t> </a:t>
            </a:r>
            <a:r>
              <a:rPr lang="en-US" sz="8000" dirty="0" err="1">
                <a:solidFill>
                  <a:schemeClr val="bg1"/>
                </a:solidFill>
                <a:latin typeface="NotoSansEthiopic"/>
              </a:rPr>
              <a:t>ዬ</a:t>
            </a:r>
            <a:r>
              <a:rPr lang="en-US" sz="8000" dirty="0">
                <a:solidFill>
                  <a:schemeClr val="bg1"/>
                </a:solidFill>
                <a:latin typeface="NotoSansEthiopic"/>
              </a:rPr>
              <a:t> </a:t>
            </a:r>
            <a:r>
              <a:rPr lang="en-US" sz="8000" dirty="0" err="1">
                <a:solidFill>
                  <a:schemeClr val="bg1"/>
                </a:solidFill>
                <a:latin typeface="NotoSansEthiopic"/>
              </a:rPr>
              <a:t>ይቀውሙ</a:t>
            </a:r>
            <a:r>
              <a:rPr lang="en-US" sz="8000" dirty="0">
                <a:solidFill>
                  <a:schemeClr val="bg1"/>
                </a:solidFill>
                <a:latin typeface="NotoSansEthiopic"/>
              </a:rPr>
              <a:t> </a:t>
            </a:r>
            <a:r>
              <a:rPr lang="en-US" sz="8000" dirty="0" err="1">
                <a:solidFill>
                  <a:schemeClr val="bg1"/>
                </a:solidFill>
                <a:latin typeface="NotoSansEthiopic"/>
              </a:rPr>
              <a:t>ቅድሜሁ</a:t>
            </a:r>
            <a:r>
              <a:rPr lang="en-US" sz="8000" dirty="0">
                <a:solidFill>
                  <a:schemeClr val="bg1"/>
                </a:solidFill>
                <a:latin typeface="NotoSansEthiopic"/>
              </a:rPr>
              <a:t> </a:t>
            </a:r>
            <a:r>
              <a:rPr lang="en-US" sz="8000" dirty="0" err="1">
                <a:solidFill>
                  <a:schemeClr val="bg1"/>
                </a:solidFill>
                <a:latin typeface="NotoSansEthiopic"/>
              </a:rPr>
              <a:t>ለመድኅኔ</a:t>
            </a:r>
            <a:r>
              <a:rPr lang="en-US" sz="8000" dirty="0">
                <a:solidFill>
                  <a:schemeClr val="bg1"/>
                </a:solidFill>
                <a:latin typeface="NotoSansEthiopic"/>
              </a:rPr>
              <a:t> </a:t>
            </a:r>
            <a:r>
              <a:rPr lang="en-US" sz="8000" dirty="0" err="1">
                <a:solidFill>
                  <a:schemeClr val="bg1"/>
                </a:solidFill>
                <a:latin typeface="NotoSansEthiopic"/>
              </a:rPr>
              <a:t>ዓለም</a:t>
            </a:r>
            <a:r>
              <a:rPr lang="en-US" sz="8000" dirty="0">
                <a:solidFill>
                  <a:schemeClr val="bg1"/>
                </a:solidFill>
                <a:latin typeface="NotoSansEthiopic"/>
              </a:rPr>
              <a:t> </a:t>
            </a:r>
            <a:r>
              <a:rPr lang="en-US" sz="8000" dirty="0" err="1">
                <a:solidFill>
                  <a:schemeClr val="bg1"/>
                </a:solidFill>
                <a:latin typeface="NotoSansEthiopic"/>
              </a:rPr>
              <a:t>ወይኬልልዎ</a:t>
            </a:r>
            <a:r>
              <a:rPr lang="en-US" sz="8000" dirty="0">
                <a:solidFill>
                  <a:schemeClr val="bg1"/>
                </a:solidFill>
                <a:latin typeface="NotoSansEthiopic"/>
              </a:rPr>
              <a:t> </a:t>
            </a:r>
            <a:r>
              <a:rPr lang="en-US" sz="8000" dirty="0" err="1">
                <a:solidFill>
                  <a:schemeClr val="bg1"/>
                </a:solidFill>
                <a:latin typeface="NotoSansEthiopic"/>
              </a:rPr>
              <a:t>ለመድኅኔ</a:t>
            </a:r>
            <a:r>
              <a:rPr lang="en-US" sz="8000" dirty="0">
                <a:solidFill>
                  <a:schemeClr val="bg1"/>
                </a:solidFill>
                <a:latin typeface="NotoSansEthiopic"/>
              </a:rPr>
              <a:t> </a:t>
            </a:r>
            <a:r>
              <a:rPr lang="en-US" sz="8000" dirty="0" err="1">
                <a:solidFill>
                  <a:schemeClr val="bg1"/>
                </a:solidFill>
                <a:latin typeface="NotoSansEthiopic"/>
              </a:rPr>
              <a:t>ዓለም</a:t>
            </a:r>
            <a:r>
              <a:rPr lang="en-US" sz="8000" dirty="0">
                <a:solidFill>
                  <a:schemeClr val="bg1"/>
                </a:solidFill>
                <a:latin typeface="NotoSansEthiopic"/>
              </a:rPr>
              <a:t> ዬ </a:t>
            </a:r>
            <a:r>
              <a:rPr lang="en-US" sz="8000" dirty="0" err="1">
                <a:solidFill>
                  <a:schemeClr val="bg1"/>
                </a:solidFill>
                <a:latin typeface="NotoSansEthiopic"/>
              </a:rPr>
              <a:t>ዬ</a:t>
            </a:r>
            <a:r>
              <a:rPr lang="en-US" sz="8000" dirty="0">
                <a:solidFill>
                  <a:schemeClr val="bg1"/>
                </a:solidFill>
                <a:latin typeface="NotoSansEthiopic"/>
              </a:rPr>
              <a:t> </a:t>
            </a:r>
            <a:r>
              <a:rPr lang="en-US" sz="8000" dirty="0" err="1">
                <a:solidFill>
                  <a:schemeClr val="bg1"/>
                </a:solidFill>
                <a:latin typeface="NotoSansEthiopic"/>
              </a:rPr>
              <a:t>ዬ</a:t>
            </a:r>
            <a:r>
              <a:rPr lang="en-US" sz="8000" dirty="0">
                <a:solidFill>
                  <a:schemeClr val="bg1"/>
                </a:solidFill>
                <a:latin typeface="NotoSansEthiopic"/>
              </a:rPr>
              <a:t> </a:t>
            </a:r>
            <a:r>
              <a:rPr lang="en-US" sz="8000" dirty="0" err="1">
                <a:solidFill>
                  <a:schemeClr val="bg1"/>
                </a:solidFill>
                <a:latin typeface="NotoSansEthiopic"/>
              </a:rPr>
              <a:t>ሥጋሁ</a:t>
            </a:r>
            <a:r>
              <a:rPr lang="en-US" sz="8000" dirty="0">
                <a:solidFill>
                  <a:schemeClr val="bg1"/>
                </a:solidFill>
                <a:latin typeface="NotoSansEthiopic"/>
              </a:rPr>
              <a:t> </a:t>
            </a:r>
            <a:r>
              <a:rPr lang="en-US" sz="8000" dirty="0" err="1">
                <a:solidFill>
                  <a:schemeClr val="bg1"/>
                </a:solidFill>
                <a:latin typeface="NotoSansEthiopic"/>
              </a:rPr>
              <a:t>ወደሙ</a:t>
            </a:r>
            <a:r>
              <a:rPr lang="en-US" sz="8000" dirty="0">
                <a:solidFill>
                  <a:schemeClr val="bg1"/>
                </a:solidFill>
                <a:latin typeface="NotoSansEthiopic"/>
              </a:rPr>
              <a:t> </a:t>
            </a:r>
            <a:r>
              <a:rPr lang="en-US" sz="8000" dirty="0" err="1">
                <a:solidFill>
                  <a:schemeClr val="bg1"/>
                </a:solidFill>
                <a:latin typeface="NotoSansEthiopic"/>
              </a:rPr>
              <a:t>ለመድኅኔ</a:t>
            </a:r>
            <a:r>
              <a:rPr lang="en-US" sz="8000" dirty="0">
                <a:solidFill>
                  <a:schemeClr val="bg1"/>
                </a:solidFill>
                <a:latin typeface="NotoSansEthiopic"/>
              </a:rPr>
              <a:t> </a:t>
            </a:r>
            <a:r>
              <a:rPr lang="en-US" sz="8000" dirty="0" err="1">
                <a:solidFill>
                  <a:schemeClr val="bg1"/>
                </a:solidFill>
                <a:latin typeface="NotoSansEthiopic"/>
              </a:rPr>
              <a:t>ዓለም</a:t>
            </a:r>
            <a:r>
              <a:rPr lang="en-US" sz="8000" dirty="0">
                <a:solidFill>
                  <a:schemeClr val="bg1"/>
                </a:solidFill>
                <a:latin typeface="NotoSansEthiopic"/>
              </a:rPr>
              <a:t> </a:t>
            </a:r>
            <a:r>
              <a:rPr lang="en-US" sz="8000" dirty="0" err="1">
                <a:solidFill>
                  <a:schemeClr val="bg1"/>
                </a:solidFill>
                <a:latin typeface="NotoSansEthiopic"/>
              </a:rPr>
              <a:t>ወንብጻሕ</a:t>
            </a:r>
            <a:r>
              <a:rPr lang="en-US" sz="8000" dirty="0">
                <a:solidFill>
                  <a:schemeClr val="bg1"/>
                </a:solidFill>
                <a:latin typeface="NotoSansEthiopic"/>
              </a:rPr>
              <a:t> </a:t>
            </a:r>
            <a:r>
              <a:rPr lang="en-US" sz="8000" dirty="0" err="1">
                <a:solidFill>
                  <a:schemeClr val="bg1"/>
                </a:solidFill>
                <a:latin typeface="NotoSansEthiopic"/>
              </a:rPr>
              <a:t>ቅድመ</a:t>
            </a:r>
            <a:r>
              <a:rPr lang="en-US" sz="8000" dirty="0">
                <a:solidFill>
                  <a:schemeClr val="bg1"/>
                </a:solidFill>
                <a:latin typeface="NotoSansEthiopic"/>
              </a:rPr>
              <a:t> </a:t>
            </a:r>
            <a:r>
              <a:rPr lang="en-US" sz="8000" dirty="0" err="1">
                <a:solidFill>
                  <a:schemeClr val="bg1"/>
                </a:solidFill>
                <a:latin typeface="NotoSansEthiopic"/>
              </a:rPr>
              <a:t>ገጹ</a:t>
            </a:r>
            <a:r>
              <a:rPr lang="en-US" sz="8000" dirty="0">
                <a:solidFill>
                  <a:schemeClr val="bg1"/>
                </a:solidFill>
                <a:latin typeface="NotoSansEthiopic"/>
              </a:rPr>
              <a:t> </a:t>
            </a:r>
            <a:r>
              <a:rPr lang="en-US" sz="8000" dirty="0" err="1">
                <a:solidFill>
                  <a:schemeClr val="bg1"/>
                </a:solidFill>
                <a:latin typeface="NotoSansEthiopic"/>
              </a:rPr>
              <a:t>ለመድኅኔ</a:t>
            </a:r>
            <a:r>
              <a:rPr lang="en-US" sz="8000" dirty="0">
                <a:solidFill>
                  <a:schemeClr val="bg1"/>
                </a:solidFill>
                <a:latin typeface="NotoSansEthiopic"/>
              </a:rPr>
              <a:t> </a:t>
            </a:r>
            <a:r>
              <a:rPr lang="en-US" sz="8000" dirty="0" err="1">
                <a:solidFill>
                  <a:schemeClr val="bg1"/>
                </a:solidFill>
                <a:latin typeface="NotoSansEthiopic"/>
              </a:rPr>
              <a:t>ዓለም</a:t>
            </a:r>
            <a:r>
              <a:rPr lang="en-US" sz="8000" dirty="0">
                <a:solidFill>
                  <a:schemeClr val="bg1"/>
                </a:solidFill>
                <a:latin typeface="NotoSansEthiopic"/>
              </a:rPr>
              <a:t> ዬ </a:t>
            </a:r>
            <a:r>
              <a:rPr lang="en-US" sz="8000" dirty="0" err="1">
                <a:solidFill>
                  <a:schemeClr val="bg1"/>
                </a:solidFill>
                <a:latin typeface="NotoSansEthiopic"/>
              </a:rPr>
              <a:t>ዬ</a:t>
            </a:r>
            <a:r>
              <a:rPr lang="en-US" sz="8000" dirty="0">
                <a:solidFill>
                  <a:schemeClr val="bg1"/>
                </a:solidFill>
                <a:latin typeface="NotoSansEthiopic"/>
              </a:rPr>
              <a:t> </a:t>
            </a:r>
            <a:r>
              <a:rPr lang="en-US" sz="8000" dirty="0" err="1">
                <a:solidFill>
                  <a:schemeClr val="bg1"/>
                </a:solidFill>
                <a:latin typeface="NotoSansEthiopic"/>
              </a:rPr>
              <a:t>ዬ</a:t>
            </a:r>
            <a:r>
              <a:rPr lang="en-US" sz="8000" dirty="0">
                <a:solidFill>
                  <a:schemeClr val="bg1"/>
                </a:solidFill>
                <a:latin typeface="NotoSansEthiopic"/>
              </a:rPr>
              <a:t>  </a:t>
            </a:r>
            <a:r>
              <a:rPr lang="en-US" sz="8000" dirty="0" err="1">
                <a:solidFill>
                  <a:schemeClr val="bg1"/>
                </a:solidFill>
                <a:latin typeface="NotoSansEthiopic"/>
              </a:rPr>
              <a:t>በአሚነ</a:t>
            </a:r>
            <a:r>
              <a:rPr lang="en-US" sz="8000" dirty="0">
                <a:solidFill>
                  <a:schemeClr val="bg1"/>
                </a:solidFill>
                <a:latin typeface="NotoSansEthiopic"/>
              </a:rPr>
              <a:t> </a:t>
            </a:r>
            <a:r>
              <a:rPr lang="en-US" sz="8000" dirty="0" err="1">
                <a:solidFill>
                  <a:schemeClr val="bg1"/>
                </a:solidFill>
                <a:latin typeface="NotoSansEthiopic"/>
              </a:rPr>
              <a:t>ዚአሁ</a:t>
            </a:r>
            <a:r>
              <a:rPr lang="en-US" sz="8000" dirty="0">
                <a:solidFill>
                  <a:schemeClr val="bg1"/>
                </a:solidFill>
                <a:latin typeface="NotoSansEthiopic"/>
              </a:rPr>
              <a:t> </a:t>
            </a:r>
            <a:r>
              <a:rPr lang="en-US" sz="8000" dirty="0" err="1">
                <a:solidFill>
                  <a:schemeClr val="bg1"/>
                </a:solidFill>
                <a:latin typeface="NotoSansEthiopic"/>
              </a:rPr>
              <a:t>ሐዋርያት</a:t>
            </a:r>
            <a:r>
              <a:rPr lang="en-US" sz="8000" dirty="0">
                <a:solidFill>
                  <a:schemeClr val="bg1"/>
                </a:solidFill>
                <a:latin typeface="NotoSansEthiopic"/>
              </a:rPr>
              <a:t> </a:t>
            </a:r>
            <a:r>
              <a:rPr lang="en-US" sz="8000" dirty="0" err="1">
                <a:solidFill>
                  <a:schemeClr val="bg1"/>
                </a:solidFill>
                <a:latin typeface="NotoSansEthiopic"/>
              </a:rPr>
              <a:t>ተለው</a:t>
            </a:r>
            <a:r>
              <a:rPr lang="en-US" sz="8000" dirty="0">
                <a:solidFill>
                  <a:schemeClr val="bg1"/>
                </a:solidFill>
                <a:latin typeface="NotoSansEthiopic"/>
              </a:rPr>
              <a:t> </a:t>
            </a:r>
            <a:r>
              <a:rPr lang="en-US" sz="8000" dirty="0" err="1">
                <a:solidFill>
                  <a:schemeClr val="bg1"/>
                </a:solidFill>
                <a:latin typeface="NotoSansEthiopic"/>
              </a:rPr>
              <a:t>አሠሮ</a:t>
            </a:r>
            <a:r>
              <a:rPr lang="en-US" sz="8000" dirty="0">
                <a:solidFill>
                  <a:schemeClr val="bg1"/>
                </a:solidFill>
                <a:latin typeface="NotoSansEthiopic"/>
              </a:rPr>
              <a:t>።</a:t>
            </a:r>
          </a:p>
        </p:txBody>
      </p:sp>
    </p:spTree>
    <p:extLst>
      <p:ext uri="{BB962C8B-B14F-4D97-AF65-F5344CB8AC3E}">
        <p14:creationId xmlns:p14="http://schemas.microsoft.com/office/powerpoint/2010/main" val="743553917"/>
      </p:ext>
    </p:extLst>
  </p:cSld>
  <p:clrMapOvr>
    <a:masterClrMapping/>
  </p:clrMapOvr>
</p:sld>
</file>

<file path=ppt/slides/slide24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39CE4A70-EF08-4C5C-B45A-9F1A61662266}"/>
              </a:ext>
            </a:extLst>
          </p:cNvPr>
          <p:cNvSpPr>
            <a:spLocks noGrp="1"/>
          </p:cNvSpPr>
          <p:nvPr>
            <p:ph idx="1"/>
          </p:nvPr>
        </p:nvSpPr>
        <p:spPr>
          <a:xfrm>
            <a:off x="2" y="106681"/>
            <a:ext cx="11969087" cy="6648963"/>
          </a:xfrm>
        </p:spPr>
        <p:txBody>
          <a:bodyPr>
            <a:normAutofit/>
          </a:bodyPr>
          <a:lstStyle/>
          <a:p>
            <a:pPr marL="0" indent="0">
              <a:lnSpc>
                <a:spcPct val="120000"/>
              </a:lnSpc>
              <a:buNone/>
            </a:pPr>
            <a:r>
              <a:rPr lang="am-ET" sz="7200" dirty="0">
                <a:solidFill>
                  <a:srgbClr val="FF0000"/>
                </a:solidFill>
                <a:latin typeface="NotoSansEthiopic"/>
              </a:rPr>
              <a:t>ይ፡</a:t>
            </a:r>
            <a:r>
              <a:rPr lang="en-US" sz="7200" dirty="0">
                <a:solidFill>
                  <a:srgbClr val="FF0000"/>
                </a:solidFill>
                <a:latin typeface="NotoSansEthiopic"/>
              </a:rPr>
              <a:t>ዲ</a:t>
            </a:r>
            <a:r>
              <a:rPr lang="am-ET" sz="7200" dirty="0">
                <a:solidFill>
                  <a:srgbClr val="FF0000"/>
                </a:solidFill>
                <a:latin typeface="NotoSansEthiopic"/>
              </a:rPr>
              <a:t>፦ </a:t>
            </a:r>
            <a:r>
              <a:rPr lang="en-US" sz="7200" dirty="0" err="1">
                <a:solidFill>
                  <a:schemeClr val="bg1"/>
                </a:solidFill>
                <a:latin typeface="NotoSansEthiopic"/>
              </a:rPr>
              <a:t>እለ</a:t>
            </a:r>
            <a:r>
              <a:rPr lang="en-US" sz="7200" dirty="0">
                <a:solidFill>
                  <a:schemeClr val="bg1"/>
                </a:solidFill>
                <a:latin typeface="NotoSansEthiopic"/>
              </a:rPr>
              <a:t> </a:t>
            </a:r>
            <a:r>
              <a:rPr lang="en-US" sz="7200" dirty="0" err="1">
                <a:solidFill>
                  <a:schemeClr val="bg1"/>
                </a:solidFill>
                <a:latin typeface="NotoSansEthiopic"/>
              </a:rPr>
              <a:t>ትቀውም</a:t>
            </a:r>
            <a:r>
              <a:rPr lang="en-US" sz="7200" dirty="0">
                <a:solidFill>
                  <a:schemeClr val="bg1"/>
                </a:solidFill>
                <a:latin typeface="NotoSansEthiopic"/>
              </a:rPr>
              <a:t> </a:t>
            </a:r>
            <a:r>
              <a:rPr lang="en-US" sz="7200" dirty="0" err="1">
                <a:solidFill>
                  <a:schemeClr val="bg1"/>
                </a:solidFill>
                <a:latin typeface="NotoSansEthiopic"/>
              </a:rPr>
              <a:t>አትሕቱ</a:t>
            </a:r>
            <a:r>
              <a:rPr lang="en-US" sz="7200" dirty="0">
                <a:solidFill>
                  <a:schemeClr val="bg1"/>
                </a:solidFill>
                <a:latin typeface="NotoSansEthiopic"/>
              </a:rPr>
              <a:t> </a:t>
            </a:r>
            <a:r>
              <a:rPr lang="en-US" sz="7200" dirty="0" err="1">
                <a:solidFill>
                  <a:schemeClr val="bg1"/>
                </a:solidFill>
                <a:latin typeface="NotoSansEthiopic"/>
              </a:rPr>
              <a:t>ርእሰክሙ</a:t>
            </a:r>
            <a:r>
              <a:rPr lang="en-US" sz="7200" dirty="0">
                <a:solidFill>
                  <a:schemeClr val="bg1"/>
                </a:solidFill>
                <a:latin typeface="NotoSansEthiopic"/>
              </a:rPr>
              <a:t> </a:t>
            </a:r>
            <a:r>
              <a:rPr lang="en-US" sz="7200" dirty="0" err="1">
                <a:solidFill>
                  <a:schemeClr val="bg1"/>
                </a:solidFill>
                <a:latin typeface="NotoSansEthiopic"/>
              </a:rPr>
              <a:t>ስግዱ</a:t>
            </a:r>
            <a:r>
              <a:rPr lang="en-US" sz="7200" dirty="0">
                <a:solidFill>
                  <a:schemeClr val="bg1"/>
                </a:solidFill>
                <a:latin typeface="NotoSansEthiopic"/>
              </a:rPr>
              <a:t> </a:t>
            </a:r>
            <a:r>
              <a:rPr lang="en-US" sz="7200" dirty="0" err="1">
                <a:solidFill>
                  <a:schemeClr val="bg1"/>
                </a:solidFill>
                <a:latin typeface="NotoSansEthiopic"/>
              </a:rPr>
              <a:t>ለእግዚአብሔር</a:t>
            </a:r>
            <a:r>
              <a:rPr lang="en-US" sz="7200" dirty="0">
                <a:solidFill>
                  <a:schemeClr val="bg1"/>
                </a:solidFill>
                <a:latin typeface="NotoSansEthiopic"/>
              </a:rPr>
              <a:t> </a:t>
            </a:r>
            <a:r>
              <a:rPr lang="en-US" sz="7200" dirty="0" err="1">
                <a:solidFill>
                  <a:schemeClr val="bg1"/>
                </a:solidFill>
                <a:latin typeface="NotoSansEthiopic"/>
              </a:rPr>
              <a:t>በፍርሀት</a:t>
            </a:r>
            <a:endParaRPr lang="en-US" sz="7200" dirty="0">
              <a:solidFill>
                <a:schemeClr val="bg1"/>
              </a:solidFill>
              <a:latin typeface="NotoSansEthiopic"/>
            </a:endParaRPr>
          </a:p>
          <a:p>
            <a:pPr marL="0" indent="0">
              <a:lnSpc>
                <a:spcPct val="120000"/>
              </a:lnSpc>
              <a:buNone/>
            </a:pPr>
            <a:r>
              <a:rPr lang="am-ET" sz="7200" dirty="0">
                <a:solidFill>
                  <a:srgbClr val="FF0000"/>
                </a:solidFill>
                <a:latin typeface="NotoSansEthiopic"/>
              </a:rPr>
              <a:t>ይ፡</a:t>
            </a:r>
            <a:r>
              <a:rPr lang="en-US" sz="7200" dirty="0">
                <a:solidFill>
                  <a:srgbClr val="FF0000"/>
                </a:solidFill>
                <a:latin typeface="NotoSansEthiopic"/>
              </a:rPr>
              <a:t>ሕ</a:t>
            </a:r>
            <a:r>
              <a:rPr lang="am-ET" sz="7200" dirty="0">
                <a:solidFill>
                  <a:srgbClr val="FF0000"/>
                </a:solidFill>
                <a:latin typeface="NotoSansEthiopic"/>
              </a:rPr>
              <a:t>፦</a:t>
            </a:r>
            <a:r>
              <a:rPr lang="en-US" sz="7200" dirty="0">
                <a:solidFill>
                  <a:srgbClr val="FF0000"/>
                </a:solidFill>
                <a:latin typeface="NotoSansEthiopic"/>
              </a:rPr>
              <a:t> </a:t>
            </a:r>
            <a:r>
              <a:rPr lang="en-US" sz="7200" dirty="0" err="1">
                <a:solidFill>
                  <a:schemeClr val="bg1"/>
                </a:solidFill>
                <a:latin typeface="NotoSansEthiopic"/>
              </a:rPr>
              <a:t>ቅድሜከ</a:t>
            </a:r>
            <a:r>
              <a:rPr lang="en-US" sz="7200" dirty="0">
                <a:solidFill>
                  <a:schemeClr val="bg1"/>
                </a:solidFill>
                <a:latin typeface="NotoSansEthiopic"/>
              </a:rPr>
              <a:t> </a:t>
            </a:r>
            <a:r>
              <a:rPr lang="en-US" sz="7200" dirty="0" err="1">
                <a:solidFill>
                  <a:schemeClr val="bg1"/>
                </a:solidFill>
                <a:latin typeface="NotoSansEthiopic"/>
              </a:rPr>
              <a:t>እግዚኦ</a:t>
            </a:r>
            <a:r>
              <a:rPr lang="en-US" sz="7200" dirty="0">
                <a:solidFill>
                  <a:schemeClr val="bg1"/>
                </a:solidFill>
                <a:latin typeface="NotoSansEthiopic"/>
              </a:rPr>
              <a:t> </a:t>
            </a:r>
            <a:r>
              <a:rPr lang="en-US" sz="7200" dirty="0" err="1">
                <a:solidFill>
                  <a:schemeClr val="bg1"/>
                </a:solidFill>
                <a:latin typeface="NotoSansEthiopic"/>
              </a:rPr>
              <a:t>ንሰግድ</a:t>
            </a:r>
            <a:r>
              <a:rPr lang="en-US" sz="7200" dirty="0">
                <a:solidFill>
                  <a:schemeClr val="bg1"/>
                </a:solidFill>
                <a:latin typeface="NotoSansEthiopic"/>
              </a:rPr>
              <a:t> </a:t>
            </a:r>
            <a:r>
              <a:rPr lang="en-US" sz="7200" dirty="0" err="1">
                <a:solidFill>
                  <a:schemeClr val="bg1"/>
                </a:solidFill>
                <a:latin typeface="NotoSansEthiopic"/>
              </a:rPr>
              <a:t>ወንሴብሐከ</a:t>
            </a:r>
            <a:endParaRPr lang="en-US" sz="7200" dirty="0">
              <a:solidFill>
                <a:srgbClr val="FF0000"/>
              </a:solidFill>
              <a:latin typeface="NotoSansEthiopic"/>
            </a:endParaRPr>
          </a:p>
        </p:txBody>
      </p:sp>
    </p:spTree>
    <p:extLst>
      <p:ext uri="{BB962C8B-B14F-4D97-AF65-F5344CB8AC3E}">
        <p14:creationId xmlns:p14="http://schemas.microsoft.com/office/powerpoint/2010/main" val="1817233905"/>
      </p:ext>
    </p:extLst>
  </p:cSld>
  <p:clrMapOvr>
    <a:masterClrMapping/>
  </p:clrMapOvr>
</p:sld>
</file>

<file path=ppt/slides/slide24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39CE4A70-EF08-4C5C-B45A-9F1A61662266}"/>
              </a:ext>
            </a:extLst>
          </p:cNvPr>
          <p:cNvSpPr>
            <a:spLocks noGrp="1"/>
          </p:cNvSpPr>
          <p:nvPr>
            <p:ph idx="1"/>
          </p:nvPr>
        </p:nvSpPr>
        <p:spPr>
          <a:xfrm>
            <a:off x="136478" y="504968"/>
            <a:ext cx="11832609" cy="6250675"/>
          </a:xfrm>
        </p:spPr>
        <p:txBody>
          <a:bodyPr>
            <a:normAutofit fontScale="92500" lnSpcReduction="20000"/>
          </a:bodyPr>
          <a:lstStyle/>
          <a:p>
            <a:pPr marL="0" indent="0">
              <a:lnSpc>
                <a:spcPct val="120000"/>
              </a:lnSpc>
              <a:buNone/>
            </a:pPr>
            <a:r>
              <a:rPr lang="am-ET" sz="6000" dirty="0">
                <a:solidFill>
                  <a:srgbClr val="FF0000"/>
                </a:solidFill>
                <a:latin typeface="NotoSansEthiopic"/>
              </a:rPr>
              <a:t>ይ፡ዲ፦</a:t>
            </a:r>
            <a:r>
              <a:rPr lang="am-ET" sz="6000" dirty="0">
                <a:solidFill>
                  <a:schemeClr val="bg1"/>
                </a:solidFill>
                <a:latin typeface="NotoSansEthiopic"/>
              </a:rPr>
              <a:t>ነፅር።</a:t>
            </a:r>
          </a:p>
          <a:p>
            <a:pPr marL="0" indent="0">
              <a:lnSpc>
                <a:spcPct val="120000"/>
              </a:lnSpc>
              <a:buNone/>
            </a:pPr>
            <a:r>
              <a:rPr lang="am-ET" sz="6000" dirty="0">
                <a:solidFill>
                  <a:srgbClr val="FF0000"/>
                </a:solidFill>
                <a:latin typeface="NotoSansEthiopic"/>
              </a:rPr>
              <a:t>ይ፡ካ፦</a:t>
            </a:r>
            <a:r>
              <a:rPr lang="am-ET" sz="6000" dirty="0">
                <a:solidFill>
                  <a:schemeClr val="bg1"/>
                </a:solidFill>
                <a:latin typeface="NotoSansEthiopic"/>
              </a:rPr>
              <a:t>ቅድሳት ለቅዱሳን።</a:t>
            </a:r>
          </a:p>
          <a:p>
            <a:pPr marL="0" indent="0">
              <a:lnSpc>
                <a:spcPct val="120000"/>
              </a:lnSpc>
              <a:buNone/>
            </a:pPr>
            <a:r>
              <a:rPr lang="am-ET" sz="6000" dirty="0">
                <a:solidFill>
                  <a:srgbClr val="FF0000"/>
                </a:solidFill>
                <a:latin typeface="NotoSansEthiopic"/>
              </a:rPr>
              <a:t>ይ፡ሕ፦</a:t>
            </a:r>
            <a:r>
              <a:rPr lang="am-ET" sz="6000" dirty="0">
                <a:solidFill>
                  <a:schemeClr val="bg1"/>
                </a:solidFill>
                <a:latin typeface="NotoSansEthiopic"/>
              </a:rPr>
              <a:t>አሐዱ አብ ቅዱስ፤ አሐዱ ወልድ ቅዱስ፤</a:t>
            </a:r>
          </a:p>
          <a:p>
            <a:pPr marL="0" indent="0">
              <a:lnSpc>
                <a:spcPct val="120000"/>
              </a:lnSpc>
              <a:buNone/>
            </a:pPr>
            <a:r>
              <a:rPr lang="am-ET" sz="6000" dirty="0">
                <a:solidFill>
                  <a:schemeClr val="bg1"/>
                </a:solidFill>
                <a:latin typeface="NotoSansEthiopic"/>
              </a:rPr>
              <a:t>አሐዱ ዉእቱ መንፈስ ቅዱስ።</a:t>
            </a:r>
          </a:p>
          <a:p>
            <a:pPr marL="0" indent="0">
              <a:lnSpc>
                <a:spcPct val="120000"/>
              </a:lnSpc>
              <a:buNone/>
            </a:pPr>
            <a:r>
              <a:rPr lang="am-ET" sz="6000" dirty="0">
                <a:solidFill>
                  <a:srgbClr val="FF0000"/>
                </a:solidFill>
                <a:latin typeface="NotoSansEthiopic"/>
              </a:rPr>
              <a:t>ይ፡ካ፦</a:t>
            </a:r>
            <a:r>
              <a:rPr lang="am-ET" sz="6000" dirty="0">
                <a:solidFill>
                  <a:schemeClr val="bg1"/>
                </a:solidFill>
                <a:latin typeface="NotoSansEthiopic"/>
              </a:rPr>
              <a:t>እግዚአብሔር</a:t>
            </a:r>
            <a:r>
              <a:rPr lang="en-US" sz="6000" dirty="0">
                <a:solidFill>
                  <a:schemeClr val="bg1"/>
                </a:solidFill>
                <a:latin typeface="NotoSansEthiopic"/>
              </a:rPr>
              <a:t> </a:t>
            </a:r>
            <a:r>
              <a:rPr lang="am-ET" sz="6000" dirty="0">
                <a:solidFill>
                  <a:schemeClr val="bg1"/>
                </a:solidFill>
                <a:latin typeface="NotoSansEthiopic"/>
              </a:rPr>
              <a:t>ምስለ</a:t>
            </a:r>
            <a:r>
              <a:rPr lang="en-US" sz="6000" dirty="0">
                <a:solidFill>
                  <a:schemeClr val="bg1"/>
                </a:solidFill>
                <a:latin typeface="NotoSansEthiopic"/>
              </a:rPr>
              <a:t> </a:t>
            </a:r>
            <a:r>
              <a:rPr lang="am-ET" sz="6000" dirty="0">
                <a:solidFill>
                  <a:schemeClr val="bg1"/>
                </a:solidFill>
                <a:latin typeface="NotoSansEthiopic"/>
              </a:rPr>
              <a:t>ኵልክሙ።</a:t>
            </a:r>
          </a:p>
          <a:p>
            <a:pPr marL="0" indent="0">
              <a:lnSpc>
                <a:spcPct val="120000"/>
              </a:lnSpc>
              <a:buNone/>
            </a:pPr>
            <a:r>
              <a:rPr lang="am-ET" sz="6000" dirty="0">
                <a:solidFill>
                  <a:srgbClr val="FF0000"/>
                </a:solidFill>
                <a:latin typeface="NotoSansEthiopic"/>
              </a:rPr>
              <a:t>ይ፡ሕ፦</a:t>
            </a:r>
            <a:r>
              <a:rPr lang="am-ET" sz="6000" dirty="0">
                <a:solidFill>
                  <a:schemeClr val="bg1"/>
                </a:solidFill>
                <a:latin typeface="NotoSansEthiopic"/>
              </a:rPr>
              <a:t>ምስለ መንፈስከ።</a:t>
            </a:r>
            <a:endParaRPr lang="en-US" sz="2400" dirty="0">
              <a:solidFill>
                <a:schemeClr val="bg1"/>
              </a:solidFill>
            </a:endParaRPr>
          </a:p>
        </p:txBody>
      </p:sp>
    </p:spTree>
    <p:extLst>
      <p:ext uri="{BB962C8B-B14F-4D97-AF65-F5344CB8AC3E}">
        <p14:creationId xmlns:p14="http://schemas.microsoft.com/office/powerpoint/2010/main" val="558622967"/>
      </p:ext>
    </p:extLst>
  </p:cSld>
  <p:clrMapOvr>
    <a:masterClrMapping/>
  </p:clrMapOvr>
</p:sld>
</file>

<file path=ppt/slides/slide25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39CE4A70-EF08-4C5C-B45A-9F1A61662266}"/>
              </a:ext>
            </a:extLst>
          </p:cNvPr>
          <p:cNvSpPr>
            <a:spLocks noGrp="1"/>
          </p:cNvSpPr>
          <p:nvPr>
            <p:ph idx="1"/>
          </p:nvPr>
        </p:nvSpPr>
        <p:spPr>
          <a:xfrm>
            <a:off x="136478" y="182881"/>
            <a:ext cx="11832609" cy="6572763"/>
          </a:xfrm>
        </p:spPr>
        <p:txBody>
          <a:bodyPr>
            <a:normAutofit fontScale="85000" lnSpcReduction="10000"/>
          </a:bodyPr>
          <a:lstStyle/>
          <a:p>
            <a:pPr marL="0" indent="0">
              <a:lnSpc>
                <a:spcPct val="120000"/>
              </a:lnSpc>
              <a:buNone/>
            </a:pPr>
            <a:endParaRPr lang="en-US" sz="9600" dirty="0">
              <a:latin typeface="NotoSansEthiopic"/>
            </a:endParaRPr>
          </a:p>
          <a:p>
            <a:pPr marL="0" indent="0">
              <a:lnSpc>
                <a:spcPct val="120000"/>
              </a:lnSpc>
              <a:buNone/>
            </a:pPr>
            <a:r>
              <a:rPr lang="am-ET" sz="9600" dirty="0">
                <a:solidFill>
                  <a:srgbClr val="FF0000"/>
                </a:solidFill>
                <a:latin typeface="NotoSansEthiopic"/>
              </a:rPr>
              <a:t>ይ፡ካ፦</a:t>
            </a:r>
            <a:r>
              <a:rPr lang="en-US" sz="9600" dirty="0" err="1">
                <a:solidFill>
                  <a:schemeClr val="bg1"/>
                </a:solidFill>
                <a:latin typeface="NotoSansEthiopic"/>
              </a:rPr>
              <a:t>እግዚኦ</a:t>
            </a:r>
            <a:r>
              <a:rPr lang="en-US" sz="9600" dirty="0">
                <a:solidFill>
                  <a:schemeClr val="bg1"/>
                </a:solidFill>
                <a:latin typeface="NotoSansEthiopic"/>
              </a:rPr>
              <a:t> </a:t>
            </a:r>
            <a:r>
              <a:rPr lang="en-US" sz="9600" dirty="0" err="1">
                <a:solidFill>
                  <a:schemeClr val="bg1"/>
                </a:solidFill>
                <a:latin typeface="NotoSansEthiopic"/>
              </a:rPr>
              <a:t>መሐረነ</a:t>
            </a:r>
            <a:r>
              <a:rPr lang="en-US" sz="9600" dirty="0">
                <a:solidFill>
                  <a:schemeClr val="bg1"/>
                </a:solidFill>
                <a:latin typeface="NotoSansEthiopic"/>
              </a:rPr>
              <a:t> </a:t>
            </a:r>
            <a:r>
              <a:rPr lang="en-US" sz="9600" dirty="0" err="1">
                <a:solidFill>
                  <a:schemeClr val="bg1"/>
                </a:solidFill>
                <a:latin typeface="NotoSansEthiopic"/>
              </a:rPr>
              <a:t>ክርስቶስ</a:t>
            </a:r>
            <a:r>
              <a:rPr lang="en-US" sz="9600" dirty="0">
                <a:solidFill>
                  <a:schemeClr val="bg1"/>
                </a:solidFill>
                <a:latin typeface="NotoSansEthiopic"/>
              </a:rPr>
              <a:t>።</a:t>
            </a:r>
            <a:endParaRPr lang="am-ET" sz="9600" dirty="0">
              <a:solidFill>
                <a:schemeClr val="bg1"/>
              </a:solidFill>
              <a:latin typeface="NotoSansEthiopic"/>
            </a:endParaRPr>
          </a:p>
          <a:p>
            <a:pPr marL="0" indent="0">
              <a:lnSpc>
                <a:spcPct val="120000"/>
              </a:lnSpc>
              <a:buNone/>
            </a:pPr>
            <a:r>
              <a:rPr lang="am-ET" sz="9600" dirty="0">
                <a:solidFill>
                  <a:srgbClr val="FF0000"/>
                </a:solidFill>
                <a:latin typeface="NotoSansEthiopic"/>
              </a:rPr>
              <a:t>ይ፡ሕ፦</a:t>
            </a:r>
            <a:r>
              <a:rPr lang="en-US" sz="9600" dirty="0">
                <a:solidFill>
                  <a:srgbClr val="FF0000"/>
                </a:solidFill>
                <a:latin typeface="NotoSansEthiopic"/>
              </a:rPr>
              <a:t> </a:t>
            </a:r>
            <a:r>
              <a:rPr lang="en-US" sz="9600" dirty="0" err="1">
                <a:solidFill>
                  <a:schemeClr val="bg1"/>
                </a:solidFill>
                <a:latin typeface="NotoSansEthiopic"/>
              </a:rPr>
              <a:t>እግዚኦ</a:t>
            </a:r>
            <a:r>
              <a:rPr lang="en-US" sz="9600" dirty="0">
                <a:solidFill>
                  <a:schemeClr val="bg1"/>
                </a:solidFill>
                <a:latin typeface="NotoSansEthiopic"/>
              </a:rPr>
              <a:t> </a:t>
            </a:r>
            <a:r>
              <a:rPr lang="en-US" sz="9600" dirty="0" err="1">
                <a:solidFill>
                  <a:schemeClr val="bg1"/>
                </a:solidFill>
                <a:latin typeface="NotoSansEthiopic"/>
              </a:rPr>
              <a:t>መሐረነ</a:t>
            </a:r>
            <a:r>
              <a:rPr lang="en-US" sz="9600" dirty="0">
                <a:solidFill>
                  <a:schemeClr val="bg1"/>
                </a:solidFill>
                <a:latin typeface="NotoSansEthiopic"/>
              </a:rPr>
              <a:t> </a:t>
            </a:r>
            <a:r>
              <a:rPr lang="en-US" sz="9600" dirty="0" err="1">
                <a:solidFill>
                  <a:schemeClr val="bg1"/>
                </a:solidFill>
                <a:latin typeface="NotoSansEthiopic"/>
              </a:rPr>
              <a:t>ክርስቶስ</a:t>
            </a:r>
            <a:r>
              <a:rPr lang="en-US" sz="9600" dirty="0">
                <a:solidFill>
                  <a:schemeClr val="bg1"/>
                </a:solidFill>
                <a:latin typeface="NotoSansEthiopic"/>
              </a:rPr>
              <a:t>።</a:t>
            </a:r>
            <a:endParaRPr lang="am-ET" sz="9600" dirty="0">
              <a:solidFill>
                <a:schemeClr val="bg1"/>
              </a:solidFill>
              <a:latin typeface="NotoSansEthiopic"/>
            </a:endParaRPr>
          </a:p>
        </p:txBody>
      </p:sp>
    </p:spTree>
    <p:extLst>
      <p:ext uri="{BB962C8B-B14F-4D97-AF65-F5344CB8AC3E}">
        <p14:creationId xmlns:p14="http://schemas.microsoft.com/office/powerpoint/2010/main" val="3112499104"/>
      </p:ext>
    </p:extLst>
  </p:cSld>
  <p:clrMapOvr>
    <a:masterClrMapping/>
  </p:clrMapOvr>
</p:sld>
</file>

<file path=ppt/slides/slide25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39CE4A70-EF08-4C5C-B45A-9F1A61662266}"/>
              </a:ext>
            </a:extLst>
          </p:cNvPr>
          <p:cNvSpPr>
            <a:spLocks noGrp="1"/>
          </p:cNvSpPr>
          <p:nvPr>
            <p:ph idx="1"/>
          </p:nvPr>
        </p:nvSpPr>
        <p:spPr>
          <a:xfrm>
            <a:off x="68239" y="142618"/>
            <a:ext cx="12055522" cy="6572763"/>
          </a:xfrm>
        </p:spPr>
        <p:txBody>
          <a:bodyPr>
            <a:normAutofit fontScale="25000" lnSpcReduction="20000"/>
          </a:bodyPr>
          <a:lstStyle/>
          <a:p>
            <a:pPr marL="0" indent="0">
              <a:lnSpc>
                <a:spcPct val="120000"/>
              </a:lnSpc>
              <a:buNone/>
            </a:pPr>
            <a:r>
              <a:rPr lang="am-ET" sz="28000" dirty="0">
                <a:solidFill>
                  <a:srgbClr val="FF0000"/>
                </a:solidFill>
                <a:latin typeface="NotoSansEthiopic"/>
              </a:rPr>
              <a:t>ይ፡</a:t>
            </a:r>
            <a:r>
              <a:rPr lang="en-US" sz="28000" dirty="0">
                <a:solidFill>
                  <a:srgbClr val="FF0000"/>
                </a:solidFill>
                <a:latin typeface="NotoSansEthiopic"/>
              </a:rPr>
              <a:t>ዲ</a:t>
            </a:r>
            <a:r>
              <a:rPr lang="am-ET" sz="28000" dirty="0">
                <a:solidFill>
                  <a:srgbClr val="FF0000"/>
                </a:solidFill>
                <a:latin typeface="NotoSansEthiopic"/>
              </a:rPr>
              <a:t>፦</a:t>
            </a:r>
            <a:r>
              <a:rPr lang="en-US" sz="28000" dirty="0" err="1">
                <a:solidFill>
                  <a:schemeClr val="bg1"/>
                </a:solidFill>
                <a:latin typeface="NotoSansEthiopic"/>
              </a:rPr>
              <a:t>እለ</a:t>
            </a:r>
            <a:r>
              <a:rPr lang="en-US" sz="28000" dirty="0">
                <a:solidFill>
                  <a:schemeClr val="bg1"/>
                </a:solidFill>
                <a:latin typeface="NotoSansEthiopic"/>
              </a:rPr>
              <a:t> </a:t>
            </a:r>
            <a:r>
              <a:rPr lang="en-US" sz="28000" dirty="0" err="1">
                <a:solidFill>
                  <a:schemeClr val="bg1"/>
                </a:solidFill>
                <a:latin typeface="NotoSansEthiopic"/>
              </a:rPr>
              <a:t>ውስተ</a:t>
            </a:r>
            <a:r>
              <a:rPr lang="en-US" sz="28000" dirty="0">
                <a:solidFill>
                  <a:schemeClr val="bg1"/>
                </a:solidFill>
                <a:latin typeface="NotoSansEthiopic"/>
              </a:rPr>
              <a:t> </a:t>
            </a:r>
            <a:r>
              <a:rPr lang="en-US" sz="28000" dirty="0" err="1">
                <a:solidFill>
                  <a:schemeClr val="bg1"/>
                </a:solidFill>
                <a:latin typeface="NotoSansEthiopic"/>
              </a:rPr>
              <a:t>ንስሓ</a:t>
            </a:r>
            <a:r>
              <a:rPr lang="en-US" sz="28000" dirty="0">
                <a:solidFill>
                  <a:schemeClr val="bg1"/>
                </a:solidFill>
                <a:latin typeface="NotoSansEthiopic"/>
              </a:rPr>
              <a:t> </a:t>
            </a:r>
            <a:r>
              <a:rPr lang="en-US" sz="28000" dirty="0" err="1">
                <a:solidFill>
                  <a:schemeClr val="bg1"/>
                </a:solidFill>
                <a:latin typeface="NotoSansEthiopic"/>
              </a:rPr>
              <a:t>ሀሎክሙ</a:t>
            </a:r>
            <a:r>
              <a:rPr lang="en-US" sz="28000" dirty="0">
                <a:solidFill>
                  <a:schemeClr val="bg1"/>
                </a:solidFill>
                <a:latin typeface="NotoSansEthiopic"/>
              </a:rPr>
              <a:t> </a:t>
            </a:r>
          </a:p>
          <a:p>
            <a:pPr marL="0" indent="0">
              <a:lnSpc>
                <a:spcPct val="120000"/>
              </a:lnSpc>
              <a:buNone/>
            </a:pPr>
            <a:r>
              <a:rPr lang="en-US" sz="28000" dirty="0" err="1">
                <a:solidFill>
                  <a:schemeClr val="bg1"/>
                </a:solidFill>
                <a:latin typeface="NotoSansEthiopic"/>
              </a:rPr>
              <a:t>አትሕቱ</a:t>
            </a:r>
            <a:r>
              <a:rPr lang="en-US" sz="28000" dirty="0">
                <a:solidFill>
                  <a:schemeClr val="bg1"/>
                </a:solidFill>
                <a:latin typeface="NotoSansEthiopic"/>
              </a:rPr>
              <a:t> </a:t>
            </a:r>
            <a:r>
              <a:rPr lang="en-US" sz="28000" dirty="0" err="1">
                <a:solidFill>
                  <a:schemeClr val="bg1"/>
                </a:solidFill>
                <a:latin typeface="NotoSansEthiopic"/>
              </a:rPr>
              <a:t>ርእሰክሙ</a:t>
            </a:r>
            <a:r>
              <a:rPr lang="en-US" sz="28000" dirty="0">
                <a:solidFill>
                  <a:schemeClr val="bg1"/>
                </a:solidFill>
                <a:latin typeface="NotoSansEthiopic"/>
              </a:rPr>
              <a:t>።</a:t>
            </a:r>
          </a:p>
          <a:p>
            <a:pPr marL="0" indent="0">
              <a:lnSpc>
                <a:spcPct val="120000"/>
              </a:lnSpc>
              <a:buNone/>
            </a:pPr>
            <a:endParaRPr lang="am-ET" sz="14700" dirty="0">
              <a:solidFill>
                <a:schemeClr val="bg1"/>
              </a:solidFill>
              <a:latin typeface="NotoSansEthiopic"/>
            </a:endParaRPr>
          </a:p>
          <a:p>
            <a:pPr marL="0" indent="0">
              <a:buNone/>
            </a:pPr>
            <a:r>
              <a:rPr lang="am-ET" sz="28000" dirty="0">
                <a:solidFill>
                  <a:srgbClr val="FF0000"/>
                </a:solidFill>
                <a:latin typeface="NotoSansEthiopic"/>
              </a:rPr>
              <a:t>ይ፡ዲ፦ </a:t>
            </a:r>
            <a:r>
              <a:rPr lang="en-US" sz="28000" dirty="0" err="1">
                <a:solidFill>
                  <a:schemeClr val="bg1"/>
                </a:solidFill>
                <a:latin typeface="NotoSansEthiopic"/>
              </a:rPr>
              <a:t>ተንሥኡ</a:t>
            </a:r>
            <a:r>
              <a:rPr lang="en-US" sz="28000" dirty="0">
                <a:solidFill>
                  <a:schemeClr val="bg1"/>
                </a:solidFill>
                <a:latin typeface="NotoSansEthiopic"/>
              </a:rPr>
              <a:t> </a:t>
            </a:r>
            <a:r>
              <a:rPr lang="en-US" sz="28000" dirty="0" err="1">
                <a:solidFill>
                  <a:schemeClr val="bg1"/>
                </a:solidFill>
                <a:latin typeface="NotoSansEthiopic"/>
              </a:rPr>
              <a:t>ለጸሎት</a:t>
            </a:r>
            <a:endParaRPr lang="en-US" sz="28000" dirty="0">
              <a:solidFill>
                <a:schemeClr val="bg1"/>
              </a:solidFill>
              <a:latin typeface="NotoSansEthiopic"/>
            </a:endParaRPr>
          </a:p>
          <a:p>
            <a:pPr marL="0" indent="0">
              <a:buNone/>
            </a:pPr>
            <a:r>
              <a:rPr lang="am-ET" sz="28000" dirty="0">
                <a:solidFill>
                  <a:srgbClr val="FF0000"/>
                </a:solidFill>
                <a:latin typeface="NotoSansEthiopic"/>
              </a:rPr>
              <a:t>ይ፡</a:t>
            </a:r>
            <a:r>
              <a:rPr lang="en-US" sz="28000" dirty="0">
                <a:solidFill>
                  <a:srgbClr val="FF0000"/>
                </a:solidFill>
                <a:latin typeface="NotoSansEthiopic"/>
              </a:rPr>
              <a:t>ሕ</a:t>
            </a:r>
            <a:r>
              <a:rPr lang="am-ET" sz="28000" dirty="0">
                <a:solidFill>
                  <a:srgbClr val="FF0000"/>
                </a:solidFill>
                <a:latin typeface="NotoSansEthiopic"/>
              </a:rPr>
              <a:t>፦</a:t>
            </a:r>
            <a:r>
              <a:rPr lang="en-US" sz="28000" dirty="0">
                <a:solidFill>
                  <a:schemeClr val="bg1"/>
                </a:solidFill>
                <a:latin typeface="NotoSansEthiopic"/>
              </a:rPr>
              <a:t> </a:t>
            </a:r>
            <a:r>
              <a:rPr lang="en-US" sz="28000" dirty="0" err="1">
                <a:solidFill>
                  <a:schemeClr val="bg1"/>
                </a:solidFill>
                <a:latin typeface="NotoSansEthiopic"/>
              </a:rPr>
              <a:t>እግዚኦ</a:t>
            </a:r>
            <a:r>
              <a:rPr lang="en-US" sz="28000" dirty="0">
                <a:solidFill>
                  <a:schemeClr val="bg1"/>
                </a:solidFill>
                <a:latin typeface="NotoSansEthiopic"/>
              </a:rPr>
              <a:t> </a:t>
            </a:r>
            <a:r>
              <a:rPr lang="en-US" sz="28000" dirty="0" err="1">
                <a:solidFill>
                  <a:schemeClr val="bg1"/>
                </a:solidFill>
                <a:latin typeface="NotoSansEthiopic"/>
              </a:rPr>
              <a:t>ተሣሀለነ</a:t>
            </a:r>
            <a:endParaRPr lang="en-US" sz="28000" dirty="0">
              <a:solidFill>
                <a:schemeClr val="bg1"/>
              </a:solidFill>
              <a:latin typeface="NotoSansEthiopic"/>
            </a:endParaRPr>
          </a:p>
          <a:p>
            <a:pPr marL="0" indent="0">
              <a:buNone/>
            </a:pPr>
            <a:r>
              <a:rPr lang="am-ET" sz="28000" dirty="0">
                <a:solidFill>
                  <a:srgbClr val="FF0000"/>
                </a:solidFill>
                <a:latin typeface="NotoSansEthiopic"/>
              </a:rPr>
              <a:t>ይ፡</a:t>
            </a:r>
            <a:r>
              <a:rPr lang="en-US" sz="28000" dirty="0">
                <a:solidFill>
                  <a:srgbClr val="FF0000"/>
                </a:solidFill>
                <a:latin typeface="NotoSansEthiopic"/>
              </a:rPr>
              <a:t>ካ</a:t>
            </a:r>
            <a:r>
              <a:rPr lang="am-ET" sz="28000" dirty="0">
                <a:solidFill>
                  <a:srgbClr val="FF0000"/>
                </a:solidFill>
                <a:latin typeface="NotoSansEthiopic"/>
              </a:rPr>
              <a:t>፦</a:t>
            </a:r>
            <a:r>
              <a:rPr lang="en-US" sz="28000" dirty="0">
                <a:solidFill>
                  <a:srgbClr val="FF0000"/>
                </a:solidFill>
                <a:latin typeface="NotoSansEthiopic"/>
              </a:rPr>
              <a:t>  </a:t>
            </a:r>
            <a:r>
              <a:rPr lang="en-US" sz="28000" dirty="0" err="1">
                <a:solidFill>
                  <a:schemeClr val="bg1"/>
                </a:solidFill>
                <a:latin typeface="NotoSansEthiopic"/>
              </a:rPr>
              <a:t>ሰላም</a:t>
            </a:r>
            <a:r>
              <a:rPr lang="en-US" sz="28000" dirty="0">
                <a:solidFill>
                  <a:schemeClr val="bg1"/>
                </a:solidFill>
                <a:latin typeface="NotoSansEthiopic"/>
              </a:rPr>
              <a:t> </a:t>
            </a:r>
            <a:r>
              <a:rPr lang="en-US" sz="28000" dirty="0" err="1">
                <a:solidFill>
                  <a:schemeClr val="bg1"/>
                </a:solidFill>
                <a:latin typeface="NotoSansEthiopic"/>
              </a:rPr>
              <a:t>ለኩልክሙ</a:t>
            </a:r>
            <a:endParaRPr lang="en-US" sz="28000" dirty="0">
              <a:solidFill>
                <a:schemeClr val="bg1"/>
              </a:solidFill>
              <a:latin typeface="NotoSansEthiopic"/>
            </a:endParaRPr>
          </a:p>
          <a:p>
            <a:pPr marL="0" indent="0">
              <a:buNone/>
            </a:pPr>
            <a:r>
              <a:rPr lang="am-ET" sz="28000" dirty="0">
                <a:solidFill>
                  <a:srgbClr val="FF0000"/>
                </a:solidFill>
                <a:latin typeface="NotoSansEthiopic"/>
              </a:rPr>
              <a:t>ይ፡</a:t>
            </a:r>
            <a:r>
              <a:rPr lang="en-US" sz="28000" dirty="0">
                <a:solidFill>
                  <a:srgbClr val="FF0000"/>
                </a:solidFill>
                <a:latin typeface="NotoSansEthiopic"/>
              </a:rPr>
              <a:t>ሕ</a:t>
            </a:r>
            <a:r>
              <a:rPr lang="am-ET" sz="28000" dirty="0">
                <a:solidFill>
                  <a:srgbClr val="FF0000"/>
                </a:solidFill>
                <a:latin typeface="NotoSansEthiopic"/>
              </a:rPr>
              <a:t>፦</a:t>
            </a:r>
            <a:r>
              <a:rPr lang="en-US" sz="28000" dirty="0">
                <a:solidFill>
                  <a:srgbClr val="FF0000"/>
                </a:solidFill>
                <a:latin typeface="NotoSansEthiopic"/>
              </a:rPr>
              <a:t> </a:t>
            </a:r>
            <a:r>
              <a:rPr lang="en-US" sz="28000" dirty="0" err="1">
                <a:solidFill>
                  <a:schemeClr val="bg1"/>
                </a:solidFill>
                <a:latin typeface="NotoSansEthiopic"/>
              </a:rPr>
              <a:t>ምስለ</a:t>
            </a:r>
            <a:r>
              <a:rPr lang="en-US" sz="28000" dirty="0">
                <a:solidFill>
                  <a:schemeClr val="bg1"/>
                </a:solidFill>
                <a:latin typeface="NotoSansEthiopic"/>
              </a:rPr>
              <a:t> </a:t>
            </a:r>
            <a:r>
              <a:rPr lang="en-US" sz="28000" dirty="0" err="1">
                <a:solidFill>
                  <a:schemeClr val="bg1"/>
                </a:solidFill>
                <a:latin typeface="NotoSansEthiopic"/>
              </a:rPr>
              <a:t>መንፈስከ</a:t>
            </a:r>
            <a:endParaRPr lang="en-US" sz="28000" dirty="0">
              <a:solidFill>
                <a:schemeClr val="bg1"/>
              </a:solidFill>
              <a:latin typeface="NotoSansEthiopic"/>
            </a:endParaRPr>
          </a:p>
        </p:txBody>
      </p:sp>
    </p:spTree>
    <p:extLst>
      <p:ext uri="{BB962C8B-B14F-4D97-AF65-F5344CB8AC3E}">
        <p14:creationId xmlns:p14="http://schemas.microsoft.com/office/powerpoint/2010/main" val="1444300613"/>
      </p:ext>
    </p:extLst>
  </p:cSld>
  <p:clrMapOvr>
    <a:masterClrMapping/>
  </p:clrMapOvr>
</p:sld>
</file>

<file path=ppt/slides/slide25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39CE4A70-EF08-4C5C-B45A-9F1A61662266}"/>
              </a:ext>
            </a:extLst>
          </p:cNvPr>
          <p:cNvSpPr>
            <a:spLocks noGrp="1"/>
          </p:cNvSpPr>
          <p:nvPr>
            <p:ph idx="1"/>
          </p:nvPr>
        </p:nvSpPr>
        <p:spPr>
          <a:xfrm>
            <a:off x="136478" y="95535"/>
            <a:ext cx="11832609" cy="6660108"/>
          </a:xfrm>
        </p:spPr>
        <p:txBody>
          <a:bodyPr>
            <a:normAutofit fontScale="92500" lnSpcReduction="10000"/>
          </a:bodyPr>
          <a:lstStyle/>
          <a:p>
            <a:pPr marL="0" indent="0">
              <a:lnSpc>
                <a:spcPct val="120000"/>
              </a:lnSpc>
              <a:buNone/>
            </a:pPr>
            <a:r>
              <a:rPr lang="am-ET" sz="6600" dirty="0">
                <a:solidFill>
                  <a:srgbClr val="FF0000"/>
                </a:solidFill>
                <a:latin typeface="NotoSansEthiopic"/>
              </a:rPr>
              <a:t>ይ፡ሕ፦</a:t>
            </a:r>
            <a:r>
              <a:rPr lang="am-ET" sz="6600" dirty="0">
                <a:solidFill>
                  <a:schemeClr val="bg1"/>
                </a:solidFill>
                <a:latin typeface="NotoSansEthiopic"/>
              </a:rPr>
              <a:t>ጌታ ኢየሱስ ክርስቶስ ሆይ ስላስቆጣሁህና ስላሳዘንኵህ</a:t>
            </a:r>
            <a:r>
              <a:rPr lang="en-US" sz="6600" dirty="0">
                <a:solidFill>
                  <a:schemeClr val="bg1"/>
                </a:solidFill>
                <a:latin typeface="NotoSansEthiopic"/>
              </a:rPr>
              <a:t> </a:t>
            </a:r>
            <a:r>
              <a:rPr lang="am-ET" sz="6600" dirty="0">
                <a:solidFill>
                  <a:schemeClr val="bg1"/>
                </a:solidFill>
                <a:latin typeface="NotoSansEthiopic"/>
              </a:rPr>
              <a:t>በፊትህም ክፋት ስለሠራሁ በአርአያህና በአምሳልህ የፈጠርከውን</a:t>
            </a:r>
            <a:r>
              <a:rPr lang="en-US" sz="6600" dirty="0">
                <a:solidFill>
                  <a:schemeClr val="bg1"/>
                </a:solidFill>
                <a:latin typeface="NotoSansEthiopic"/>
              </a:rPr>
              <a:t> </a:t>
            </a:r>
            <a:r>
              <a:rPr lang="am-ET" sz="6600" dirty="0">
                <a:solidFill>
                  <a:schemeClr val="bg1"/>
                </a:solidFill>
                <a:latin typeface="NotoSansEthiopic"/>
              </a:rPr>
              <a:t>ነፍሴንና ሥጋዬን ትእዛዝህን በማፍረስ ስላረከስኩ ምንም ደግ ስራም</a:t>
            </a:r>
            <a:r>
              <a:rPr lang="en-US" sz="6600" dirty="0">
                <a:solidFill>
                  <a:schemeClr val="bg1"/>
                </a:solidFill>
                <a:latin typeface="NotoSansEthiopic"/>
              </a:rPr>
              <a:t> </a:t>
            </a:r>
            <a:r>
              <a:rPr lang="am-ET" sz="6600" dirty="0">
                <a:solidFill>
                  <a:schemeClr val="bg1"/>
                </a:solidFill>
                <a:latin typeface="NotoSansEthiopic"/>
              </a:rPr>
              <a:t>ስለሌለኝ ወደ ረከሰችው ቤቴ ትገባ ዘንድ አይገባኝም።</a:t>
            </a:r>
            <a:endParaRPr lang="en-US" sz="2400" dirty="0">
              <a:solidFill>
                <a:schemeClr val="bg1"/>
              </a:solidFill>
            </a:endParaRPr>
          </a:p>
        </p:txBody>
      </p:sp>
    </p:spTree>
    <p:extLst>
      <p:ext uri="{BB962C8B-B14F-4D97-AF65-F5344CB8AC3E}">
        <p14:creationId xmlns:p14="http://schemas.microsoft.com/office/powerpoint/2010/main" val="3328474229"/>
      </p:ext>
    </p:extLst>
  </p:cSld>
  <p:clrMapOvr>
    <a:masterClrMapping/>
  </p:clrMapOvr>
</p:sld>
</file>

<file path=ppt/slides/slide25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39CE4A70-EF08-4C5C-B45A-9F1A61662266}"/>
              </a:ext>
            </a:extLst>
          </p:cNvPr>
          <p:cNvSpPr>
            <a:spLocks noGrp="1"/>
          </p:cNvSpPr>
          <p:nvPr>
            <p:ph idx="1"/>
          </p:nvPr>
        </p:nvSpPr>
        <p:spPr>
          <a:xfrm>
            <a:off x="136478" y="95535"/>
            <a:ext cx="11832609" cy="6660108"/>
          </a:xfrm>
        </p:spPr>
        <p:txBody>
          <a:bodyPr>
            <a:normAutofit lnSpcReduction="10000"/>
          </a:bodyPr>
          <a:lstStyle/>
          <a:p>
            <a:pPr marL="0" indent="0">
              <a:lnSpc>
                <a:spcPct val="120000"/>
              </a:lnSpc>
              <a:buNone/>
            </a:pPr>
            <a:r>
              <a:rPr lang="am-ET" sz="5400" dirty="0">
                <a:solidFill>
                  <a:schemeClr val="bg1"/>
                </a:solidFill>
                <a:latin typeface="NotoSansEthiopic"/>
              </a:rPr>
              <a:t>ነገር ግን</a:t>
            </a:r>
            <a:r>
              <a:rPr lang="en-US" sz="5400" dirty="0">
                <a:solidFill>
                  <a:schemeClr val="bg1"/>
                </a:solidFill>
                <a:latin typeface="NotoSansEthiopic"/>
              </a:rPr>
              <a:t> </a:t>
            </a:r>
            <a:r>
              <a:rPr lang="am-ET" sz="5400" dirty="0">
                <a:solidFill>
                  <a:schemeClr val="bg1"/>
                </a:solidFill>
                <a:latin typeface="NotoSansEthiopic"/>
              </a:rPr>
              <a:t>ስለ ጥበበኛው ሥራህና እኔን ለማዳን ሰው ስለመሆንህ ስለ ክቡር</a:t>
            </a:r>
            <a:r>
              <a:rPr lang="en-US" sz="5400" dirty="0">
                <a:solidFill>
                  <a:schemeClr val="bg1"/>
                </a:solidFill>
                <a:latin typeface="NotoSansEthiopic"/>
              </a:rPr>
              <a:t> </a:t>
            </a:r>
            <a:r>
              <a:rPr lang="am-ET" sz="5400" dirty="0">
                <a:solidFill>
                  <a:schemeClr val="bg1"/>
                </a:solidFill>
                <a:latin typeface="NotoSansEthiopic"/>
              </a:rPr>
              <a:t>መስቀልህና ሕይወት ሰጭ ስለሆነችው ሞትህ በሦስተኛው ቀን</a:t>
            </a:r>
            <a:r>
              <a:rPr lang="en-US" sz="5400" dirty="0">
                <a:solidFill>
                  <a:schemeClr val="bg1"/>
                </a:solidFill>
                <a:latin typeface="NotoSansEthiopic"/>
              </a:rPr>
              <a:t> </a:t>
            </a:r>
            <a:r>
              <a:rPr lang="am-ET" sz="5400" dirty="0">
                <a:solidFill>
                  <a:schemeClr val="bg1"/>
                </a:solidFill>
                <a:latin typeface="NotoSansEthiopic"/>
              </a:rPr>
              <a:t>ከሙታን መነሳትህ ጌታዬ ሆይ ከበደልና ከርግማን ሁሉ ከኃ</a:t>
            </a:r>
            <a:r>
              <a:rPr lang="en-US" sz="5400" dirty="0" err="1">
                <a:solidFill>
                  <a:schemeClr val="bg1"/>
                </a:solidFill>
                <a:latin typeface="NotoSansEthiopic"/>
              </a:rPr>
              <a:t>ጢአት</a:t>
            </a:r>
            <a:r>
              <a:rPr lang="en-US" sz="5400" dirty="0">
                <a:solidFill>
                  <a:schemeClr val="bg1"/>
                </a:solidFill>
                <a:latin typeface="NotoSansEthiopic"/>
              </a:rPr>
              <a:t> ር</a:t>
            </a:r>
            <a:r>
              <a:rPr lang="am-ET" sz="5400" dirty="0">
                <a:solidFill>
                  <a:schemeClr val="bg1"/>
                </a:solidFill>
                <a:latin typeface="NotoSansEthiopic"/>
              </a:rPr>
              <a:t>ክ</a:t>
            </a:r>
            <a:r>
              <a:rPr lang="en-US" sz="5400" dirty="0">
                <a:solidFill>
                  <a:schemeClr val="bg1"/>
                </a:solidFill>
                <a:latin typeface="NotoSansEthiopic"/>
              </a:rPr>
              <a:t>ሰ</a:t>
            </a:r>
            <a:r>
              <a:rPr lang="am-ET" sz="5400" dirty="0">
                <a:solidFill>
                  <a:schemeClr val="bg1"/>
                </a:solidFill>
                <a:latin typeface="NotoSansEthiopic"/>
              </a:rPr>
              <a:t>ት ሁሉ እንድታነፃኝ እለምንሀለው። ቅዱስ</a:t>
            </a:r>
            <a:r>
              <a:rPr lang="en-US" sz="5400" dirty="0">
                <a:solidFill>
                  <a:schemeClr val="bg1"/>
                </a:solidFill>
                <a:latin typeface="NotoSansEthiopic"/>
              </a:rPr>
              <a:t> </a:t>
            </a:r>
            <a:r>
              <a:rPr lang="am-ET" sz="5400" dirty="0">
                <a:solidFill>
                  <a:schemeClr val="bg1"/>
                </a:solidFill>
                <a:latin typeface="NotoSansEthiopic"/>
              </a:rPr>
              <a:t>ምስጢርህን</a:t>
            </a:r>
            <a:r>
              <a:rPr lang="en-US" sz="5400" dirty="0">
                <a:solidFill>
                  <a:schemeClr val="bg1"/>
                </a:solidFill>
                <a:latin typeface="NotoSansEthiopic"/>
              </a:rPr>
              <a:t> </a:t>
            </a:r>
            <a:r>
              <a:rPr lang="am-ET" sz="5400" dirty="0">
                <a:solidFill>
                  <a:schemeClr val="bg1"/>
                </a:solidFill>
                <a:latin typeface="NotoSansEthiopic"/>
              </a:rPr>
              <a:t>ስንቀበል እንደምረትህ ብዛት ማረኝ ይቅር በለን እንጂ ለወቀሳና</a:t>
            </a:r>
            <a:r>
              <a:rPr lang="en-US" sz="5400" dirty="0">
                <a:solidFill>
                  <a:schemeClr val="bg1"/>
                </a:solidFill>
                <a:latin typeface="NotoSansEthiopic"/>
              </a:rPr>
              <a:t> </a:t>
            </a:r>
            <a:r>
              <a:rPr lang="am-ET" sz="5400" dirty="0">
                <a:solidFill>
                  <a:schemeClr val="bg1"/>
                </a:solidFill>
                <a:latin typeface="NotoSansEthiopic"/>
              </a:rPr>
              <a:t>ለፍርድ አይሁንብኝ። </a:t>
            </a:r>
            <a:endParaRPr lang="en-US" sz="5400" dirty="0">
              <a:solidFill>
                <a:schemeClr val="bg1"/>
              </a:solidFill>
              <a:latin typeface="NotoSansEthiopic"/>
            </a:endParaRPr>
          </a:p>
        </p:txBody>
      </p:sp>
    </p:spTree>
    <p:extLst>
      <p:ext uri="{BB962C8B-B14F-4D97-AF65-F5344CB8AC3E}">
        <p14:creationId xmlns:p14="http://schemas.microsoft.com/office/powerpoint/2010/main" val="406572371"/>
      </p:ext>
    </p:extLst>
  </p:cSld>
  <p:clrMapOvr>
    <a:masterClrMapping/>
  </p:clrMapOvr>
</p:sld>
</file>

<file path=ppt/slides/slide25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39CE4A70-EF08-4C5C-B45A-9F1A61662266}"/>
              </a:ext>
            </a:extLst>
          </p:cNvPr>
          <p:cNvSpPr>
            <a:spLocks noGrp="1"/>
          </p:cNvSpPr>
          <p:nvPr>
            <p:ph idx="1"/>
          </p:nvPr>
        </p:nvSpPr>
        <p:spPr>
          <a:xfrm>
            <a:off x="136478" y="95535"/>
            <a:ext cx="11832609" cy="6660108"/>
          </a:xfrm>
        </p:spPr>
        <p:txBody>
          <a:bodyPr>
            <a:normAutofit/>
          </a:bodyPr>
          <a:lstStyle/>
          <a:p>
            <a:pPr marL="0" indent="0">
              <a:lnSpc>
                <a:spcPct val="120000"/>
              </a:lnSpc>
              <a:buNone/>
            </a:pPr>
            <a:r>
              <a:rPr lang="am-ET" sz="5400" dirty="0">
                <a:solidFill>
                  <a:schemeClr val="bg1"/>
                </a:solidFill>
                <a:latin typeface="NotoSansEthiopic"/>
              </a:rPr>
              <a:t>የአለም ሕይወት ሆይ በእመቤታችን በቅድስት</a:t>
            </a:r>
            <a:r>
              <a:rPr lang="en-US" sz="5400" dirty="0">
                <a:solidFill>
                  <a:schemeClr val="bg1"/>
                </a:solidFill>
                <a:latin typeface="NotoSansEthiopic"/>
              </a:rPr>
              <a:t> </a:t>
            </a:r>
            <a:r>
              <a:rPr lang="am-ET" sz="5400" dirty="0">
                <a:solidFill>
                  <a:schemeClr val="bg1"/>
                </a:solidFill>
                <a:latin typeface="NotoSansEthiopic"/>
              </a:rPr>
              <a:t>ድንግል ማርያምና በመጥምቁ ዩሐንስ አማላጅነት በቅዱሳን</a:t>
            </a:r>
            <a:r>
              <a:rPr lang="en-US" sz="5400" dirty="0">
                <a:solidFill>
                  <a:schemeClr val="bg1"/>
                </a:solidFill>
                <a:latin typeface="NotoSansEthiopic"/>
              </a:rPr>
              <a:t> </a:t>
            </a:r>
            <a:r>
              <a:rPr lang="am-ET" sz="5400" dirty="0">
                <a:solidFill>
                  <a:schemeClr val="bg1"/>
                </a:solidFill>
                <a:latin typeface="NotoSansEthiopic"/>
              </a:rPr>
              <a:t>መላእክትና በመልካም በተጋደሉ ሰማእታት ፃድቃን ሁሉ ፀሎት</a:t>
            </a:r>
            <a:r>
              <a:rPr lang="en-US" sz="5400" dirty="0">
                <a:solidFill>
                  <a:schemeClr val="bg1"/>
                </a:solidFill>
                <a:latin typeface="NotoSansEthiopic"/>
              </a:rPr>
              <a:t> </a:t>
            </a:r>
            <a:r>
              <a:rPr lang="am-ET" sz="5400" dirty="0">
                <a:solidFill>
                  <a:schemeClr val="bg1"/>
                </a:solidFill>
                <a:latin typeface="NotoSansEthiopic"/>
              </a:rPr>
              <a:t>በምሕረትህ</a:t>
            </a:r>
            <a:r>
              <a:rPr lang="en-US" sz="5400" dirty="0">
                <a:solidFill>
                  <a:schemeClr val="bg1"/>
                </a:solidFill>
                <a:latin typeface="NotoSansEthiopic"/>
              </a:rPr>
              <a:t> </a:t>
            </a:r>
            <a:r>
              <a:rPr lang="am-ET" sz="5400" dirty="0">
                <a:solidFill>
                  <a:schemeClr val="bg1"/>
                </a:solidFill>
                <a:latin typeface="NotoSansEthiopic"/>
              </a:rPr>
              <a:t>የኃጥአቴ ሥርየት የነፍሴንና የሥጋዬ ሕይወት እስከ</a:t>
            </a:r>
            <a:r>
              <a:rPr lang="en-US" sz="5400" dirty="0">
                <a:solidFill>
                  <a:schemeClr val="bg1"/>
                </a:solidFill>
                <a:latin typeface="NotoSansEthiopic"/>
              </a:rPr>
              <a:t> </a:t>
            </a:r>
            <a:r>
              <a:rPr lang="am-ET" sz="5400" dirty="0">
                <a:solidFill>
                  <a:schemeClr val="bg1"/>
                </a:solidFill>
                <a:latin typeface="NotoSansEthiopic"/>
              </a:rPr>
              <a:t>ዘለአለም ስጠኝ። </a:t>
            </a:r>
            <a:endParaRPr lang="en-US" sz="5400" dirty="0">
              <a:solidFill>
                <a:schemeClr val="bg1"/>
              </a:solidFill>
              <a:latin typeface="NotoSansEthiopic"/>
            </a:endParaRPr>
          </a:p>
          <a:p>
            <a:pPr marL="0" indent="0">
              <a:lnSpc>
                <a:spcPct val="120000"/>
              </a:lnSpc>
              <a:buNone/>
            </a:pPr>
            <a:r>
              <a:rPr lang="am-ET" sz="5400" dirty="0">
                <a:solidFill>
                  <a:schemeClr val="bg1"/>
                </a:solidFill>
                <a:latin typeface="NotoSansEthiopic"/>
              </a:rPr>
              <a:t>አሜን።</a:t>
            </a:r>
            <a:endParaRPr lang="en-US" sz="2400" dirty="0">
              <a:solidFill>
                <a:schemeClr val="bg1"/>
              </a:solidFill>
            </a:endParaRPr>
          </a:p>
        </p:txBody>
      </p:sp>
    </p:spTree>
    <p:extLst>
      <p:ext uri="{BB962C8B-B14F-4D97-AF65-F5344CB8AC3E}">
        <p14:creationId xmlns:p14="http://schemas.microsoft.com/office/powerpoint/2010/main" val="3509756437"/>
      </p:ext>
    </p:extLst>
  </p:cSld>
  <p:clrMapOvr>
    <a:masterClrMapping/>
  </p:clrMapOvr>
</p:sld>
</file>

<file path=ppt/slides/slide25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39CE4A70-EF08-4C5C-B45A-9F1A61662266}"/>
              </a:ext>
            </a:extLst>
          </p:cNvPr>
          <p:cNvSpPr>
            <a:spLocks noGrp="1"/>
          </p:cNvSpPr>
          <p:nvPr>
            <p:ph idx="1"/>
          </p:nvPr>
        </p:nvSpPr>
        <p:spPr>
          <a:xfrm>
            <a:off x="136478" y="95535"/>
            <a:ext cx="11832609" cy="6660108"/>
          </a:xfrm>
        </p:spPr>
        <p:txBody>
          <a:bodyPr>
            <a:normAutofit/>
          </a:bodyPr>
          <a:lstStyle/>
          <a:p>
            <a:pPr marL="0" indent="0">
              <a:lnSpc>
                <a:spcPct val="120000"/>
              </a:lnSpc>
              <a:buNone/>
            </a:pPr>
            <a:r>
              <a:rPr lang="am-ET" sz="6600" dirty="0">
                <a:solidFill>
                  <a:srgbClr val="FF0000"/>
                </a:solidFill>
                <a:latin typeface="NotoSansEthiopic"/>
              </a:rPr>
              <a:t>ይ፡ዲ፦</a:t>
            </a:r>
            <a:r>
              <a:rPr lang="am-ET" sz="6600" dirty="0">
                <a:solidFill>
                  <a:schemeClr val="bg1"/>
                </a:solidFill>
                <a:latin typeface="NotoSansEthiopic"/>
              </a:rPr>
              <a:t>ፀልዩ በእንቲአነ ወበእንተ ኵሉሙ ሕዘበ</a:t>
            </a:r>
            <a:r>
              <a:rPr lang="en-US" sz="6600" dirty="0">
                <a:solidFill>
                  <a:schemeClr val="bg1"/>
                </a:solidFill>
                <a:latin typeface="NotoSansEthiopic"/>
              </a:rPr>
              <a:t> </a:t>
            </a:r>
            <a:r>
              <a:rPr lang="am-ET" sz="6600" dirty="0">
                <a:solidFill>
                  <a:schemeClr val="bg1"/>
                </a:solidFill>
                <a:latin typeface="NotoSansEthiopic"/>
              </a:rPr>
              <a:t>ክርስቲያን </a:t>
            </a:r>
            <a:r>
              <a:rPr lang="en-US" sz="6600" dirty="0">
                <a:solidFill>
                  <a:schemeClr val="bg1"/>
                </a:solidFill>
                <a:latin typeface="NotoSansEthiopic"/>
              </a:rPr>
              <a:t>እ</a:t>
            </a:r>
            <a:r>
              <a:rPr lang="am-ET" sz="6600" dirty="0">
                <a:solidFill>
                  <a:schemeClr val="bg1"/>
                </a:solidFill>
                <a:latin typeface="NotoSansEthiopic"/>
              </a:rPr>
              <a:t>ለ ይቤሉነ ግበሩ ተዝካሮሙ</a:t>
            </a:r>
            <a:r>
              <a:rPr lang="en-US" sz="6600" dirty="0">
                <a:solidFill>
                  <a:schemeClr val="bg1"/>
                </a:solidFill>
                <a:latin typeface="NotoSansEthiopic"/>
              </a:rPr>
              <a:t> </a:t>
            </a:r>
            <a:r>
              <a:rPr lang="am-ET" sz="6600" dirty="0">
                <a:solidFill>
                  <a:schemeClr val="bg1"/>
                </a:solidFill>
                <a:latin typeface="NotoSansEthiopic"/>
              </a:rPr>
              <a:t>በሰላም ወበፍቅረ ኢየሱስ ክርስቶስ ስብሑ</a:t>
            </a:r>
            <a:r>
              <a:rPr lang="en-US" sz="6600" dirty="0">
                <a:solidFill>
                  <a:schemeClr val="bg1"/>
                </a:solidFill>
                <a:latin typeface="NotoSansEthiopic"/>
              </a:rPr>
              <a:t> </a:t>
            </a:r>
            <a:r>
              <a:rPr lang="am-ET" sz="6600" dirty="0">
                <a:solidFill>
                  <a:schemeClr val="bg1"/>
                </a:solidFill>
                <a:latin typeface="NotoSansEthiopic"/>
              </a:rPr>
              <a:t>ወዘምሩ።</a:t>
            </a:r>
            <a:endParaRPr lang="en-US" sz="3200" dirty="0">
              <a:solidFill>
                <a:schemeClr val="bg1"/>
              </a:solidFill>
            </a:endParaRPr>
          </a:p>
        </p:txBody>
      </p:sp>
    </p:spTree>
    <p:extLst>
      <p:ext uri="{BB962C8B-B14F-4D97-AF65-F5344CB8AC3E}">
        <p14:creationId xmlns:p14="http://schemas.microsoft.com/office/powerpoint/2010/main" val="2673597882"/>
      </p:ext>
    </p:extLst>
  </p:cSld>
  <p:clrMapOvr>
    <a:masterClrMapping/>
  </p:clrMapOvr>
</p:sld>
</file>

<file path=ppt/slides/slide25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39CE4A70-EF08-4C5C-B45A-9F1A61662266}"/>
              </a:ext>
            </a:extLst>
          </p:cNvPr>
          <p:cNvSpPr>
            <a:spLocks noGrp="1"/>
          </p:cNvSpPr>
          <p:nvPr>
            <p:ph idx="1"/>
          </p:nvPr>
        </p:nvSpPr>
        <p:spPr>
          <a:xfrm>
            <a:off x="136478" y="95535"/>
            <a:ext cx="11832609" cy="6660108"/>
          </a:xfrm>
        </p:spPr>
        <p:txBody>
          <a:bodyPr>
            <a:normAutofit lnSpcReduction="10000"/>
          </a:bodyPr>
          <a:lstStyle/>
          <a:p>
            <a:pPr marL="0" indent="0">
              <a:lnSpc>
                <a:spcPct val="120000"/>
              </a:lnSpc>
              <a:buNone/>
            </a:pPr>
            <a:r>
              <a:rPr lang="am-ET" sz="5400" dirty="0">
                <a:solidFill>
                  <a:srgbClr val="C00000"/>
                </a:solidFill>
                <a:latin typeface="NotoSansEthiopic"/>
              </a:rPr>
              <a:t>ይ፡ሕ፦</a:t>
            </a:r>
            <a:r>
              <a:rPr lang="am-ET" sz="5400" dirty="0">
                <a:solidFill>
                  <a:schemeClr val="bg1"/>
                </a:solidFill>
                <a:latin typeface="NotoSansEthiopic"/>
              </a:rPr>
              <a:t>ቅዱስ ቅዱስ ቅዱስ ሥሉስ ዘኢይትነገር ሀበኒ ከመ እንሣእ</a:t>
            </a:r>
            <a:r>
              <a:rPr lang="en-US" sz="5400" dirty="0">
                <a:solidFill>
                  <a:schemeClr val="bg1"/>
                </a:solidFill>
                <a:latin typeface="NotoSansEthiopic"/>
              </a:rPr>
              <a:t> </a:t>
            </a:r>
            <a:r>
              <a:rPr lang="am-ET" sz="5400" dirty="0">
                <a:solidFill>
                  <a:schemeClr val="bg1"/>
                </a:solidFill>
                <a:latin typeface="NotoSansEthiopic"/>
              </a:rPr>
              <a:t>ለሕይወት ዘንተ ሥጋ ወደመ ዘእንበለ ኵነኔ። ሀበኒ እግበር ፍሬ</a:t>
            </a:r>
            <a:r>
              <a:rPr lang="en-US" sz="5400" dirty="0">
                <a:solidFill>
                  <a:schemeClr val="bg1"/>
                </a:solidFill>
                <a:latin typeface="NotoSansEthiopic"/>
              </a:rPr>
              <a:t> </a:t>
            </a:r>
            <a:r>
              <a:rPr lang="am-ET" sz="5400" dirty="0">
                <a:solidFill>
                  <a:schemeClr val="bg1"/>
                </a:solidFill>
                <a:latin typeface="NotoSansEthiopic"/>
              </a:rPr>
              <a:t>ዘያሠምረከ ከመ አሰተርኢ በስብሐቲከ ወእሕየው ለከ እንዘ እገብር</a:t>
            </a:r>
            <a:r>
              <a:rPr lang="en-US" sz="5400" dirty="0">
                <a:solidFill>
                  <a:schemeClr val="bg1"/>
                </a:solidFill>
                <a:latin typeface="NotoSansEthiopic"/>
              </a:rPr>
              <a:t> </a:t>
            </a:r>
            <a:r>
              <a:rPr lang="am-ET" sz="5400" dirty="0">
                <a:solidFill>
                  <a:schemeClr val="bg1"/>
                </a:solidFill>
                <a:latin typeface="NotoSansEthiopic"/>
              </a:rPr>
              <a:t>ዘዚአከ ፈቀደ በተአምኖ እ</a:t>
            </a:r>
            <a:r>
              <a:rPr lang="en-US" sz="5400" dirty="0">
                <a:solidFill>
                  <a:schemeClr val="bg1"/>
                </a:solidFill>
                <a:latin typeface="NotoSansEthiopic"/>
              </a:rPr>
              <a:t>ጼ</a:t>
            </a:r>
            <a:r>
              <a:rPr lang="am-ET" sz="5400" dirty="0">
                <a:solidFill>
                  <a:schemeClr val="bg1"/>
                </a:solidFill>
                <a:latin typeface="NotoSansEthiopic"/>
              </a:rPr>
              <a:t>ውዐከ አብ ወእ</a:t>
            </a:r>
            <a:r>
              <a:rPr lang="en-US" sz="5400" dirty="0">
                <a:solidFill>
                  <a:schemeClr val="bg1"/>
                </a:solidFill>
                <a:latin typeface="NotoSansEthiopic"/>
              </a:rPr>
              <a:t>ጼ</a:t>
            </a:r>
            <a:r>
              <a:rPr lang="am-ET" sz="5400" dirty="0">
                <a:solidFill>
                  <a:schemeClr val="bg1"/>
                </a:solidFill>
                <a:latin typeface="NotoSansEthiopic"/>
              </a:rPr>
              <a:t>ውዕ መንግሥተከ</a:t>
            </a:r>
            <a:r>
              <a:rPr lang="en-US" sz="5400" dirty="0">
                <a:solidFill>
                  <a:schemeClr val="bg1"/>
                </a:solidFill>
                <a:latin typeface="NotoSansEthiopic"/>
              </a:rPr>
              <a:t> </a:t>
            </a:r>
            <a:r>
              <a:rPr lang="am-ET" sz="5400" dirty="0">
                <a:solidFill>
                  <a:schemeClr val="bg1"/>
                </a:solidFill>
                <a:latin typeface="NotoSansEthiopic"/>
              </a:rPr>
              <a:t>ይትቀደስ እግዚኦ</a:t>
            </a:r>
            <a:r>
              <a:rPr lang="en-US" sz="5400" dirty="0">
                <a:solidFill>
                  <a:schemeClr val="bg1"/>
                </a:solidFill>
                <a:latin typeface="NotoSansEthiopic"/>
              </a:rPr>
              <a:t> </a:t>
            </a:r>
            <a:r>
              <a:rPr lang="am-ET" sz="5400" dirty="0">
                <a:solidFill>
                  <a:schemeClr val="bg1"/>
                </a:solidFill>
                <a:latin typeface="NotoSansEthiopic"/>
              </a:rPr>
              <a:t>ስምከ በላዕሌየነ እስመ ኃያል አንተ እኵት ወስቡሕ</a:t>
            </a:r>
            <a:r>
              <a:rPr lang="en-US" sz="5400" dirty="0">
                <a:solidFill>
                  <a:schemeClr val="bg1"/>
                </a:solidFill>
                <a:latin typeface="NotoSansEthiopic"/>
              </a:rPr>
              <a:t> </a:t>
            </a:r>
            <a:r>
              <a:rPr lang="am-ET" sz="5400" dirty="0">
                <a:solidFill>
                  <a:schemeClr val="bg1"/>
                </a:solidFill>
                <a:latin typeface="NotoSansEthiopic"/>
              </a:rPr>
              <a:t>ወለከ ስብሐት ለ</a:t>
            </a:r>
            <a:r>
              <a:rPr lang="en-US" sz="5400" dirty="0">
                <a:solidFill>
                  <a:schemeClr val="bg1"/>
                </a:solidFill>
                <a:latin typeface="NotoSansEthiopic"/>
              </a:rPr>
              <a:t>ዓ</a:t>
            </a:r>
            <a:r>
              <a:rPr lang="am-ET" sz="5400" dirty="0">
                <a:solidFill>
                  <a:schemeClr val="bg1"/>
                </a:solidFill>
                <a:latin typeface="NotoSansEthiopic"/>
              </a:rPr>
              <a:t>ለመ </a:t>
            </a:r>
            <a:r>
              <a:rPr lang="en-US" sz="5400" dirty="0">
                <a:solidFill>
                  <a:schemeClr val="bg1"/>
                </a:solidFill>
                <a:latin typeface="NotoSansEthiopic"/>
              </a:rPr>
              <a:t>ዓ</a:t>
            </a:r>
            <a:r>
              <a:rPr lang="am-ET" sz="5400" dirty="0">
                <a:solidFill>
                  <a:schemeClr val="bg1"/>
                </a:solidFill>
                <a:latin typeface="NotoSansEthiopic"/>
              </a:rPr>
              <a:t>ለመ።</a:t>
            </a:r>
            <a:endParaRPr lang="en-US" sz="1800" dirty="0">
              <a:solidFill>
                <a:schemeClr val="bg1"/>
              </a:solidFill>
            </a:endParaRPr>
          </a:p>
        </p:txBody>
      </p:sp>
    </p:spTree>
    <p:extLst>
      <p:ext uri="{BB962C8B-B14F-4D97-AF65-F5344CB8AC3E}">
        <p14:creationId xmlns:p14="http://schemas.microsoft.com/office/powerpoint/2010/main" val="3134657801"/>
      </p:ext>
    </p:extLst>
  </p:cSld>
  <p:clrMapOvr>
    <a:masterClrMapping/>
  </p:clrMapOvr>
</p:sld>
</file>

<file path=ppt/slides/slide25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39CE4A70-EF08-4C5C-B45A-9F1A61662266}"/>
              </a:ext>
            </a:extLst>
          </p:cNvPr>
          <p:cNvSpPr>
            <a:spLocks noGrp="1"/>
          </p:cNvSpPr>
          <p:nvPr>
            <p:ph idx="1"/>
          </p:nvPr>
        </p:nvSpPr>
        <p:spPr>
          <a:xfrm>
            <a:off x="136478" y="95535"/>
            <a:ext cx="11832609" cy="6660108"/>
          </a:xfrm>
        </p:spPr>
        <p:txBody>
          <a:bodyPr>
            <a:normAutofit/>
          </a:bodyPr>
          <a:lstStyle/>
          <a:p>
            <a:pPr marL="0" indent="0">
              <a:lnSpc>
                <a:spcPct val="120000"/>
              </a:lnSpc>
              <a:buNone/>
            </a:pPr>
            <a:r>
              <a:rPr lang="am-ET" sz="5400" dirty="0">
                <a:solidFill>
                  <a:srgbClr val="C00000"/>
                </a:solidFill>
                <a:latin typeface="NotoSansEthiopic"/>
              </a:rPr>
              <a:t>ይ፡</a:t>
            </a:r>
            <a:r>
              <a:rPr lang="en-US" sz="5400" dirty="0">
                <a:solidFill>
                  <a:srgbClr val="C00000"/>
                </a:solidFill>
                <a:latin typeface="NotoSansEthiopic"/>
              </a:rPr>
              <a:t>ዲ</a:t>
            </a:r>
            <a:r>
              <a:rPr lang="am-ET" sz="5400" dirty="0">
                <a:solidFill>
                  <a:srgbClr val="C00000"/>
                </a:solidFill>
                <a:latin typeface="NotoSansEthiopic"/>
              </a:rPr>
              <a:t>፦</a:t>
            </a:r>
            <a:r>
              <a:rPr lang="en-US" sz="5400" dirty="0" err="1">
                <a:solidFill>
                  <a:schemeClr val="bg1"/>
                </a:solidFill>
                <a:latin typeface="NotoSansEthiopic"/>
              </a:rPr>
              <a:t>ለነፍስ</a:t>
            </a:r>
            <a:r>
              <a:rPr lang="en-US" sz="5400" dirty="0">
                <a:solidFill>
                  <a:schemeClr val="bg1"/>
                </a:solidFill>
                <a:latin typeface="NotoSansEthiopic"/>
              </a:rPr>
              <a:t> </a:t>
            </a:r>
            <a:r>
              <a:rPr lang="en-US" sz="5400" dirty="0" err="1">
                <a:solidFill>
                  <a:schemeClr val="bg1"/>
                </a:solidFill>
                <a:latin typeface="NotoSansEthiopic"/>
              </a:rPr>
              <a:t>ሕይወት</a:t>
            </a:r>
            <a:r>
              <a:rPr lang="en-US" sz="5400" dirty="0">
                <a:solidFill>
                  <a:schemeClr val="bg1"/>
                </a:solidFill>
                <a:latin typeface="NotoSansEthiopic"/>
              </a:rPr>
              <a:t> </a:t>
            </a:r>
            <a:r>
              <a:rPr lang="en-US" sz="5400" dirty="0" err="1">
                <a:solidFill>
                  <a:schemeClr val="bg1"/>
                </a:solidFill>
                <a:latin typeface="NotoSansEthiopic"/>
              </a:rPr>
              <a:t>መድኃኒት</a:t>
            </a:r>
            <a:r>
              <a:rPr lang="en-US" sz="5400" dirty="0">
                <a:solidFill>
                  <a:schemeClr val="bg1"/>
                </a:solidFill>
                <a:latin typeface="NotoSansEthiopic"/>
              </a:rPr>
              <a:t> </a:t>
            </a:r>
            <a:r>
              <a:rPr lang="en-US" sz="5400" dirty="0" err="1">
                <a:solidFill>
                  <a:schemeClr val="bg1"/>
                </a:solidFill>
                <a:latin typeface="NotoSansEthiopic"/>
              </a:rPr>
              <a:t>ይሆነን</a:t>
            </a:r>
            <a:r>
              <a:rPr lang="en-US" sz="5400" dirty="0">
                <a:solidFill>
                  <a:schemeClr val="bg1"/>
                </a:solidFill>
                <a:latin typeface="NotoSansEthiopic"/>
              </a:rPr>
              <a:t> </a:t>
            </a:r>
            <a:r>
              <a:rPr lang="en-US" sz="5400" dirty="0" err="1">
                <a:solidFill>
                  <a:schemeClr val="bg1"/>
                </a:solidFill>
                <a:latin typeface="NotoSansEthiopic"/>
              </a:rPr>
              <a:t>ዘንድ</a:t>
            </a:r>
            <a:r>
              <a:rPr lang="en-US" sz="5400" dirty="0">
                <a:solidFill>
                  <a:schemeClr val="bg1"/>
                </a:solidFill>
                <a:latin typeface="NotoSansEthiopic"/>
              </a:rPr>
              <a:t> </a:t>
            </a:r>
            <a:r>
              <a:rPr lang="en-US" sz="5400" dirty="0" err="1">
                <a:solidFill>
                  <a:schemeClr val="bg1"/>
                </a:solidFill>
                <a:latin typeface="NotoSansEthiopic"/>
              </a:rPr>
              <a:t>የተቀደሰውን</a:t>
            </a:r>
            <a:r>
              <a:rPr lang="en-US" sz="5400" dirty="0">
                <a:solidFill>
                  <a:schemeClr val="bg1"/>
                </a:solidFill>
                <a:latin typeface="NotoSansEthiopic"/>
              </a:rPr>
              <a:t> </a:t>
            </a:r>
            <a:r>
              <a:rPr lang="en-US" sz="5400" dirty="0" err="1">
                <a:solidFill>
                  <a:schemeClr val="bg1"/>
                </a:solidFill>
                <a:latin typeface="NotoSansEthiopic"/>
              </a:rPr>
              <a:t>ምሥጢር</a:t>
            </a:r>
            <a:r>
              <a:rPr lang="en-US" sz="5400" dirty="0">
                <a:solidFill>
                  <a:schemeClr val="bg1"/>
                </a:solidFill>
                <a:latin typeface="NotoSansEthiopic"/>
              </a:rPr>
              <a:t> </a:t>
            </a:r>
            <a:r>
              <a:rPr lang="en-US" sz="5400" dirty="0" err="1">
                <a:solidFill>
                  <a:schemeClr val="bg1"/>
                </a:solidFill>
                <a:latin typeface="NotoSansEthiopic"/>
              </a:rPr>
              <a:t>ተቀብለን</a:t>
            </a:r>
            <a:r>
              <a:rPr lang="en-US" sz="5400" dirty="0">
                <a:solidFill>
                  <a:schemeClr val="bg1"/>
                </a:solidFill>
                <a:latin typeface="NotoSansEthiopic"/>
              </a:rPr>
              <a:t> </a:t>
            </a:r>
            <a:r>
              <a:rPr lang="en-US" sz="5400" dirty="0" err="1">
                <a:solidFill>
                  <a:schemeClr val="bg1"/>
                </a:solidFill>
                <a:latin typeface="NotoSansEthiopic"/>
              </a:rPr>
              <a:t>እግዚአብሔርን</a:t>
            </a:r>
            <a:r>
              <a:rPr lang="en-US" sz="5400" dirty="0">
                <a:solidFill>
                  <a:schemeClr val="bg1"/>
                </a:solidFill>
                <a:latin typeface="NotoSansEthiopic"/>
              </a:rPr>
              <a:t> </a:t>
            </a:r>
            <a:r>
              <a:rPr lang="en-US" sz="5400" dirty="0" err="1">
                <a:solidFill>
                  <a:schemeClr val="bg1"/>
                </a:solidFill>
                <a:latin typeface="NotoSansEthiopic"/>
              </a:rPr>
              <a:t>እናመሰግናለን</a:t>
            </a:r>
            <a:r>
              <a:rPr lang="en-US" sz="5400" dirty="0">
                <a:solidFill>
                  <a:schemeClr val="bg1"/>
                </a:solidFill>
                <a:latin typeface="NotoSansEthiopic"/>
              </a:rPr>
              <a:t>። </a:t>
            </a:r>
            <a:r>
              <a:rPr lang="en-US" sz="5400" dirty="0" err="1">
                <a:solidFill>
                  <a:schemeClr val="bg1"/>
                </a:solidFill>
                <a:latin typeface="NotoSansEthiopic"/>
              </a:rPr>
              <a:t>እኛ</a:t>
            </a:r>
            <a:r>
              <a:rPr lang="en-US" sz="5400" dirty="0">
                <a:solidFill>
                  <a:schemeClr val="bg1"/>
                </a:solidFill>
                <a:latin typeface="NotoSansEthiopic"/>
              </a:rPr>
              <a:t> </a:t>
            </a:r>
            <a:r>
              <a:rPr lang="en-US" sz="5400" dirty="0" err="1">
                <a:solidFill>
                  <a:schemeClr val="bg1"/>
                </a:solidFill>
                <a:latin typeface="NotoSansEthiopic"/>
              </a:rPr>
              <a:t>ይሄን</a:t>
            </a:r>
            <a:r>
              <a:rPr lang="en-US" sz="5400" dirty="0">
                <a:solidFill>
                  <a:schemeClr val="bg1"/>
                </a:solidFill>
                <a:latin typeface="NotoSansEthiopic"/>
              </a:rPr>
              <a:t> </a:t>
            </a:r>
            <a:r>
              <a:rPr lang="en-US" sz="5400" dirty="0" err="1">
                <a:solidFill>
                  <a:schemeClr val="bg1"/>
                </a:solidFill>
                <a:latin typeface="NotoSansEthiopic"/>
              </a:rPr>
              <a:t>ምሥጢር</a:t>
            </a:r>
            <a:r>
              <a:rPr lang="en-US" sz="5400" dirty="0">
                <a:solidFill>
                  <a:schemeClr val="bg1"/>
                </a:solidFill>
                <a:latin typeface="NotoSansEthiopic"/>
              </a:rPr>
              <a:t> </a:t>
            </a:r>
            <a:r>
              <a:rPr lang="en-US" sz="5400" dirty="0" err="1">
                <a:solidFill>
                  <a:schemeClr val="bg1"/>
                </a:solidFill>
                <a:latin typeface="NotoSansEthiopic"/>
              </a:rPr>
              <a:t>የተቀበልን</a:t>
            </a:r>
            <a:r>
              <a:rPr lang="en-US" sz="5400" dirty="0">
                <a:solidFill>
                  <a:schemeClr val="bg1"/>
                </a:solidFill>
                <a:latin typeface="NotoSansEthiopic"/>
              </a:rPr>
              <a:t> </a:t>
            </a:r>
            <a:r>
              <a:rPr lang="en-US" sz="5400" dirty="0" err="1">
                <a:solidFill>
                  <a:schemeClr val="bg1"/>
                </a:solidFill>
                <a:latin typeface="NotoSansEthiopic"/>
              </a:rPr>
              <a:t>እግዚአብሔር</a:t>
            </a:r>
            <a:r>
              <a:rPr lang="en-US" sz="5400" dirty="0">
                <a:solidFill>
                  <a:schemeClr val="bg1"/>
                </a:solidFill>
                <a:latin typeface="NotoSansEthiopic"/>
              </a:rPr>
              <a:t> </a:t>
            </a:r>
            <a:r>
              <a:rPr lang="en-US" sz="5400" dirty="0" err="1">
                <a:solidFill>
                  <a:schemeClr val="bg1"/>
                </a:solidFill>
                <a:latin typeface="NotoSansEthiopic"/>
              </a:rPr>
              <a:t>አምላካችንን</a:t>
            </a:r>
            <a:r>
              <a:rPr lang="en-US" sz="5400" dirty="0">
                <a:solidFill>
                  <a:schemeClr val="bg1"/>
                </a:solidFill>
                <a:latin typeface="NotoSansEthiopic"/>
              </a:rPr>
              <a:t> </a:t>
            </a:r>
            <a:r>
              <a:rPr lang="en-US" sz="5400" dirty="0" err="1">
                <a:solidFill>
                  <a:schemeClr val="bg1"/>
                </a:solidFill>
                <a:latin typeface="NotoSansEthiopic"/>
              </a:rPr>
              <a:t>እያመሰገን</a:t>
            </a:r>
            <a:r>
              <a:rPr lang="en-US" sz="5400" dirty="0">
                <a:solidFill>
                  <a:schemeClr val="bg1"/>
                </a:solidFill>
                <a:latin typeface="NotoSansEthiopic"/>
              </a:rPr>
              <a:t> </a:t>
            </a:r>
            <a:r>
              <a:rPr lang="en-US" sz="5400" dirty="0" err="1">
                <a:solidFill>
                  <a:schemeClr val="bg1"/>
                </a:solidFill>
                <a:latin typeface="NotoSansEthiopic"/>
              </a:rPr>
              <a:t>እንለምናለን</a:t>
            </a:r>
            <a:r>
              <a:rPr lang="en-US" sz="5400" dirty="0">
                <a:solidFill>
                  <a:schemeClr val="bg1"/>
                </a:solidFill>
                <a:latin typeface="NotoSansEthiopic"/>
              </a:rPr>
              <a:t> </a:t>
            </a:r>
            <a:r>
              <a:rPr lang="en-US" sz="5400" dirty="0" err="1">
                <a:solidFill>
                  <a:schemeClr val="bg1"/>
                </a:solidFill>
                <a:latin typeface="NotoSansEthiopic"/>
              </a:rPr>
              <a:t>እንማጠንማለን</a:t>
            </a:r>
            <a:r>
              <a:rPr lang="en-US" sz="5400" dirty="0">
                <a:solidFill>
                  <a:schemeClr val="bg1"/>
                </a:solidFill>
                <a:latin typeface="NotoSansEthiopic"/>
              </a:rPr>
              <a:t>።</a:t>
            </a:r>
            <a:endParaRPr lang="en-US" sz="1800" dirty="0">
              <a:solidFill>
                <a:schemeClr val="bg1"/>
              </a:solidFill>
            </a:endParaRPr>
          </a:p>
        </p:txBody>
      </p:sp>
    </p:spTree>
    <p:extLst>
      <p:ext uri="{BB962C8B-B14F-4D97-AF65-F5344CB8AC3E}">
        <p14:creationId xmlns:p14="http://schemas.microsoft.com/office/powerpoint/2010/main" val="2194497784"/>
      </p:ext>
    </p:extLst>
  </p:cSld>
  <p:clrMapOvr>
    <a:masterClrMapping/>
  </p:clrMapOvr>
</p:sld>
</file>

<file path=ppt/slides/slide25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39CE4A70-EF08-4C5C-B45A-9F1A61662266}"/>
              </a:ext>
            </a:extLst>
          </p:cNvPr>
          <p:cNvSpPr>
            <a:spLocks noGrp="1"/>
          </p:cNvSpPr>
          <p:nvPr>
            <p:ph idx="1"/>
          </p:nvPr>
        </p:nvSpPr>
        <p:spPr>
          <a:xfrm>
            <a:off x="136478" y="95535"/>
            <a:ext cx="11832609" cy="6660108"/>
          </a:xfrm>
        </p:spPr>
        <p:txBody>
          <a:bodyPr>
            <a:normAutofit/>
          </a:bodyPr>
          <a:lstStyle/>
          <a:p>
            <a:pPr marL="0" indent="0">
              <a:lnSpc>
                <a:spcPct val="120000"/>
              </a:lnSpc>
              <a:buNone/>
            </a:pPr>
            <a:r>
              <a:rPr lang="am-ET" sz="5400" dirty="0">
                <a:solidFill>
                  <a:srgbClr val="C00000"/>
                </a:solidFill>
                <a:latin typeface="NotoSansEthiopic"/>
              </a:rPr>
              <a:t>ይ፡</a:t>
            </a:r>
            <a:r>
              <a:rPr lang="en-US" sz="5400" dirty="0">
                <a:solidFill>
                  <a:srgbClr val="C00000"/>
                </a:solidFill>
                <a:latin typeface="NotoSansEthiopic"/>
              </a:rPr>
              <a:t>ካ</a:t>
            </a:r>
            <a:r>
              <a:rPr lang="am-ET" sz="5400" dirty="0">
                <a:solidFill>
                  <a:srgbClr val="C00000"/>
                </a:solidFill>
                <a:latin typeface="NotoSansEthiopic"/>
              </a:rPr>
              <a:t>፦</a:t>
            </a:r>
            <a:r>
              <a:rPr lang="en-US" sz="5400" dirty="0" err="1">
                <a:solidFill>
                  <a:schemeClr val="bg1"/>
                </a:solidFill>
                <a:latin typeface="NotoSansEthiopic"/>
              </a:rPr>
              <a:t>ንጉሴና</a:t>
            </a:r>
            <a:r>
              <a:rPr lang="en-US" sz="5400" dirty="0">
                <a:solidFill>
                  <a:schemeClr val="bg1"/>
                </a:solidFill>
                <a:latin typeface="NotoSansEthiopic"/>
              </a:rPr>
              <a:t> </a:t>
            </a:r>
            <a:r>
              <a:rPr lang="en-US" sz="5400" dirty="0" err="1">
                <a:solidFill>
                  <a:schemeClr val="bg1"/>
                </a:solidFill>
                <a:latin typeface="NotoSansEthiopic"/>
              </a:rPr>
              <a:t>አምላኬ</a:t>
            </a:r>
            <a:r>
              <a:rPr lang="en-US" sz="5400" dirty="0">
                <a:solidFill>
                  <a:schemeClr val="bg1"/>
                </a:solidFill>
                <a:latin typeface="NotoSansEthiopic"/>
              </a:rPr>
              <a:t> </a:t>
            </a:r>
            <a:r>
              <a:rPr lang="en-US" sz="5400" dirty="0" err="1">
                <a:solidFill>
                  <a:schemeClr val="bg1"/>
                </a:solidFill>
                <a:latin typeface="NotoSansEthiopic"/>
              </a:rPr>
              <a:t>ሆይ</a:t>
            </a:r>
            <a:r>
              <a:rPr lang="en-US" sz="5400" dirty="0">
                <a:solidFill>
                  <a:schemeClr val="bg1"/>
                </a:solidFill>
                <a:latin typeface="NotoSansEthiopic"/>
              </a:rPr>
              <a:t> </a:t>
            </a:r>
            <a:r>
              <a:rPr lang="en-US" sz="5400" dirty="0" err="1">
                <a:solidFill>
                  <a:schemeClr val="bg1"/>
                </a:solidFill>
                <a:latin typeface="NotoSansEthiopic"/>
              </a:rPr>
              <a:t>ከፍ</a:t>
            </a:r>
            <a:r>
              <a:rPr lang="en-US" sz="5400" dirty="0">
                <a:solidFill>
                  <a:schemeClr val="bg1"/>
                </a:solidFill>
                <a:latin typeface="NotoSansEthiopic"/>
              </a:rPr>
              <a:t> </a:t>
            </a:r>
            <a:r>
              <a:rPr lang="en-US" sz="5400" dirty="0" err="1">
                <a:solidFill>
                  <a:schemeClr val="bg1"/>
                </a:solidFill>
                <a:latin typeface="NotoSansEthiopic"/>
              </a:rPr>
              <a:t>ከፍ</a:t>
            </a:r>
            <a:r>
              <a:rPr lang="en-US" sz="5400" dirty="0">
                <a:solidFill>
                  <a:schemeClr val="bg1"/>
                </a:solidFill>
                <a:latin typeface="NotoSansEthiopic"/>
              </a:rPr>
              <a:t> </a:t>
            </a:r>
            <a:r>
              <a:rPr lang="en-US" sz="5400" dirty="0" err="1">
                <a:solidFill>
                  <a:schemeClr val="bg1"/>
                </a:solidFill>
                <a:latin typeface="NotoSansEthiopic"/>
              </a:rPr>
              <a:t>አደርግሃለሁ</a:t>
            </a:r>
            <a:r>
              <a:rPr lang="en-US" sz="5400" dirty="0">
                <a:solidFill>
                  <a:schemeClr val="bg1"/>
                </a:solidFill>
                <a:latin typeface="NotoSansEthiopic"/>
              </a:rPr>
              <a:t> </a:t>
            </a:r>
            <a:r>
              <a:rPr lang="en-US" sz="5400" dirty="0" err="1">
                <a:solidFill>
                  <a:schemeClr val="bg1"/>
                </a:solidFill>
                <a:latin typeface="NotoSansEthiopic"/>
              </a:rPr>
              <a:t>ስምህንም</a:t>
            </a:r>
            <a:r>
              <a:rPr lang="en-US" sz="5400" dirty="0">
                <a:solidFill>
                  <a:schemeClr val="bg1"/>
                </a:solidFill>
                <a:latin typeface="NotoSansEthiopic"/>
              </a:rPr>
              <a:t> </a:t>
            </a:r>
            <a:r>
              <a:rPr lang="en-US" sz="5400" dirty="0" err="1">
                <a:solidFill>
                  <a:schemeClr val="bg1"/>
                </a:solidFill>
                <a:latin typeface="NotoSansEthiopic"/>
              </a:rPr>
              <a:t>ለዘለዓለም</a:t>
            </a:r>
            <a:r>
              <a:rPr lang="en-US" sz="5400" dirty="0">
                <a:solidFill>
                  <a:schemeClr val="bg1"/>
                </a:solidFill>
                <a:latin typeface="NotoSansEthiopic"/>
              </a:rPr>
              <a:t> </a:t>
            </a:r>
            <a:r>
              <a:rPr lang="en-US" sz="5400" dirty="0" err="1">
                <a:solidFill>
                  <a:schemeClr val="bg1"/>
                </a:solidFill>
                <a:latin typeface="NotoSansEthiopic"/>
              </a:rPr>
              <a:t>አመሰግንሃለሁ</a:t>
            </a:r>
            <a:r>
              <a:rPr lang="en-US" sz="5400" dirty="0">
                <a:solidFill>
                  <a:schemeClr val="bg1"/>
                </a:solidFill>
                <a:latin typeface="NotoSansEthiopic"/>
              </a:rPr>
              <a:t>።</a:t>
            </a:r>
          </a:p>
          <a:p>
            <a:pPr marL="0" indent="0">
              <a:lnSpc>
                <a:spcPct val="120000"/>
              </a:lnSpc>
              <a:buNone/>
            </a:pPr>
            <a:r>
              <a:rPr lang="am-ET" sz="5400" dirty="0">
                <a:solidFill>
                  <a:srgbClr val="C00000"/>
                </a:solidFill>
                <a:latin typeface="NotoSansEthiopic"/>
              </a:rPr>
              <a:t>ይ፡</a:t>
            </a:r>
            <a:r>
              <a:rPr lang="en-US" sz="5400" dirty="0">
                <a:solidFill>
                  <a:srgbClr val="C00000"/>
                </a:solidFill>
                <a:latin typeface="NotoSansEthiopic"/>
              </a:rPr>
              <a:t>ካ</a:t>
            </a:r>
            <a:r>
              <a:rPr lang="am-ET" sz="5400" dirty="0">
                <a:solidFill>
                  <a:srgbClr val="C00000"/>
                </a:solidFill>
                <a:latin typeface="NotoSansEthiopic"/>
              </a:rPr>
              <a:t>፦</a:t>
            </a:r>
            <a:r>
              <a:rPr lang="en-US" sz="5400" dirty="0">
                <a:solidFill>
                  <a:schemeClr val="bg1"/>
                </a:solidFill>
                <a:latin typeface="NotoSansEthiopic"/>
              </a:rPr>
              <a:t> </a:t>
            </a:r>
            <a:r>
              <a:rPr lang="en-US" sz="4800" dirty="0" err="1">
                <a:solidFill>
                  <a:schemeClr val="bg1"/>
                </a:solidFill>
                <a:latin typeface="NotoSansEthiopic"/>
              </a:rPr>
              <a:t>በሰማይ</a:t>
            </a:r>
            <a:r>
              <a:rPr lang="en-US" sz="4800" dirty="0">
                <a:solidFill>
                  <a:schemeClr val="bg1"/>
                </a:solidFill>
                <a:latin typeface="NotoSansEthiopic"/>
              </a:rPr>
              <a:t> </a:t>
            </a:r>
            <a:r>
              <a:rPr lang="en-US" sz="4800" dirty="0" err="1">
                <a:solidFill>
                  <a:schemeClr val="bg1"/>
                </a:solidFill>
                <a:latin typeface="NotoSansEthiopic"/>
              </a:rPr>
              <a:t>የምትኖር</a:t>
            </a:r>
            <a:r>
              <a:rPr lang="en-US" sz="4800" dirty="0">
                <a:solidFill>
                  <a:schemeClr val="bg1"/>
                </a:solidFill>
                <a:latin typeface="NotoSansEthiopic"/>
              </a:rPr>
              <a:t> </a:t>
            </a:r>
            <a:r>
              <a:rPr lang="en-US" sz="4800" dirty="0" err="1">
                <a:solidFill>
                  <a:schemeClr val="bg1"/>
                </a:solidFill>
                <a:latin typeface="NotoSansEthiopic"/>
              </a:rPr>
              <a:t>አባታችን</a:t>
            </a:r>
            <a:r>
              <a:rPr lang="en-US" sz="4800" dirty="0">
                <a:solidFill>
                  <a:schemeClr val="bg1"/>
                </a:solidFill>
                <a:latin typeface="NotoSansEthiopic"/>
              </a:rPr>
              <a:t> </a:t>
            </a:r>
            <a:r>
              <a:rPr lang="en-US" sz="4800" dirty="0" err="1">
                <a:solidFill>
                  <a:schemeClr val="bg1"/>
                </a:solidFill>
                <a:latin typeface="NotoSansEthiopic"/>
              </a:rPr>
              <a:t>ሆይ</a:t>
            </a:r>
            <a:r>
              <a:rPr lang="en-US" sz="4800" dirty="0">
                <a:solidFill>
                  <a:schemeClr val="bg1"/>
                </a:solidFill>
                <a:latin typeface="NotoSansEthiopic"/>
              </a:rPr>
              <a:t> </a:t>
            </a:r>
            <a:r>
              <a:rPr lang="en-US" sz="4800" dirty="0" err="1">
                <a:solidFill>
                  <a:schemeClr val="bg1"/>
                </a:solidFill>
                <a:latin typeface="NotoSansEthiopic"/>
              </a:rPr>
              <a:t>ወደ</a:t>
            </a:r>
            <a:r>
              <a:rPr lang="en-US" sz="4800" dirty="0">
                <a:solidFill>
                  <a:schemeClr val="bg1"/>
                </a:solidFill>
                <a:latin typeface="NotoSansEthiopic"/>
              </a:rPr>
              <a:t> </a:t>
            </a:r>
            <a:r>
              <a:rPr lang="en-US" sz="4800" dirty="0" err="1">
                <a:solidFill>
                  <a:schemeClr val="bg1"/>
                </a:solidFill>
                <a:latin typeface="NotoSansEthiopic"/>
              </a:rPr>
              <a:t>ፈተና</a:t>
            </a:r>
            <a:r>
              <a:rPr lang="en-US" sz="4800" dirty="0">
                <a:solidFill>
                  <a:schemeClr val="bg1"/>
                </a:solidFill>
                <a:latin typeface="NotoSansEthiopic"/>
              </a:rPr>
              <a:t> </a:t>
            </a:r>
            <a:r>
              <a:rPr lang="en-US" sz="4800" dirty="0" err="1">
                <a:solidFill>
                  <a:schemeClr val="bg1"/>
                </a:solidFill>
                <a:latin typeface="NotoSansEthiopic"/>
              </a:rPr>
              <a:t>አታግባን</a:t>
            </a:r>
            <a:endParaRPr lang="en-US" sz="4800" dirty="0">
              <a:solidFill>
                <a:schemeClr val="bg1"/>
              </a:solidFill>
              <a:latin typeface="NotoSansEthiopic"/>
            </a:endParaRPr>
          </a:p>
          <a:p>
            <a:pPr marL="0" indent="0">
              <a:lnSpc>
                <a:spcPct val="120000"/>
              </a:lnSpc>
              <a:buNone/>
            </a:pPr>
            <a:r>
              <a:rPr lang="en-US" sz="5400" dirty="0" err="1">
                <a:solidFill>
                  <a:srgbClr val="FF0000"/>
                </a:solidFill>
                <a:latin typeface="NotoSansEthiopic"/>
              </a:rPr>
              <a:t>ይ፡ዲ</a:t>
            </a:r>
            <a:r>
              <a:rPr lang="en-US" sz="5400" dirty="0">
                <a:solidFill>
                  <a:srgbClr val="FF0000"/>
                </a:solidFill>
                <a:latin typeface="NotoSansEthiopic"/>
              </a:rPr>
              <a:t>፦</a:t>
            </a:r>
            <a:r>
              <a:rPr lang="en-US" sz="5400" dirty="0">
                <a:solidFill>
                  <a:schemeClr val="bg1"/>
                </a:solidFill>
                <a:latin typeface="NotoSansEthiopic"/>
              </a:rPr>
              <a:t> </a:t>
            </a:r>
            <a:r>
              <a:rPr lang="en-US" sz="5400" dirty="0" err="1">
                <a:solidFill>
                  <a:schemeClr val="bg1"/>
                </a:solidFill>
                <a:latin typeface="NotoSansEthiopic"/>
              </a:rPr>
              <a:t>የክርስቶስ</a:t>
            </a:r>
            <a:r>
              <a:rPr lang="en-US" sz="5400" dirty="0">
                <a:solidFill>
                  <a:schemeClr val="bg1"/>
                </a:solidFill>
                <a:latin typeface="NotoSansEthiopic"/>
              </a:rPr>
              <a:t> </a:t>
            </a:r>
            <a:r>
              <a:rPr lang="en-US" sz="5400" dirty="0" err="1">
                <a:solidFill>
                  <a:schemeClr val="bg1"/>
                </a:solidFill>
                <a:latin typeface="NotoSansEthiopic"/>
              </a:rPr>
              <a:t>ቅዱስ</a:t>
            </a:r>
            <a:r>
              <a:rPr lang="en-US" sz="5400" dirty="0">
                <a:solidFill>
                  <a:schemeClr val="bg1"/>
                </a:solidFill>
                <a:latin typeface="NotoSansEthiopic"/>
              </a:rPr>
              <a:t> </a:t>
            </a:r>
            <a:r>
              <a:rPr lang="en-US" sz="5400" dirty="0" err="1">
                <a:solidFill>
                  <a:schemeClr val="bg1"/>
                </a:solidFill>
                <a:latin typeface="NotoSansEthiopic"/>
              </a:rPr>
              <a:t>ሥጋውንና</a:t>
            </a:r>
            <a:r>
              <a:rPr lang="en-US" sz="5400" dirty="0">
                <a:solidFill>
                  <a:schemeClr val="bg1"/>
                </a:solidFill>
                <a:latin typeface="NotoSansEthiopic"/>
              </a:rPr>
              <a:t> </a:t>
            </a:r>
            <a:r>
              <a:rPr lang="en-US" sz="5400" dirty="0" err="1">
                <a:solidFill>
                  <a:schemeClr val="bg1"/>
                </a:solidFill>
                <a:latin typeface="NotoSansEthiopic"/>
              </a:rPr>
              <a:t>ክቡር</a:t>
            </a:r>
            <a:r>
              <a:rPr lang="en-US" sz="5400" dirty="0">
                <a:solidFill>
                  <a:schemeClr val="bg1"/>
                </a:solidFill>
                <a:latin typeface="NotoSansEthiopic"/>
              </a:rPr>
              <a:t> </a:t>
            </a:r>
            <a:r>
              <a:rPr lang="en-US" sz="5400" dirty="0" err="1">
                <a:solidFill>
                  <a:schemeClr val="bg1"/>
                </a:solidFill>
                <a:latin typeface="NotoSansEthiopic"/>
              </a:rPr>
              <a:t>ደሙን</a:t>
            </a:r>
            <a:r>
              <a:rPr lang="en-US" sz="5400" dirty="0">
                <a:solidFill>
                  <a:schemeClr val="bg1"/>
                </a:solidFill>
                <a:latin typeface="NotoSansEthiopic"/>
              </a:rPr>
              <a:t> </a:t>
            </a:r>
            <a:r>
              <a:rPr lang="en-US" sz="5400" dirty="0" err="1">
                <a:solidFill>
                  <a:schemeClr val="bg1"/>
                </a:solidFill>
                <a:latin typeface="NotoSansEthiopic"/>
              </a:rPr>
              <a:t>ተቀብለናል</a:t>
            </a:r>
            <a:endParaRPr lang="en-US" sz="5400" dirty="0">
              <a:solidFill>
                <a:srgbClr val="FF0000"/>
              </a:solidFill>
              <a:latin typeface="NotoSansEthiopic"/>
            </a:endParaRPr>
          </a:p>
        </p:txBody>
      </p:sp>
    </p:spTree>
    <p:extLst>
      <p:ext uri="{BB962C8B-B14F-4D97-AF65-F5344CB8AC3E}">
        <p14:creationId xmlns:p14="http://schemas.microsoft.com/office/powerpoint/2010/main" val="1788391004"/>
      </p:ext>
    </p:extLst>
  </p:cSld>
  <p:clrMapOvr>
    <a:masterClrMapping/>
  </p:clrMapOvr>
</p:sld>
</file>

<file path=ppt/slides/slide25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39CE4A70-EF08-4C5C-B45A-9F1A61662266}"/>
              </a:ext>
            </a:extLst>
          </p:cNvPr>
          <p:cNvSpPr>
            <a:spLocks noGrp="1"/>
          </p:cNvSpPr>
          <p:nvPr>
            <p:ph idx="1"/>
          </p:nvPr>
        </p:nvSpPr>
        <p:spPr>
          <a:xfrm>
            <a:off x="136478" y="95535"/>
            <a:ext cx="11832609" cy="6660108"/>
          </a:xfrm>
        </p:spPr>
        <p:txBody>
          <a:bodyPr>
            <a:normAutofit/>
          </a:bodyPr>
          <a:lstStyle/>
          <a:p>
            <a:pPr marL="0" indent="0">
              <a:lnSpc>
                <a:spcPct val="120000"/>
              </a:lnSpc>
              <a:buNone/>
            </a:pPr>
            <a:r>
              <a:rPr lang="am-ET" sz="5400" dirty="0">
                <a:solidFill>
                  <a:srgbClr val="C00000"/>
                </a:solidFill>
                <a:latin typeface="NotoSansEthiopic"/>
              </a:rPr>
              <a:t>ይ፡</a:t>
            </a:r>
            <a:r>
              <a:rPr lang="en-US" sz="5400" dirty="0">
                <a:solidFill>
                  <a:srgbClr val="C00000"/>
                </a:solidFill>
                <a:latin typeface="NotoSansEthiopic"/>
              </a:rPr>
              <a:t>ካ</a:t>
            </a:r>
            <a:r>
              <a:rPr lang="am-ET" sz="5400" dirty="0">
                <a:solidFill>
                  <a:srgbClr val="C00000"/>
                </a:solidFill>
                <a:latin typeface="NotoSansEthiopic"/>
              </a:rPr>
              <a:t>፦</a:t>
            </a:r>
            <a:r>
              <a:rPr lang="en-US" sz="5400" dirty="0" err="1">
                <a:solidFill>
                  <a:schemeClr val="bg1"/>
                </a:solidFill>
                <a:latin typeface="NotoSansEthiopic"/>
              </a:rPr>
              <a:t>ሁሉ</a:t>
            </a:r>
            <a:r>
              <a:rPr lang="en-US" sz="5400" dirty="0">
                <a:solidFill>
                  <a:schemeClr val="bg1"/>
                </a:solidFill>
                <a:latin typeface="NotoSansEthiopic"/>
              </a:rPr>
              <a:t> </a:t>
            </a:r>
            <a:r>
              <a:rPr lang="en-US" sz="5400" dirty="0" err="1">
                <a:solidFill>
                  <a:schemeClr val="bg1"/>
                </a:solidFill>
                <a:latin typeface="NotoSansEthiopic"/>
              </a:rPr>
              <a:t>ቀን</a:t>
            </a:r>
            <a:r>
              <a:rPr lang="en-US" sz="5400" dirty="0">
                <a:solidFill>
                  <a:schemeClr val="bg1"/>
                </a:solidFill>
                <a:latin typeface="NotoSansEthiopic"/>
              </a:rPr>
              <a:t> </a:t>
            </a:r>
            <a:r>
              <a:rPr lang="en-US" sz="5400" dirty="0" err="1">
                <a:solidFill>
                  <a:schemeClr val="bg1"/>
                </a:solidFill>
                <a:latin typeface="NotoSansEthiopic"/>
              </a:rPr>
              <a:t>አመሰግንሃለሁ</a:t>
            </a:r>
            <a:r>
              <a:rPr lang="en-US" sz="5400" dirty="0">
                <a:solidFill>
                  <a:schemeClr val="bg1"/>
                </a:solidFill>
                <a:latin typeface="NotoSansEthiopic"/>
              </a:rPr>
              <a:t> </a:t>
            </a:r>
            <a:r>
              <a:rPr lang="en-US" sz="5400" dirty="0" err="1">
                <a:solidFill>
                  <a:schemeClr val="bg1"/>
                </a:solidFill>
                <a:latin typeface="NotoSansEthiopic"/>
              </a:rPr>
              <a:t>ስምህንም</a:t>
            </a:r>
            <a:r>
              <a:rPr lang="en-US" sz="5400" dirty="0">
                <a:solidFill>
                  <a:schemeClr val="bg1"/>
                </a:solidFill>
                <a:latin typeface="NotoSansEthiopic"/>
              </a:rPr>
              <a:t> </a:t>
            </a:r>
            <a:r>
              <a:rPr lang="en-US" sz="5400" dirty="0" err="1">
                <a:solidFill>
                  <a:schemeClr val="bg1"/>
                </a:solidFill>
                <a:latin typeface="NotoSansEthiopic"/>
              </a:rPr>
              <a:t>ለዘለዓለም</a:t>
            </a:r>
            <a:r>
              <a:rPr lang="en-US" sz="5400" dirty="0">
                <a:solidFill>
                  <a:schemeClr val="bg1"/>
                </a:solidFill>
                <a:latin typeface="NotoSansEthiopic"/>
              </a:rPr>
              <a:t> </a:t>
            </a:r>
            <a:r>
              <a:rPr lang="en-US" sz="5400" dirty="0" err="1">
                <a:solidFill>
                  <a:schemeClr val="bg1"/>
                </a:solidFill>
                <a:latin typeface="NotoSansEthiopic"/>
              </a:rPr>
              <a:t>ዓለም</a:t>
            </a:r>
            <a:r>
              <a:rPr lang="en-US" sz="5400" dirty="0">
                <a:solidFill>
                  <a:schemeClr val="bg1"/>
                </a:solidFill>
                <a:latin typeface="NotoSansEthiopic"/>
              </a:rPr>
              <a:t> </a:t>
            </a:r>
            <a:r>
              <a:rPr lang="en-US" sz="5400" dirty="0" err="1">
                <a:solidFill>
                  <a:schemeClr val="bg1"/>
                </a:solidFill>
                <a:latin typeface="NotoSansEthiopic"/>
              </a:rPr>
              <a:t>አመሰግንሃለሁ</a:t>
            </a:r>
            <a:r>
              <a:rPr lang="en-US" sz="5400" dirty="0">
                <a:solidFill>
                  <a:schemeClr val="bg1"/>
                </a:solidFill>
                <a:latin typeface="NotoSansEthiopic"/>
              </a:rPr>
              <a:t>።</a:t>
            </a:r>
          </a:p>
          <a:p>
            <a:pPr marL="0" indent="0">
              <a:lnSpc>
                <a:spcPct val="120000"/>
              </a:lnSpc>
              <a:buNone/>
            </a:pPr>
            <a:r>
              <a:rPr lang="am-ET" sz="5400" dirty="0">
                <a:solidFill>
                  <a:srgbClr val="C00000"/>
                </a:solidFill>
                <a:latin typeface="NotoSansEthiopic"/>
              </a:rPr>
              <a:t>ይ፡</a:t>
            </a:r>
            <a:r>
              <a:rPr lang="en-US" sz="5400" dirty="0">
                <a:solidFill>
                  <a:srgbClr val="C00000"/>
                </a:solidFill>
                <a:latin typeface="NotoSansEthiopic"/>
              </a:rPr>
              <a:t>ሕ</a:t>
            </a:r>
            <a:r>
              <a:rPr lang="am-ET" sz="5400" dirty="0">
                <a:solidFill>
                  <a:srgbClr val="C00000"/>
                </a:solidFill>
                <a:latin typeface="NotoSansEthiopic"/>
              </a:rPr>
              <a:t>፦</a:t>
            </a:r>
            <a:r>
              <a:rPr lang="en-US" sz="5400" dirty="0">
                <a:solidFill>
                  <a:schemeClr val="bg1"/>
                </a:solidFill>
                <a:latin typeface="NotoSansEthiopic"/>
              </a:rPr>
              <a:t> </a:t>
            </a:r>
            <a:r>
              <a:rPr lang="en-US" sz="5400" dirty="0" err="1">
                <a:solidFill>
                  <a:schemeClr val="bg1"/>
                </a:solidFill>
                <a:latin typeface="NotoSansEthiopic"/>
              </a:rPr>
              <a:t>በሰማይ</a:t>
            </a:r>
            <a:r>
              <a:rPr lang="en-US" sz="5400" dirty="0">
                <a:solidFill>
                  <a:schemeClr val="bg1"/>
                </a:solidFill>
                <a:latin typeface="NotoSansEthiopic"/>
              </a:rPr>
              <a:t> </a:t>
            </a:r>
            <a:r>
              <a:rPr lang="en-US" sz="5400" dirty="0" err="1">
                <a:solidFill>
                  <a:schemeClr val="bg1"/>
                </a:solidFill>
                <a:latin typeface="NotoSansEthiopic"/>
              </a:rPr>
              <a:t>የምትኖር</a:t>
            </a:r>
            <a:r>
              <a:rPr lang="en-US" sz="5400" dirty="0">
                <a:solidFill>
                  <a:schemeClr val="bg1"/>
                </a:solidFill>
                <a:latin typeface="NotoSansEthiopic"/>
              </a:rPr>
              <a:t> </a:t>
            </a:r>
            <a:r>
              <a:rPr lang="en-US" sz="5400" dirty="0" err="1">
                <a:solidFill>
                  <a:schemeClr val="bg1"/>
                </a:solidFill>
                <a:latin typeface="NotoSansEthiopic"/>
              </a:rPr>
              <a:t>አባታችን</a:t>
            </a:r>
            <a:r>
              <a:rPr lang="en-US" sz="5400" dirty="0">
                <a:solidFill>
                  <a:schemeClr val="bg1"/>
                </a:solidFill>
                <a:latin typeface="NotoSansEthiopic"/>
              </a:rPr>
              <a:t> </a:t>
            </a:r>
            <a:r>
              <a:rPr lang="en-US" sz="5400" dirty="0" err="1">
                <a:solidFill>
                  <a:schemeClr val="bg1"/>
                </a:solidFill>
                <a:latin typeface="NotoSansEthiopic"/>
              </a:rPr>
              <a:t>ሆይ</a:t>
            </a:r>
            <a:r>
              <a:rPr lang="en-US" sz="5400" dirty="0">
                <a:solidFill>
                  <a:schemeClr val="bg1"/>
                </a:solidFill>
                <a:latin typeface="NotoSansEthiopic"/>
              </a:rPr>
              <a:t> </a:t>
            </a:r>
            <a:r>
              <a:rPr lang="en-US" sz="5400" dirty="0" err="1">
                <a:solidFill>
                  <a:schemeClr val="bg1"/>
                </a:solidFill>
                <a:latin typeface="NotoSansEthiopic"/>
              </a:rPr>
              <a:t>ወደ</a:t>
            </a:r>
            <a:r>
              <a:rPr lang="en-US" sz="5400" dirty="0">
                <a:solidFill>
                  <a:schemeClr val="bg1"/>
                </a:solidFill>
                <a:latin typeface="NotoSansEthiopic"/>
              </a:rPr>
              <a:t> </a:t>
            </a:r>
            <a:r>
              <a:rPr lang="en-US" sz="5400" dirty="0" err="1">
                <a:solidFill>
                  <a:schemeClr val="bg1"/>
                </a:solidFill>
                <a:latin typeface="NotoSansEthiopic"/>
              </a:rPr>
              <a:t>ፈተና</a:t>
            </a:r>
            <a:r>
              <a:rPr lang="en-US" sz="5400" dirty="0">
                <a:solidFill>
                  <a:schemeClr val="bg1"/>
                </a:solidFill>
                <a:latin typeface="NotoSansEthiopic"/>
              </a:rPr>
              <a:t> </a:t>
            </a:r>
            <a:r>
              <a:rPr lang="en-US" sz="5400" dirty="0" err="1">
                <a:solidFill>
                  <a:schemeClr val="bg1"/>
                </a:solidFill>
                <a:latin typeface="NotoSansEthiopic"/>
              </a:rPr>
              <a:t>አታግናን</a:t>
            </a:r>
            <a:endParaRPr lang="en-US" sz="5400" dirty="0">
              <a:solidFill>
                <a:schemeClr val="bg1"/>
              </a:solidFill>
              <a:latin typeface="NotoSansEthiopic"/>
            </a:endParaRPr>
          </a:p>
          <a:p>
            <a:pPr marL="0" indent="0">
              <a:lnSpc>
                <a:spcPct val="120000"/>
              </a:lnSpc>
              <a:buNone/>
            </a:pPr>
            <a:r>
              <a:rPr lang="en-US" sz="5400" dirty="0" err="1">
                <a:solidFill>
                  <a:srgbClr val="FF0000"/>
                </a:solidFill>
                <a:latin typeface="NotoSansEthiopic"/>
              </a:rPr>
              <a:t>ይ፡ዲ</a:t>
            </a:r>
            <a:r>
              <a:rPr lang="en-US" sz="5400" dirty="0">
                <a:solidFill>
                  <a:srgbClr val="FF0000"/>
                </a:solidFill>
                <a:latin typeface="NotoSansEthiopic"/>
              </a:rPr>
              <a:t>፦</a:t>
            </a:r>
            <a:r>
              <a:rPr lang="en-US" sz="5400" dirty="0">
                <a:solidFill>
                  <a:schemeClr val="bg1"/>
                </a:solidFill>
                <a:latin typeface="NotoSansEthiopic"/>
              </a:rPr>
              <a:t> </a:t>
            </a:r>
            <a:r>
              <a:rPr lang="en-US" sz="5400" dirty="0" err="1">
                <a:solidFill>
                  <a:schemeClr val="bg1"/>
                </a:solidFill>
                <a:latin typeface="NotoSansEthiopic"/>
              </a:rPr>
              <a:t>ክቡርና</a:t>
            </a:r>
            <a:r>
              <a:rPr lang="en-US" sz="5400" dirty="0">
                <a:solidFill>
                  <a:schemeClr val="bg1"/>
                </a:solidFill>
                <a:latin typeface="NotoSansEthiopic"/>
              </a:rPr>
              <a:t> </a:t>
            </a:r>
            <a:r>
              <a:rPr lang="en-US" sz="5400" dirty="0" err="1">
                <a:solidFill>
                  <a:schemeClr val="bg1"/>
                </a:solidFill>
                <a:latin typeface="NotoSansEthiopic"/>
              </a:rPr>
              <a:t>ቅዱስ</a:t>
            </a:r>
            <a:r>
              <a:rPr lang="en-US" sz="5400" dirty="0">
                <a:solidFill>
                  <a:schemeClr val="bg1"/>
                </a:solidFill>
                <a:latin typeface="NotoSansEthiopic"/>
              </a:rPr>
              <a:t> </a:t>
            </a:r>
            <a:r>
              <a:rPr lang="en-US" sz="5400" dirty="0" err="1">
                <a:solidFill>
                  <a:schemeClr val="bg1"/>
                </a:solidFill>
                <a:latin typeface="NotoSansEthiopic"/>
              </a:rPr>
              <a:t>የሆነውን</a:t>
            </a:r>
            <a:r>
              <a:rPr lang="en-US" sz="5400" dirty="0">
                <a:solidFill>
                  <a:schemeClr val="bg1"/>
                </a:solidFill>
                <a:latin typeface="NotoSansEthiopic"/>
              </a:rPr>
              <a:t> </a:t>
            </a:r>
            <a:r>
              <a:rPr lang="en-US" sz="5400" dirty="0" err="1">
                <a:solidFill>
                  <a:schemeClr val="bg1"/>
                </a:solidFill>
                <a:latin typeface="NotoSansEthiopic"/>
              </a:rPr>
              <a:t>ምስጢር</a:t>
            </a:r>
            <a:r>
              <a:rPr lang="en-US" sz="5400" dirty="0">
                <a:solidFill>
                  <a:schemeClr val="bg1"/>
                </a:solidFill>
                <a:latin typeface="NotoSansEthiopic"/>
              </a:rPr>
              <a:t> </a:t>
            </a:r>
            <a:r>
              <a:rPr lang="en-US" sz="5400" dirty="0" err="1">
                <a:solidFill>
                  <a:schemeClr val="bg1"/>
                </a:solidFill>
                <a:latin typeface="NotoSansEthiopic"/>
              </a:rPr>
              <a:t>ለመሳተፍ</a:t>
            </a:r>
            <a:r>
              <a:rPr lang="en-US" sz="5400" dirty="0">
                <a:solidFill>
                  <a:schemeClr val="bg1"/>
                </a:solidFill>
                <a:latin typeface="NotoSansEthiopic"/>
              </a:rPr>
              <a:t> </a:t>
            </a:r>
            <a:r>
              <a:rPr lang="en-US" sz="5400" dirty="0" err="1">
                <a:solidFill>
                  <a:schemeClr val="bg1"/>
                </a:solidFill>
                <a:latin typeface="NotoSansEthiopic"/>
              </a:rPr>
              <a:t>ማመስገን</a:t>
            </a:r>
            <a:r>
              <a:rPr lang="en-US" sz="5400" dirty="0">
                <a:solidFill>
                  <a:schemeClr val="bg1"/>
                </a:solidFill>
                <a:latin typeface="NotoSansEthiopic"/>
              </a:rPr>
              <a:t> </a:t>
            </a:r>
            <a:r>
              <a:rPr lang="en-US" sz="5400" dirty="0" err="1">
                <a:solidFill>
                  <a:schemeClr val="bg1"/>
                </a:solidFill>
                <a:latin typeface="NotoSansEthiopic"/>
              </a:rPr>
              <a:t>ይገባናል</a:t>
            </a:r>
            <a:endParaRPr lang="en-US" sz="5400" dirty="0">
              <a:solidFill>
                <a:srgbClr val="FF0000"/>
              </a:solidFill>
              <a:latin typeface="NotoSansEthiopic"/>
            </a:endParaRPr>
          </a:p>
        </p:txBody>
      </p:sp>
    </p:spTree>
    <p:extLst>
      <p:ext uri="{BB962C8B-B14F-4D97-AF65-F5344CB8AC3E}">
        <p14:creationId xmlns:p14="http://schemas.microsoft.com/office/powerpoint/2010/main" val="2778455604"/>
      </p:ext>
    </p:extLst>
  </p:cSld>
  <p:clrMapOvr>
    <a:masterClrMapping/>
  </p:clrMapOvr>
</p:sld>
</file>

<file path=ppt/slides/slide26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39CE4A70-EF08-4C5C-B45A-9F1A61662266}"/>
              </a:ext>
            </a:extLst>
          </p:cNvPr>
          <p:cNvSpPr>
            <a:spLocks noGrp="1"/>
          </p:cNvSpPr>
          <p:nvPr>
            <p:ph idx="1"/>
          </p:nvPr>
        </p:nvSpPr>
        <p:spPr>
          <a:xfrm>
            <a:off x="136478" y="95535"/>
            <a:ext cx="11832609" cy="6660108"/>
          </a:xfrm>
        </p:spPr>
        <p:txBody>
          <a:bodyPr>
            <a:normAutofit lnSpcReduction="10000"/>
          </a:bodyPr>
          <a:lstStyle/>
          <a:p>
            <a:pPr marL="0" indent="0">
              <a:lnSpc>
                <a:spcPct val="120000"/>
              </a:lnSpc>
              <a:buNone/>
            </a:pPr>
            <a:r>
              <a:rPr lang="am-ET" sz="5400" dirty="0">
                <a:solidFill>
                  <a:srgbClr val="C00000"/>
                </a:solidFill>
                <a:latin typeface="NotoSansEthiopic"/>
              </a:rPr>
              <a:t>ይ፡</a:t>
            </a:r>
            <a:r>
              <a:rPr lang="en-US" sz="5400" dirty="0">
                <a:solidFill>
                  <a:srgbClr val="C00000"/>
                </a:solidFill>
                <a:latin typeface="NotoSansEthiopic"/>
              </a:rPr>
              <a:t>ካ</a:t>
            </a:r>
            <a:r>
              <a:rPr lang="am-ET" sz="5400" dirty="0">
                <a:solidFill>
                  <a:srgbClr val="C00000"/>
                </a:solidFill>
                <a:latin typeface="NotoSansEthiopic"/>
              </a:rPr>
              <a:t>፦</a:t>
            </a:r>
            <a:r>
              <a:rPr lang="en-US" sz="5400" dirty="0" err="1">
                <a:solidFill>
                  <a:schemeClr val="bg1"/>
                </a:solidFill>
                <a:latin typeface="NotoSansEthiopic"/>
              </a:rPr>
              <a:t>አፌ</a:t>
            </a:r>
            <a:r>
              <a:rPr lang="en-US" sz="5400" dirty="0">
                <a:solidFill>
                  <a:schemeClr val="bg1"/>
                </a:solidFill>
                <a:latin typeface="NotoSansEthiopic"/>
              </a:rPr>
              <a:t> </a:t>
            </a:r>
            <a:r>
              <a:rPr lang="en-US" sz="5400" dirty="0" err="1">
                <a:solidFill>
                  <a:schemeClr val="bg1"/>
                </a:solidFill>
                <a:latin typeface="NotoSansEthiopic"/>
              </a:rPr>
              <a:t>የእግዚአብሔርን</a:t>
            </a:r>
            <a:r>
              <a:rPr lang="en-US" sz="5400" dirty="0">
                <a:solidFill>
                  <a:schemeClr val="bg1"/>
                </a:solidFill>
                <a:latin typeface="NotoSansEthiopic"/>
              </a:rPr>
              <a:t> </a:t>
            </a:r>
            <a:r>
              <a:rPr lang="en-US" sz="5400" dirty="0" err="1">
                <a:solidFill>
                  <a:schemeClr val="bg1"/>
                </a:solidFill>
                <a:latin typeface="NotoSansEthiopic"/>
              </a:rPr>
              <a:t>ምስጋና</a:t>
            </a:r>
            <a:r>
              <a:rPr lang="en-US" sz="5400" dirty="0">
                <a:solidFill>
                  <a:schemeClr val="bg1"/>
                </a:solidFill>
                <a:latin typeface="NotoSansEthiopic"/>
              </a:rPr>
              <a:t> </a:t>
            </a:r>
            <a:r>
              <a:rPr lang="en-US" sz="5400" dirty="0" err="1">
                <a:solidFill>
                  <a:schemeClr val="bg1"/>
                </a:solidFill>
                <a:latin typeface="NotoSansEthiopic"/>
              </a:rPr>
              <a:t>ይናገራል</a:t>
            </a:r>
            <a:r>
              <a:rPr lang="en-US" sz="5400" dirty="0">
                <a:solidFill>
                  <a:schemeClr val="bg1"/>
                </a:solidFill>
                <a:latin typeface="NotoSansEthiopic"/>
              </a:rPr>
              <a:t> </a:t>
            </a:r>
            <a:r>
              <a:rPr lang="en-US" sz="5400" dirty="0" err="1">
                <a:solidFill>
                  <a:schemeClr val="bg1"/>
                </a:solidFill>
                <a:latin typeface="NotoSansEthiopic"/>
              </a:rPr>
              <a:t>ሥጋ</a:t>
            </a:r>
            <a:r>
              <a:rPr lang="en-US" sz="5400" dirty="0">
                <a:solidFill>
                  <a:schemeClr val="bg1"/>
                </a:solidFill>
                <a:latin typeface="NotoSansEthiopic"/>
              </a:rPr>
              <a:t> </a:t>
            </a:r>
            <a:r>
              <a:rPr lang="en-US" sz="5400" dirty="0" err="1">
                <a:solidFill>
                  <a:schemeClr val="bg1"/>
                </a:solidFill>
                <a:latin typeface="NotoSansEthiopic"/>
              </a:rPr>
              <a:t>የለበሰም</a:t>
            </a:r>
            <a:r>
              <a:rPr lang="en-US" sz="5400" dirty="0">
                <a:solidFill>
                  <a:schemeClr val="bg1"/>
                </a:solidFill>
                <a:latin typeface="NotoSansEthiopic"/>
              </a:rPr>
              <a:t> </a:t>
            </a:r>
            <a:r>
              <a:rPr lang="en-US" sz="5400" dirty="0" err="1">
                <a:solidFill>
                  <a:schemeClr val="bg1"/>
                </a:solidFill>
                <a:latin typeface="NotoSansEthiopic"/>
              </a:rPr>
              <a:t>ሁሉ</a:t>
            </a:r>
            <a:r>
              <a:rPr lang="en-US" sz="5400" dirty="0">
                <a:solidFill>
                  <a:schemeClr val="bg1"/>
                </a:solidFill>
                <a:latin typeface="NotoSansEthiopic"/>
              </a:rPr>
              <a:t> </a:t>
            </a:r>
            <a:r>
              <a:rPr lang="en-US" sz="5400" dirty="0" err="1">
                <a:solidFill>
                  <a:schemeClr val="bg1"/>
                </a:solidFill>
                <a:latin typeface="NotoSansEthiopic"/>
              </a:rPr>
              <a:t>ለዘለዓለም</a:t>
            </a:r>
            <a:r>
              <a:rPr lang="en-US" sz="5400" dirty="0">
                <a:solidFill>
                  <a:schemeClr val="bg1"/>
                </a:solidFill>
                <a:latin typeface="NotoSansEthiopic"/>
              </a:rPr>
              <a:t> </a:t>
            </a:r>
            <a:r>
              <a:rPr lang="en-US" sz="5400" dirty="0" err="1">
                <a:solidFill>
                  <a:schemeClr val="bg1"/>
                </a:solidFill>
                <a:latin typeface="NotoSansEthiopic"/>
              </a:rPr>
              <a:t>ዓለም</a:t>
            </a:r>
            <a:r>
              <a:rPr lang="en-US" sz="5400" dirty="0">
                <a:solidFill>
                  <a:schemeClr val="bg1"/>
                </a:solidFill>
                <a:latin typeface="NotoSansEthiopic"/>
              </a:rPr>
              <a:t> </a:t>
            </a:r>
            <a:r>
              <a:rPr lang="en-US" sz="5400" dirty="0" err="1">
                <a:solidFill>
                  <a:schemeClr val="bg1"/>
                </a:solidFill>
                <a:latin typeface="NotoSansEthiopic"/>
              </a:rPr>
              <a:t>ቅዱስ</a:t>
            </a:r>
            <a:r>
              <a:rPr lang="en-US" sz="5400" dirty="0">
                <a:solidFill>
                  <a:schemeClr val="bg1"/>
                </a:solidFill>
                <a:latin typeface="NotoSansEthiopic"/>
              </a:rPr>
              <a:t> </a:t>
            </a:r>
            <a:r>
              <a:rPr lang="en-US" sz="5400" dirty="0" err="1">
                <a:solidFill>
                  <a:schemeClr val="bg1"/>
                </a:solidFill>
                <a:latin typeface="NotoSansEthiopic"/>
              </a:rPr>
              <a:t>ስሙን</a:t>
            </a:r>
            <a:r>
              <a:rPr lang="en-US" sz="5400" dirty="0">
                <a:solidFill>
                  <a:schemeClr val="bg1"/>
                </a:solidFill>
                <a:latin typeface="NotoSansEthiopic"/>
              </a:rPr>
              <a:t> </a:t>
            </a:r>
            <a:r>
              <a:rPr lang="en-US" sz="5400" dirty="0" err="1">
                <a:solidFill>
                  <a:schemeClr val="bg1"/>
                </a:solidFill>
                <a:latin typeface="NotoSansEthiopic"/>
              </a:rPr>
              <a:t>ያመሰግናል</a:t>
            </a:r>
            <a:r>
              <a:rPr lang="en-US" sz="5400" dirty="0">
                <a:solidFill>
                  <a:schemeClr val="bg1"/>
                </a:solidFill>
                <a:latin typeface="NotoSansEthiopic"/>
              </a:rPr>
              <a:t>።</a:t>
            </a:r>
          </a:p>
          <a:p>
            <a:pPr marL="0" indent="0">
              <a:lnSpc>
                <a:spcPct val="120000"/>
              </a:lnSpc>
              <a:buNone/>
            </a:pPr>
            <a:r>
              <a:rPr lang="am-ET" sz="5400" dirty="0">
                <a:solidFill>
                  <a:srgbClr val="C00000"/>
                </a:solidFill>
                <a:latin typeface="NotoSansEthiopic"/>
              </a:rPr>
              <a:t>ይ፡</a:t>
            </a:r>
            <a:r>
              <a:rPr lang="en-US" sz="5400" dirty="0">
                <a:solidFill>
                  <a:srgbClr val="C00000"/>
                </a:solidFill>
                <a:latin typeface="NotoSansEthiopic"/>
              </a:rPr>
              <a:t>ካ</a:t>
            </a:r>
            <a:r>
              <a:rPr lang="am-ET" sz="5400" dirty="0">
                <a:solidFill>
                  <a:srgbClr val="C00000"/>
                </a:solidFill>
                <a:latin typeface="NotoSansEthiopic"/>
              </a:rPr>
              <a:t>፦</a:t>
            </a:r>
            <a:r>
              <a:rPr lang="en-US" sz="5400" dirty="0">
                <a:solidFill>
                  <a:schemeClr val="bg1"/>
                </a:solidFill>
                <a:latin typeface="NotoSansEthiopic"/>
              </a:rPr>
              <a:t> </a:t>
            </a:r>
            <a:r>
              <a:rPr lang="en-US" sz="5400" dirty="0" err="1">
                <a:solidFill>
                  <a:schemeClr val="bg1"/>
                </a:solidFill>
                <a:latin typeface="NotoSansEthiopic"/>
              </a:rPr>
              <a:t>በሰማይ</a:t>
            </a:r>
            <a:r>
              <a:rPr lang="en-US" sz="5400" dirty="0">
                <a:solidFill>
                  <a:schemeClr val="bg1"/>
                </a:solidFill>
                <a:latin typeface="NotoSansEthiopic"/>
              </a:rPr>
              <a:t> </a:t>
            </a:r>
            <a:r>
              <a:rPr lang="en-US" sz="5400" dirty="0" err="1">
                <a:solidFill>
                  <a:schemeClr val="bg1"/>
                </a:solidFill>
                <a:latin typeface="NotoSansEthiopic"/>
              </a:rPr>
              <a:t>የምትኖር</a:t>
            </a:r>
            <a:r>
              <a:rPr lang="en-US" sz="5400" dirty="0">
                <a:solidFill>
                  <a:schemeClr val="bg1"/>
                </a:solidFill>
                <a:latin typeface="NotoSansEthiopic"/>
              </a:rPr>
              <a:t> </a:t>
            </a:r>
            <a:r>
              <a:rPr lang="en-US" sz="5400" dirty="0" err="1">
                <a:solidFill>
                  <a:schemeClr val="bg1"/>
                </a:solidFill>
                <a:latin typeface="NotoSansEthiopic"/>
              </a:rPr>
              <a:t>አባታችን</a:t>
            </a:r>
            <a:r>
              <a:rPr lang="en-US" sz="5400" dirty="0">
                <a:solidFill>
                  <a:schemeClr val="bg1"/>
                </a:solidFill>
                <a:latin typeface="NotoSansEthiopic"/>
              </a:rPr>
              <a:t> </a:t>
            </a:r>
            <a:r>
              <a:rPr lang="en-US" sz="5400" dirty="0" err="1">
                <a:solidFill>
                  <a:schemeClr val="bg1"/>
                </a:solidFill>
                <a:latin typeface="NotoSansEthiopic"/>
              </a:rPr>
              <a:t>ሆይ</a:t>
            </a:r>
            <a:r>
              <a:rPr lang="en-US" sz="5400" dirty="0">
                <a:solidFill>
                  <a:schemeClr val="bg1"/>
                </a:solidFill>
                <a:latin typeface="NotoSansEthiopic"/>
              </a:rPr>
              <a:t> </a:t>
            </a:r>
            <a:r>
              <a:rPr lang="en-US" sz="5400" dirty="0" err="1">
                <a:solidFill>
                  <a:schemeClr val="bg1"/>
                </a:solidFill>
                <a:latin typeface="NotoSansEthiopic"/>
              </a:rPr>
              <a:t>ወደ</a:t>
            </a:r>
            <a:r>
              <a:rPr lang="en-US" sz="5400" dirty="0">
                <a:solidFill>
                  <a:schemeClr val="bg1"/>
                </a:solidFill>
                <a:latin typeface="NotoSansEthiopic"/>
              </a:rPr>
              <a:t> </a:t>
            </a:r>
            <a:r>
              <a:rPr lang="en-US" sz="5400" dirty="0" err="1">
                <a:solidFill>
                  <a:schemeClr val="bg1"/>
                </a:solidFill>
                <a:latin typeface="NotoSansEthiopic"/>
              </a:rPr>
              <a:t>ፈተና</a:t>
            </a:r>
            <a:r>
              <a:rPr lang="en-US" sz="5400" dirty="0">
                <a:solidFill>
                  <a:schemeClr val="bg1"/>
                </a:solidFill>
                <a:latin typeface="NotoSansEthiopic"/>
              </a:rPr>
              <a:t> </a:t>
            </a:r>
            <a:r>
              <a:rPr lang="en-US" sz="5400" dirty="0" err="1">
                <a:solidFill>
                  <a:schemeClr val="bg1"/>
                </a:solidFill>
                <a:latin typeface="NotoSansEthiopic"/>
              </a:rPr>
              <a:t>አታግናን</a:t>
            </a:r>
            <a:endParaRPr lang="en-US" sz="5400" dirty="0">
              <a:solidFill>
                <a:schemeClr val="bg1"/>
              </a:solidFill>
              <a:latin typeface="NotoSansEthiopic"/>
            </a:endParaRPr>
          </a:p>
          <a:p>
            <a:pPr marL="0" indent="0">
              <a:lnSpc>
                <a:spcPct val="120000"/>
              </a:lnSpc>
              <a:buNone/>
            </a:pPr>
            <a:r>
              <a:rPr lang="en-US" sz="5400" dirty="0" err="1">
                <a:solidFill>
                  <a:srgbClr val="FF0000"/>
                </a:solidFill>
                <a:latin typeface="NotoSansEthiopic"/>
              </a:rPr>
              <a:t>ይ፡ዲ</a:t>
            </a:r>
            <a:r>
              <a:rPr lang="en-US" sz="5400" dirty="0">
                <a:solidFill>
                  <a:srgbClr val="FF0000"/>
                </a:solidFill>
                <a:latin typeface="NotoSansEthiopic"/>
              </a:rPr>
              <a:t>፦</a:t>
            </a:r>
            <a:r>
              <a:rPr lang="en-US" sz="5400" dirty="0">
                <a:solidFill>
                  <a:schemeClr val="bg1"/>
                </a:solidFill>
                <a:latin typeface="NotoSansEthiopic"/>
              </a:rPr>
              <a:t> </a:t>
            </a:r>
            <a:r>
              <a:rPr lang="en-US" sz="5400" dirty="0" err="1">
                <a:solidFill>
                  <a:schemeClr val="bg1"/>
                </a:solidFill>
                <a:latin typeface="NotoSansEthiopic"/>
              </a:rPr>
              <a:t>ክቡርና</a:t>
            </a:r>
            <a:r>
              <a:rPr lang="en-US" sz="5400" dirty="0">
                <a:solidFill>
                  <a:schemeClr val="bg1"/>
                </a:solidFill>
                <a:latin typeface="NotoSansEthiopic"/>
              </a:rPr>
              <a:t> </a:t>
            </a:r>
            <a:r>
              <a:rPr lang="en-US" sz="5400" dirty="0" err="1">
                <a:solidFill>
                  <a:schemeClr val="bg1"/>
                </a:solidFill>
                <a:latin typeface="NotoSansEthiopic"/>
              </a:rPr>
              <a:t>ቅዱስ</a:t>
            </a:r>
            <a:r>
              <a:rPr lang="en-US" sz="5400" dirty="0">
                <a:solidFill>
                  <a:schemeClr val="bg1"/>
                </a:solidFill>
                <a:latin typeface="NotoSansEthiopic"/>
              </a:rPr>
              <a:t> </a:t>
            </a:r>
            <a:r>
              <a:rPr lang="en-US" sz="5400" dirty="0" err="1">
                <a:solidFill>
                  <a:schemeClr val="bg1"/>
                </a:solidFill>
                <a:latin typeface="NotoSansEthiopic"/>
              </a:rPr>
              <a:t>የሆነውን</a:t>
            </a:r>
            <a:r>
              <a:rPr lang="en-US" sz="5400" dirty="0">
                <a:solidFill>
                  <a:schemeClr val="bg1"/>
                </a:solidFill>
                <a:latin typeface="NotoSansEthiopic"/>
              </a:rPr>
              <a:t> </a:t>
            </a:r>
            <a:r>
              <a:rPr lang="en-US" sz="5400" dirty="0" err="1">
                <a:solidFill>
                  <a:schemeClr val="bg1"/>
                </a:solidFill>
                <a:latin typeface="NotoSansEthiopic"/>
              </a:rPr>
              <a:t>ምስጢር</a:t>
            </a:r>
            <a:r>
              <a:rPr lang="en-US" sz="5400" dirty="0">
                <a:solidFill>
                  <a:schemeClr val="bg1"/>
                </a:solidFill>
                <a:latin typeface="NotoSansEthiopic"/>
              </a:rPr>
              <a:t> </a:t>
            </a:r>
            <a:r>
              <a:rPr lang="en-US" sz="5400" dirty="0" err="1">
                <a:solidFill>
                  <a:schemeClr val="bg1"/>
                </a:solidFill>
                <a:latin typeface="NotoSansEthiopic"/>
              </a:rPr>
              <a:t>ለመሳተፍ</a:t>
            </a:r>
            <a:r>
              <a:rPr lang="en-US" sz="5400" dirty="0">
                <a:solidFill>
                  <a:schemeClr val="bg1"/>
                </a:solidFill>
                <a:latin typeface="NotoSansEthiopic"/>
              </a:rPr>
              <a:t> </a:t>
            </a:r>
            <a:r>
              <a:rPr lang="en-US" sz="5400" dirty="0" err="1">
                <a:solidFill>
                  <a:schemeClr val="bg1"/>
                </a:solidFill>
                <a:latin typeface="NotoSansEthiopic"/>
              </a:rPr>
              <a:t>ማመስገን</a:t>
            </a:r>
            <a:r>
              <a:rPr lang="en-US" sz="5400" dirty="0">
                <a:solidFill>
                  <a:schemeClr val="bg1"/>
                </a:solidFill>
                <a:latin typeface="NotoSansEthiopic"/>
              </a:rPr>
              <a:t> </a:t>
            </a:r>
            <a:r>
              <a:rPr lang="en-US" sz="5400" dirty="0" err="1">
                <a:solidFill>
                  <a:schemeClr val="bg1"/>
                </a:solidFill>
                <a:latin typeface="NotoSansEthiopic"/>
              </a:rPr>
              <a:t>ይገባናል</a:t>
            </a:r>
            <a:endParaRPr lang="en-US" sz="5400" dirty="0">
              <a:solidFill>
                <a:srgbClr val="FF0000"/>
              </a:solidFill>
              <a:latin typeface="NotoSansEthiopic"/>
            </a:endParaRPr>
          </a:p>
        </p:txBody>
      </p:sp>
    </p:spTree>
    <p:extLst>
      <p:ext uri="{BB962C8B-B14F-4D97-AF65-F5344CB8AC3E}">
        <p14:creationId xmlns:p14="http://schemas.microsoft.com/office/powerpoint/2010/main" val="2983107052"/>
      </p:ext>
    </p:extLst>
  </p:cSld>
  <p:clrMapOvr>
    <a:masterClrMapping/>
  </p:clrMapOvr>
</p:sld>
</file>

<file path=ppt/slides/slide26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39CE4A70-EF08-4C5C-B45A-9F1A61662266}"/>
              </a:ext>
            </a:extLst>
          </p:cNvPr>
          <p:cNvSpPr>
            <a:spLocks noGrp="1"/>
          </p:cNvSpPr>
          <p:nvPr>
            <p:ph idx="1"/>
          </p:nvPr>
        </p:nvSpPr>
        <p:spPr>
          <a:xfrm>
            <a:off x="136478" y="95535"/>
            <a:ext cx="11832609" cy="6660108"/>
          </a:xfrm>
        </p:spPr>
        <p:txBody>
          <a:bodyPr>
            <a:normAutofit/>
          </a:bodyPr>
          <a:lstStyle/>
          <a:p>
            <a:pPr marL="0" indent="0">
              <a:lnSpc>
                <a:spcPct val="120000"/>
              </a:lnSpc>
              <a:buNone/>
            </a:pPr>
            <a:r>
              <a:rPr lang="am-ET" sz="5400" dirty="0">
                <a:solidFill>
                  <a:srgbClr val="C00000"/>
                </a:solidFill>
                <a:latin typeface="NotoSansEthiopic"/>
              </a:rPr>
              <a:t>ይ፡</a:t>
            </a:r>
            <a:r>
              <a:rPr lang="en-US" sz="5400" dirty="0">
                <a:solidFill>
                  <a:srgbClr val="C00000"/>
                </a:solidFill>
                <a:latin typeface="NotoSansEthiopic"/>
              </a:rPr>
              <a:t>ሕ</a:t>
            </a:r>
            <a:r>
              <a:rPr lang="am-ET" sz="5400" dirty="0">
                <a:solidFill>
                  <a:srgbClr val="C00000"/>
                </a:solidFill>
                <a:latin typeface="NotoSansEthiopic"/>
              </a:rPr>
              <a:t>፦</a:t>
            </a:r>
            <a:r>
              <a:rPr lang="en-US" sz="5400" dirty="0">
                <a:solidFill>
                  <a:schemeClr val="bg1"/>
                </a:solidFill>
                <a:latin typeface="NotoSansEthiopic"/>
              </a:rPr>
              <a:t> </a:t>
            </a:r>
            <a:r>
              <a:rPr lang="en-US" sz="5400" dirty="0" err="1">
                <a:solidFill>
                  <a:schemeClr val="bg1"/>
                </a:solidFill>
                <a:latin typeface="NotoSansEthiopic"/>
              </a:rPr>
              <a:t>ሃሌሉያ</a:t>
            </a:r>
            <a:r>
              <a:rPr lang="en-US" sz="5400" dirty="0">
                <a:solidFill>
                  <a:schemeClr val="bg1"/>
                </a:solidFill>
                <a:latin typeface="NotoSansEthiopic"/>
              </a:rPr>
              <a:t> </a:t>
            </a:r>
            <a:r>
              <a:rPr lang="en-US" sz="5400" dirty="0" err="1">
                <a:solidFill>
                  <a:schemeClr val="bg1"/>
                </a:solidFill>
                <a:latin typeface="NotoSansEthiopic"/>
              </a:rPr>
              <a:t>በሰማይ</a:t>
            </a:r>
            <a:r>
              <a:rPr lang="en-US" sz="5400" dirty="0">
                <a:solidFill>
                  <a:schemeClr val="bg1"/>
                </a:solidFill>
                <a:latin typeface="NotoSansEthiopic"/>
              </a:rPr>
              <a:t> </a:t>
            </a:r>
            <a:r>
              <a:rPr lang="en-US" sz="5400" dirty="0" err="1">
                <a:solidFill>
                  <a:schemeClr val="bg1"/>
                </a:solidFill>
                <a:latin typeface="NotoSansEthiopic"/>
              </a:rPr>
              <a:t>የምትኖር</a:t>
            </a:r>
            <a:r>
              <a:rPr lang="en-US" sz="5400" dirty="0">
                <a:solidFill>
                  <a:schemeClr val="bg1"/>
                </a:solidFill>
                <a:latin typeface="NotoSansEthiopic"/>
              </a:rPr>
              <a:t> </a:t>
            </a:r>
            <a:r>
              <a:rPr lang="en-US" sz="5400" dirty="0" err="1">
                <a:solidFill>
                  <a:schemeClr val="bg1"/>
                </a:solidFill>
                <a:latin typeface="NotoSansEthiopic"/>
              </a:rPr>
              <a:t>አባታችን</a:t>
            </a:r>
            <a:r>
              <a:rPr lang="en-US" sz="5400" dirty="0">
                <a:solidFill>
                  <a:schemeClr val="bg1"/>
                </a:solidFill>
                <a:latin typeface="NotoSansEthiopic"/>
              </a:rPr>
              <a:t> </a:t>
            </a:r>
            <a:r>
              <a:rPr lang="en-US" sz="5400" dirty="0" err="1">
                <a:solidFill>
                  <a:schemeClr val="bg1"/>
                </a:solidFill>
                <a:latin typeface="NotoSansEthiopic"/>
              </a:rPr>
              <a:t>ሆይ</a:t>
            </a:r>
            <a:r>
              <a:rPr lang="en-US" sz="5400" dirty="0">
                <a:solidFill>
                  <a:schemeClr val="bg1"/>
                </a:solidFill>
                <a:latin typeface="NotoSansEthiopic"/>
              </a:rPr>
              <a:t> </a:t>
            </a:r>
            <a:r>
              <a:rPr lang="en-US" sz="5400" dirty="0" err="1">
                <a:solidFill>
                  <a:schemeClr val="bg1"/>
                </a:solidFill>
                <a:latin typeface="NotoSansEthiopic"/>
              </a:rPr>
              <a:t>ስምህ</a:t>
            </a:r>
            <a:r>
              <a:rPr lang="en-US" sz="5400" dirty="0">
                <a:solidFill>
                  <a:schemeClr val="bg1"/>
                </a:solidFill>
                <a:latin typeface="NotoSansEthiopic"/>
              </a:rPr>
              <a:t> </a:t>
            </a:r>
            <a:r>
              <a:rPr lang="en-US" sz="5400" dirty="0" err="1">
                <a:solidFill>
                  <a:schemeClr val="bg1"/>
                </a:solidFill>
                <a:latin typeface="NotoSansEthiopic"/>
              </a:rPr>
              <a:t>ይመስገን</a:t>
            </a:r>
            <a:r>
              <a:rPr lang="en-US" sz="5400" dirty="0">
                <a:solidFill>
                  <a:schemeClr val="bg1"/>
                </a:solidFill>
                <a:latin typeface="NotoSansEthiopic"/>
              </a:rPr>
              <a:t> </a:t>
            </a:r>
            <a:r>
              <a:rPr lang="en-US" sz="5400" dirty="0" err="1">
                <a:solidFill>
                  <a:schemeClr val="bg1"/>
                </a:solidFill>
                <a:latin typeface="NotoSansEthiopic"/>
              </a:rPr>
              <a:t>በደላችንን</a:t>
            </a:r>
            <a:r>
              <a:rPr lang="en-US" sz="5400" dirty="0">
                <a:solidFill>
                  <a:schemeClr val="bg1"/>
                </a:solidFill>
                <a:latin typeface="NotoSansEthiopic"/>
              </a:rPr>
              <a:t> </a:t>
            </a:r>
            <a:r>
              <a:rPr lang="en-US" sz="5400" dirty="0" err="1">
                <a:solidFill>
                  <a:schemeClr val="bg1"/>
                </a:solidFill>
                <a:latin typeface="NotoSansEthiopic"/>
              </a:rPr>
              <a:t>ሁሉ</a:t>
            </a:r>
            <a:r>
              <a:rPr lang="en-US" sz="5400" dirty="0">
                <a:solidFill>
                  <a:schemeClr val="bg1"/>
                </a:solidFill>
                <a:latin typeface="NotoSansEthiopic"/>
              </a:rPr>
              <a:t> </a:t>
            </a:r>
            <a:r>
              <a:rPr lang="en-US" sz="5400" dirty="0" err="1">
                <a:solidFill>
                  <a:schemeClr val="bg1"/>
                </a:solidFill>
                <a:latin typeface="NotoSansEthiopic"/>
              </a:rPr>
              <a:t>ይቅር</a:t>
            </a:r>
            <a:r>
              <a:rPr lang="en-US" sz="5400" dirty="0">
                <a:solidFill>
                  <a:schemeClr val="bg1"/>
                </a:solidFill>
                <a:latin typeface="NotoSansEthiopic"/>
              </a:rPr>
              <a:t> </a:t>
            </a:r>
            <a:r>
              <a:rPr lang="en-US" sz="5400" dirty="0" err="1">
                <a:solidFill>
                  <a:schemeClr val="bg1"/>
                </a:solidFill>
                <a:latin typeface="NotoSansEthiopic"/>
              </a:rPr>
              <a:t>በልልን</a:t>
            </a:r>
            <a:r>
              <a:rPr lang="en-US" sz="5400" dirty="0">
                <a:solidFill>
                  <a:schemeClr val="bg1"/>
                </a:solidFill>
                <a:latin typeface="NotoSansEthiopic"/>
              </a:rPr>
              <a:t> </a:t>
            </a:r>
            <a:r>
              <a:rPr lang="en-US" sz="5400" dirty="0" err="1">
                <a:solidFill>
                  <a:schemeClr val="bg1"/>
                </a:solidFill>
                <a:latin typeface="NotoSansEthiopic"/>
              </a:rPr>
              <a:t>ወደ</a:t>
            </a:r>
            <a:r>
              <a:rPr lang="en-US" sz="5400" dirty="0">
                <a:solidFill>
                  <a:schemeClr val="bg1"/>
                </a:solidFill>
                <a:latin typeface="NotoSansEthiopic"/>
              </a:rPr>
              <a:t> </a:t>
            </a:r>
            <a:r>
              <a:rPr lang="en-US" sz="5400" dirty="0" err="1">
                <a:solidFill>
                  <a:schemeClr val="bg1"/>
                </a:solidFill>
                <a:latin typeface="NotoSansEthiopic"/>
              </a:rPr>
              <a:t>ፈተና</a:t>
            </a:r>
            <a:r>
              <a:rPr lang="en-US" sz="5400" dirty="0">
                <a:solidFill>
                  <a:schemeClr val="bg1"/>
                </a:solidFill>
                <a:latin typeface="NotoSansEthiopic"/>
              </a:rPr>
              <a:t> </a:t>
            </a:r>
            <a:r>
              <a:rPr lang="en-US" sz="5400" dirty="0" err="1">
                <a:solidFill>
                  <a:schemeClr val="bg1"/>
                </a:solidFill>
                <a:latin typeface="NotoSansEthiopic"/>
              </a:rPr>
              <a:t>አታግባን</a:t>
            </a:r>
            <a:r>
              <a:rPr lang="en-US" sz="5400" dirty="0">
                <a:solidFill>
                  <a:schemeClr val="bg1"/>
                </a:solidFill>
                <a:latin typeface="NotoSansEthiopic"/>
              </a:rPr>
              <a:t>። </a:t>
            </a:r>
            <a:r>
              <a:rPr lang="en-US" sz="5400" dirty="0" err="1">
                <a:solidFill>
                  <a:schemeClr val="bg1"/>
                </a:solidFill>
                <a:latin typeface="NotoSansEthiopic"/>
              </a:rPr>
              <a:t>ጌታ</a:t>
            </a:r>
            <a:r>
              <a:rPr lang="en-US" sz="5400" dirty="0">
                <a:solidFill>
                  <a:schemeClr val="bg1"/>
                </a:solidFill>
                <a:latin typeface="NotoSansEthiopic"/>
              </a:rPr>
              <a:t> </a:t>
            </a:r>
            <a:r>
              <a:rPr lang="en-US" sz="5400" dirty="0" err="1">
                <a:solidFill>
                  <a:schemeClr val="bg1"/>
                </a:solidFill>
                <a:latin typeface="NotoSansEthiopic"/>
              </a:rPr>
              <a:t>ሆይ</a:t>
            </a:r>
            <a:r>
              <a:rPr lang="en-US" sz="5400" dirty="0">
                <a:solidFill>
                  <a:schemeClr val="bg1"/>
                </a:solidFill>
                <a:latin typeface="NotoSansEthiopic"/>
              </a:rPr>
              <a:t> </a:t>
            </a:r>
            <a:r>
              <a:rPr lang="en-US" sz="5400" dirty="0" err="1">
                <a:solidFill>
                  <a:schemeClr val="bg1"/>
                </a:solidFill>
                <a:latin typeface="NotoSansEthiopic"/>
              </a:rPr>
              <a:t>ከክፉ</a:t>
            </a:r>
            <a:r>
              <a:rPr lang="en-US" sz="5400" dirty="0">
                <a:solidFill>
                  <a:schemeClr val="bg1"/>
                </a:solidFill>
                <a:latin typeface="NotoSansEthiopic"/>
              </a:rPr>
              <a:t> </a:t>
            </a:r>
            <a:r>
              <a:rPr lang="en-US" sz="5400" dirty="0" err="1">
                <a:solidFill>
                  <a:schemeClr val="bg1"/>
                </a:solidFill>
                <a:latin typeface="NotoSansEthiopic"/>
              </a:rPr>
              <a:t>ቀን</a:t>
            </a:r>
            <a:r>
              <a:rPr lang="en-US" sz="5400" dirty="0">
                <a:solidFill>
                  <a:schemeClr val="bg1"/>
                </a:solidFill>
                <a:latin typeface="NotoSansEthiopic"/>
              </a:rPr>
              <a:t> </a:t>
            </a:r>
            <a:r>
              <a:rPr lang="en-US" sz="5400" dirty="0" err="1">
                <a:solidFill>
                  <a:schemeClr val="bg1"/>
                </a:solidFill>
                <a:latin typeface="NotoSansEthiopic"/>
              </a:rPr>
              <a:t>አድነን</a:t>
            </a:r>
            <a:r>
              <a:rPr lang="en-US" sz="5400" dirty="0">
                <a:solidFill>
                  <a:schemeClr val="bg1"/>
                </a:solidFill>
                <a:latin typeface="NotoSansEthiopic"/>
              </a:rPr>
              <a:t> </a:t>
            </a:r>
            <a:r>
              <a:rPr lang="en-US" sz="5400" dirty="0" err="1">
                <a:solidFill>
                  <a:schemeClr val="bg1"/>
                </a:solidFill>
                <a:latin typeface="NotoSansEthiopic"/>
              </a:rPr>
              <a:t>ከጥፋትም</a:t>
            </a:r>
            <a:r>
              <a:rPr lang="en-US" sz="5400" dirty="0">
                <a:solidFill>
                  <a:schemeClr val="bg1"/>
                </a:solidFill>
                <a:latin typeface="NotoSansEthiopic"/>
              </a:rPr>
              <a:t> </a:t>
            </a:r>
            <a:r>
              <a:rPr lang="en-US" sz="5400" dirty="0" err="1">
                <a:solidFill>
                  <a:schemeClr val="bg1"/>
                </a:solidFill>
                <a:latin typeface="NotoSansEthiopic"/>
              </a:rPr>
              <a:t>ሁሉ</a:t>
            </a:r>
            <a:r>
              <a:rPr lang="en-US" sz="5400" dirty="0">
                <a:solidFill>
                  <a:schemeClr val="bg1"/>
                </a:solidFill>
                <a:latin typeface="NotoSansEthiopic"/>
              </a:rPr>
              <a:t> </a:t>
            </a:r>
            <a:r>
              <a:rPr lang="en-US" sz="5400" dirty="0" err="1">
                <a:solidFill>
                  <a:schemeClr val="bg1"/>
                </a:solidFill>
                <a:latin typeface="NotoSansEthiopic"/>
              </a:rPr>
              <a:t>ሠውረን</a:t>
            </a:r>
            <a:r>
              <a:rPr lang="en-US" sz="5400" dirty="0">
                <a:solidFill>
                  <a:schemeClr val="bg1"/>
                </a:solidFill>
                <a:latin typeface="NotoSansEthiopic"/>
              </a:rPr>
              <a:t>።</a:t>
            </a:r>
            <a:endParaRPr lang="en-US" sz="5400" dirty="0">
              <a:solidFill>
                <a:srgbClr val="FF0000"/>
              </a:solidFill>
              <a:latin typeface="NotoSansEthiopic"/>
            </a:endParaRPr>
          </a:p>
        </p:txBody>
      </p:sp>
    </p:spTree>
    <p:extLst>
      <p:ext uri="{BB962C8B-B14F-4D97-AF65-F5344CB8AC3E}">
        <p14:creationId xmlns:p14="http://schemas.microsoft.com/office/powerpoint/2010/main" val="234323171"/>
      </p:ext>
    </p:extLst>
  </p:cSld>
  <p:clrMapOvr>
    <a:masterClrMapping/>
  </p:clrMapOvr>
</p:sld>
</file>

<file path=ppt/slides/slide26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39CE4A70-EF08-4C5C-B45A-9F1A61662266}"/>
              </a:ext>
            </a:extLst>
          </p:cNvPr>
          <p:cNvSpPr>
            <a:spLocks noGrp="1"/>
          </p:cNvSpPr>
          <p:nvPr>
            <p:ph idx="1"/>
          </p:nvPr>
        </p:nvSpPr>
        <p:spPr>
          <a:xfrm>
            <a:off x="136478" y="95535"/>
            <a:ext cx="11832609" cy="6660108"/>
          </a:xfrm>
        </p:spPr>
        <p:txBody>
          <a:bodyPr>
            <a:normAutofit fontScale="85000" lnSpcReduction="10000"/>
          </a:bodyPr>
          <a:lstStyle/>
          <a:p>
            <a:pPr marL="0" indent="0">
              <a:lnSpc>
                <a:spcPct val="120000"/>
              </a:lnSpc>
              <a:buNone/>
            </a:pPr>
            <a:r>
              <a:rPr lang="am-ET" sz="5400" dirty="0">
                <a:solidFill>
                  <a:srgbClr val="C00000"/>
                </a:solidFill>
                <a:latin typeface="NotoSansEthiopic"/>
              </a:rPr>
              <a:t>ይ፡</a:t>
            </a:r>
            <a:r>
              <a:rPr lang="en-US" sz="5400" dirty="0">
                <a:solidFill>
                  <a:srgbClr val="C00000"/>
                </a:solidFill>
                <a:latin typeface="NotoSansEthiopic"/>
              </a:rPr>
              <a:t>ዲ</a:t>
            </a:r>
            <a:r>
              <a:rPr lang="am-ET" sz="5400" dirty="0">
                <a:solidFill>
                  <a:srgbClr val="C00000"/>
                </a:solidFill>
                <a:latin typeface="NotoSansEthiopic"/>
              </a:rPr>
              <a:t>፦</a:t>
            </a:r>
            <a:r>
              <a:rPr lang="en-US" sz="5400" dirty="0">
                <a:solidFill>
                  <a:schemeClr val="bg1"/>
                </a:solidFill>
                <a:latin typeface="NotoSansEthiopic"/>
              </a:rPr>
              <a:t> </a:t>
            </a:r>
            <a:r>
              <a:rPr lang="en-US" sz="5400" dirty="0" err="1">
                <a:solidFill>
                  <a:schemeClr val="bg1"/>
                </a:solidFill>
                <a:latin typeface="NotoSansEthiopic"/>
              </a:rPr>
              <a:t>እግዚአብሔር</a:t>
            </a:r>
            <a:r>
              <a:rPr lang="en-US" sz="5400" dirty="0">
                <a:solidFill>
                  <a:schemeClr val="bg1"/>
                </a:solidFill>
                <a:latin typeface="NotoSansEthiopic"/>
              </a:rPr>
              <a:t> </a:t>
            </a:r>
            <a:r>
              <a:rPr lang="en-US" sz="5400" dirty="0" err="1">
                <a:solidFill>
                  <a:schemeClr val="bg1"/>
                </a:solidFill>
                <a:latin typeface="NotoSansEthiopic"/>
              </a:rPr>
              <a:t>ልመናችንን</a:t>
            </a:r>
            <a:r>
              <a:rPr lang="en-US" sz="5400" dirty="0">
                <a:solidFill>
                  <a:schemeClr val="bg1"/>
                </a:solidFill>
                <a:latin typeface="NotoSansEthiopic"/>
              </a:rPr>
              <a:t> </a:t>
            </a:r>
            <a:r>
              <a:rPr lang="en-US" sz="5400" dirty="0" err="1">
                <a:solidFill>
                  <a:schemeClr val="bg1"/>
                </a:solidFill>
                <a:latin typeface="NotoSansEthiopic"/>
              </a:rPr>
              <a:t>በሕይወት</a:t>
            </a:r>
            <a:r>
              <a:rPr lang="en-US" sz="5400" dirty="0">
                <a:solidFill>
                  <a:schemeClr val="bg1"/>
                </a:solidFill>
                <a:latin typeface="NotoSansEthiopic"/>
              </a:rPr>
              <a:t> </a:t>
            </a:r>
            <a:r>
              <a:rPr lang="en-US" sz="5400" dirty="0" err="1">
                <a:solidFill>
                  <a:schemeClr val="bg1"/>
                </a:solidFill>
                <a:latin typeface="NotoSansEthiopic"/>
              </a:rPr>
              <a:t>መጽሐፍ</a:t>
            </a:r>
            <a:r>
              <a:rPr lang="en-US" sz="5400" dirty="0">
                <a:solidFill>
                  <a:schemeClr val="bg1"/>
                </a:solidFill>
                <a:latin typeface="NotoSansEthiopic"/>
              </a:rPr>
              <a:t> </a:t>
            </a:r>
            <a:r>
              <a:rPr lang="en-US" sz="5400" dirty="0" err="1">
                <a:solidFill>
                  <a:schemeClr val="bg1"/>
                </a:solidFill>
                <a:latin typeface="NotoSansEthiopic"/>
              </a:rPr>
              <a:t>እንዲጽፍልን</a:t>
            </a:r>
            <a:r>
              <a:rPr lang="en-US" sz="5400" dirty="0">
                <a:solidFill>
                  <a:schemeClr val="bg1"/>
                </a:solidFill>
                <a:latin typeface="NotoSansEthiopic"/>
              </a:rPr>
              <a:t> </a:t>
            </a:r>
            <a:r>
              <a:rPr lang="en-US" sz="5400" dirty="0" err="1">
                <a:solidFill>
                  <a:schemeClr val="bg1"/>
                </a:solidFill>
                <a:latin typeface="NotoSansEthiopic"/>
              </a:rPr>
              <a:t>ዘለዓለማዊ</a:t>
            </a:r>
            <a:r>
              <a:rPr lang="en-US" sz="5400" dirty="0">
                <a:solidFill>
                  <a:schemeClr val="bg1"/>
                </a:solidFill>
                <a:latin typeface="NotoSansEthiopic"/>
              </a:rPr>
              <a:t> </a:t>
            </a:r>
            <a:r>
              <a:rPr lang="en-US" sz="5400" dirty="0" err="1">
                <a:solidFill>
                  <a:schemeClr val="bg1"/>
                </a:solidFill>
                <a:latin typeface="NotoSansEthiopic"/>
              </a:rPr>
              <a:t>አምላካችን</a:t>
            </a:r>
            <a:r>
              <a:rPr lang="en-US" sz="5400" dirty="0">
                <a:solidFill>
                  <a:schemeClr val="bg1"/>
                </a:solidFill>
                <a:latin typeface="NotoSansEthiopic"/>
              </a:rPr>
              <a:t> </a:t>
            </a:r>
            <a:r>
              <a:rPr lang="en-US" sz="5400" dirty="0" err="1">
                <a:solidFill>
                  <a:schemeClr val="bg1"/>
                </a:solidFill>
                <a:latin typeface="NotoSansEthiopic"/>
              </a:rPr>
              <a:t>በቅዱሳን</a:t>
            </a:r>
            <a:r>
              <a:rPr lang="en-US" sz="5400" dirty="0">
                <a:solidFill>
                  <a:schemeClr val="bg1"/>
                </a:solidFill>
                <a:latin typeface="NotoSansEthiopic"/>
              </a:rPr>
              <a:t> </a:t>
            </a:r>
            <a:r>
              <a:rPr lang="en-US" sz="5400" dirty="0" err="1">
                <a:solidFill>
                  <a:schemeClr val="bg1"/>
                </a:solidFill>
                <a:latin typeface="NotoSansEthiopic"/>
              </a:rPr>
              <a:t>ማረፊያ</a:t>
            </a:r>
            <a:r>
              <a:rPr lang="en-US" sz="5400" dirty="0">
                <a:solidFill>
                  <a:schemeClr val="bg1"/>
                </a:solidFill>
                <a:latin typeface="NotoSansEthiopic"/>
              </a:rPr>
              <a:t> </a:t>
            </a:r>
            <a:r>
              <a:rPr lang="en-US" sz="5400" dirty="0" err="1">
                <a:solidFill>
                  <a:schemeClr val="bg1"/>
                </a:solidFill>
                <a:latin typeface="NotoSansEthiopic"/>
              </a:rPr>
              <a:t>በብርሃኑ</a:t>
            </a:r>
            <a:r>
              <a:rPr lang="en-US" sz="5400" dirty="0">
                <a:solidFill>
                  <a:schemeClr val="bg1"/>
                </a:solidFill>
                <a:latin typeface="NotoSansEthiopic"/>
              </a:rPr>
              <a:t> </a:t>
            </a:r>
            <a:r>
              <a:rPr lang="en-US" sz="5400" dirty="0" err="1">
                <a:solidFill>
                  <a:schemeClr val="bg1"/>
                </a:solidFill>
                <a:latin typeface="NotoSansEthiopic"/>
              </a:rPr>
              <a:t>እንዲያስታውሰን</a:t>
            </a:r>
            <a:r>
              <a:rPr lang="en-US" sz="5400" dirty="0">
                <a:solidFill>
                  <a:schemeClr val="bg1"/>
                </a:solidFill>
                <a:latin typeface="NotoSansEthiopic"/>
              </a:rPr>
              <a:t> </a:t>
            </a:r>
            <a:r>
              <a:rPr lang="en-US" sz="5400" dirty="0" err="1">
                <a:solidFill>
                  <a:schemeClr val="bg1"/>
                </a:solidFill>
                <a:latin typeface="NotoSansEthiopic"/>
              </a:rPr>
              <a:t>እንለምናለን</a:t>
            </a:r>
            <a:r>
              <a:rPr lang="en-US" sz="5400" dirty="0">
                <a:solidFill>
                  <a:schemeClr val="bg1"/>
                </a:solidFill>
                <a:latin typeface="NotoSansEthiopic"/>
              </a:rPr>
              <a:t>። </a:t>
            </a:r>
            <a:r>
              <a:rPr lang="en-US" sz="5400" dirty="0" err="1">
                <a:solidFill>
                  <a:schemeClr val="bg1"/>
                </a:solidFill>
                <a:latin typeface="NotoSansEthiopic"/>
              </a:rPr>
              <a:t>በጊዜው</a:t>
            </a:r>
            <a:r>
              <a:rPr lang="en-US" sz="5400" dirty="0">
                <a:solidFill>
                  <a:schemeClr val="bg1"/>
                </a:solidFill>
                <a:latin typeface="NotoSansEthiopic"/>
              </a:rPr>
              <a:t> </a:t>
            </a:r>
            <a:r>
              <a:rPr lang="en-US" sz="5400" dirty="0" err="1">
                <a:solidFill>
                  <a:schemeClr val="bg1"/>
                </a:solidFill>
                <a:latin typeface="NotoSansEthiopic"/>
              </a:rPr>
              <a:t>ለቅዳሴ</a:t>
            </a:r>
            <a:r>
              <a:rPr lang="en-US" sz="5400" dirty="0">
                <a:solidFill>
                  <a:schemeClr val="bg1"/>
                </a:solidFill>
                <a:latin typeface="NotoSansEthiopic"/>
              </a:rPr>
              <a:t> </a:t>
            </a:r>
            <a:r>
              <a:rPr lang="en-US" sz="5400" dirty="0" err="1">
                <a:solidFill>
                  <a:schemeClr val="bg1"/>
                </a:solidFill>
                <a:latin typeface="NotoSansEthiopic"/>
              </a:rPr>
              <a:t>ላልደረሱት</a:t>
            </a:r>
            <a:r>
              <a:rPr lang="en-US" sz="5400" dirty="0">
                <a:solidFill>
                  <a:schemeClr val="bg1"/>
                </a:solidFill>
                <a:latin typeface="NotoSansEthiopic"/>
              </a:rPr>
              <a:t> </a:t>
            </a:r>
            <a:r>
              <a:rPr lang="en-US" sz="5400" dirty="0" err="1">
                <a:solidFill>
                  <a:schemeClr val="bg1"/>
                </a:solidFill>
                <a:latin typeface="NotoSansEthiopic"/>
              </a:rPr>
              <a:t>አባቶቻችን</a:t>
            </a:r>
            <a:r>
              <a:rPr lang="en-US" sz="5400" dirty="0">
                <a:solidFill>
                  <a:schemeClr val="bg1"/>
                </a:solidFill>
                <a:latin typeface="NotoSansEthiopic"/>
              </a:rPr>
              <a:t> </a:t>
            </a:r>
            <a:r>
              <a:rPr lang="en-US" sz="5400" dirty="0" err="1">
                <a:solidFill>
                  <a:schemeClr val="bg1"/>
                </a:solidFill>
                <a:latin typeface="NotoSansEthiopic"/>
              </a:rPr>
              <a:t>እናቶቻችን</a:t>
            </a:r>
            <a:r>
              <a:rPr lang="en-US" sz="5400" dirty="0">
                <a:solidFill>
                  <a:schemeClr val="bg1"/>
                </a:solidFill>
                <a:latin typeface="NotoSansEthiopic"/>
              </a:rPr>
              <a:t> </a:t>
            </a:r>
            <a:r>
              <a:rPr lang="en-US" sz="5400" dirty="0" err="1">
                <a:solidFill>
                  <a:schemeClr val="bg1"/>
                </a:solidFill>
                <a:latin typeface="NotoSansEthiopic"/>
              </a:rPr>
              <a:t>ወንድሞቻችን</a:t>
            </a:r>
            <a:r>
              <a:rPr lang="en-US" sz="5400" dirty="0">
                <a:solidFill>
                  <a:schemeClr val="bg1"/>
                </a:solidFill>
                <a:latin typeface="NotoSansEthiopic"/>
              </a:rPr>
              <a:t> </a:t>
            </a:r>
            <a:r>
              <a:rPr lang="en-US" sz="5400" dirty="0" err="1">
                <a:solidFill>
                  <a:schemeClr val="bg1"/>
                </a:solidFill>
                <a:latin typeface="NotoSansEthiopic"/>
              </a:rPr>
              <a:t>እኅቶቻችን</a:t>
            </a:r>
            <a:r>
              <a:rPr lang="en-US" sz="5400" dirty="0">
                <a:solidFill>
                  <a:schemeClr val="bg1"/>
                </a:solidFill>
                <a:latin typeface="NotoSansEthiopic"/>
              </a:rPr>
              <a:t> </a:t>
            </a:r>
            <a:r>
              <a:rPr lang="en-US" sz="5400" dirty="0" err="1">
                <a:solidFill>
                  <a:schemeClr val="bg1"/>
                </a:solidFill>
                <a:latin typeface="NotoSansEthiopic"/>
              </a:rPr>
              <a:t>እግዚአብሔር</a:t>
            </a:r>
            <a:r>
              <a:rPr lang="en-US" sz="5400" dirty="0">
                <a:solidFill>
                  <a:schemeClr val="bg1"/>
                </a:solidFill>
                <a:latin typeface="NotoSansEthiopic"/>
              </a:rPr>
              <a:t> </a:t>
            </a:r>
            <a:r>
              <a:rPr lang="en-US" sz="5400" dirty="0" err="1">
                <a:solidFill>
                  <a:schemeClr val="bg1"/>
                </a:solidFill>
                <a:latin typeface="NotoSansEthiopic"/>
              </a:rPr>
              <a:t>ትጋትንና</a:t>
            </a:r>
            <a:r>
              <a:rPr lang="en-US" sz="5400" dirty="0">
                <a:solidFill>
                  <a:schemeClr val="bg1"/>
                </a:solidFill>
                <a:latin typeface="NotoSansEthiopic"/>
              </a:rPr>
              <a:t> </a:t>
            </a:r>
            <a:r>
              <a:rPr lang="en-US" sz="5400" dirty="0" err="1">
                <a:solidFill>
                  <a:schemeClr val="bg1"/>
                </a:solidFill>
                <a:latin typeface="NotoSansEthiopic"/>
              </a:rPr>
              <a:t>በሁሉም</a:t>
            </a:r>
            <a:r>
              <a:rPr lang="en-US" sz="5400" dirty="0">
                <a:solidFill>
                  <a:schemeClr val="bg1"/>
                </a:solidFill>
                <a:latin typeface="NotoSansEthiopic"/>
              </a:rPr>
              <a:t> </a:t>
            </a:r>
            <a:r>
              <a:rPr lang="en-US" sz="5400" dirty="0" err="1">
                <a:solidFill>
                  <a:schemeClr val="bg1"/>
                </a:solidFill>
                <a:latin typeface="NotoSansEthiopic"/>
              </a:rPr>
              <a:t>ንቃትን</a:t>
            </a:r>
            <a:r>
              <a:rPr lang="en-US" sz="5400" dirty="0">
                <a:solidFill>
                  <a:schemeClr val="bg1"/>
                </a:solidFill>
                <a:latin typeface="NotoSansEthiopic"/>
              </a:rPr>
              <a:t> </a:t>
            </a:r>
            <a:r>
              <a:rPr lang="en-US" sz="5400" dirty="0" err="1">
                <a:solidFill>
                  <a:schemeClr val="bg1"/>
                </a:solidFill>
                <a:latin typeface="NotoSansEthiopic"/>
              </a:rPr>
              <a:t>ይሰጣቸው</a:t>
            </a:r>
            <a:r>
              <a:rPr lang="en-US" sz="5400" dirty="0">
                <a:solidFill>
                  <a:schemeClr val="bg1"/>
                </a:solidFill>
                <a:latin typeface="NotoSansEthiopic"/>
              </a:rPr>
              <a:t> </a:t>
            </a:r>
            <a:r>
              <a:rPr lang="en-US" sz="5400" dirty="0" err="1">
                <a:solidFill>
                  <a:schemeClr val="bg1"/>
                </a:solidFill>
                <a:latin typeface="NotoSansEthiopic"/>
              </a:rPr>
              <a:t>ዘንድ</a:t>
            </a:r>
            <a:r>
              <a:rPr lang="en-US" sz="5400" dirty="0">
                <a:solidFill>
                  <a:schemeClr val="bg1"/>
                </a:solidFill>
                <a:latin typeface="NotoSansEthiopic"/>
              </a:rPr>
              <a:t> </a:t>
            </a:r>
            <a:r>
              <a:rPr lang="en-US" sz="5400" dirty="0" err="1">
                <a:solidFill>
                  <a:schemeClr val="bg1"/>
                </a:solidFill>
                <a:latin typeface="NotoSansEthiopic"/>
              </a:rPr>
              <a:t>የዚህን</a:t>
            </a:r>
            <a:r>
              <a:rPr lang="en-US" sz="5400" dirty="0">
                <a:solidFill>
                  <a:schemeClr val="bg1"/>
                </a:solidFill>
                <a:latin typeface="NotoSansEthiopic"/>
              </a:rPr>
              <a:t> </a:t>
            </a:r>
            <a:r>
              <a:rPr lang="en-US" sz="5400" dirty="0" err="1">
                <a:solidFill>
                  <a:schemeClr val="bg1"/>
                </a:solidFill>
                <a:latin typeface="NotoSansEthiopic"/>
              </a:rPr>
              <a:t>ዓለም</a:t>
            </a:r>
            <a:r>
              <a:rPr lang="en-US" sz="5400" dirty="0">
                <a:solidFill>
                  <a:schemeClr val="bg1"/>
                </a:solidFill>
                <a:latin typeface="NotoSansEthiopic"/>
              </a:rPr>
              <a:t> </a:t>
            </a:r>
            <a:r>
              <a:rPr lang="en-US" sz="5400" dirty="0" err="1">
                <a:solidFill>
                  <a:schemeClr val="bg1"/>
                </a:solidFill>
                <a:latin typeface="NotoSansEthiopic"/>
              </a:rPr>
              <a:t>ማሠሪያ</a:t>
            </a:r>
            <a:r>
              <a:rPr lang="en-US" sz="5400" dirty="0">
                <a:solidFill>
                  <a:schemeClr val="bg1"/>
                </a:solidFill>
                <a:latin typeface="NotoSansEthiopic"/>
              </a:rPr>
              <a:t> </a:t>
            </a:r>
            <a:r>
              <a:rPr lang="en-US" sz="5400" dirty="0" err="1">
                <a:solidFill>
                  <a:schemeClr val="bg1"/>
                </a:solidFill>
                <a:latin typeface="NotoSansEthiopic"/>
              </a:rPr>
              <a:t>ከእነርሱ</a:t>
            </a:r>
            <a:r>
              <a:rPr lang="en-US" sz="5400" dirty="0">
                <a:solidFill>
                  <a:schemeClr val="bg1"/>
                </a:solidFill>
                <a:latin typeface="NotoSansEthiopic"/>
              </a:rPr>
              <a:t> </a:t>
            </a:r>
            <a:r>
              <a:rPr lang="en-US" sz="5400" dirty="0" err="1">
                <a:solidFill>
                  <a:schemeClr val="bg1"/>
                </a:solidFill>
                <a:latin typeface="NotoSansEthiopic"/>
              </a:rPr>
              <a:t>ያስወግድላቸው</a:t>
            </a:r>
            <a:r>
              <a:rPr lang="en-US" sz="5400" dirty="0">
                <a:solidFill>
                  <a:schemeClr val="bg1"/>
                </a:solidFill>
                <a:latin typeface="NotoSansEthiopic"/>
              </a:rPr>
              <a:t> </a:t>
            </a:r>
            <a:r>
              <a:rPr lang="en-US" sz="5400" dirty="0" err="1">
                <a:solidFill>
                  <a:schemeClr val="bg1"/>
                </a:solidFill>
                <a:latin typeface="NotoSansEthiopic"/>
              </a:rPr>
              <a:t>ዘንድ</a:t>
            </a:r>
            <a:r>
              <a:rPr lang="en-US" sz="5400" dirty="0">
                <a:solidFill>
                  <a:schemeClr val="bg1"/>
                </a:solidFill>
                <a:latin typeface="NotoSansEthiopic"/>
              </a:rPr>
              <a:t> </a:t>
            </a:r>
            <a:r>
              <a:rPr lang="en-US" sz="5400" dirty="0" err="1">
                <a:solidFill>
                  <a:schemeClr val="bg1"/>
                </a:solidFill>
                <a:latin typeface="NotoSansEthiopic"/>
              </a:rPr>
              <a:t>ነፃነትንና</a:t>
            </a:r>
            <a:r>
              <a:rPr lang="en-US" sz="5400" dirty="0">
                <a:solidFill>
                  <a:schemeClr val="bg1"/>
                </a:solidFill>
                <a:latin typeface="NotoSansEthiopic"/>
              </a:rPr>
              <a:t> </a:t>
            </a:r>
            <a:r>
              <a:rPr lang="en-US" sz="5400" dirty="0" err="1">
                <a:solidFill>
                  <a:schemeClr val="bg1"/>
                </a:solidFill>
                <a:latin typeface="NotoSansEthiopic"/>
              </a:rPr>
              <a:t>ፍቅርን</a:t>
            </a:r>
            <a:r>
              <a:rPr lang="en-US" sz="5400" dirty="0">
                <a:solidFill>
                  <a:schemeClr val="bg1"/>
                </a:solidFill>
                <a:latin typeface="NotoSansEthiopic"/>
              </a:rPr>
              <a:t> </a:t>
            </a:r>
            <a:r>
              <a:rPr lang="en-US" sz="5400" dirty="0" err="1">
                <a:solidFill>
                  <a:schemeClr val="bg1"/>
                </a:solidFill>
                <a:latin typeface="NotoSansEthiopic"/>
              </a:rPr>
              <a:t>እምነትንና</a:t>
            </a:r>
            <a:r>
              <a:rPr lang="en-US" sz="5400" dirty="0">
                <a:solidFill>
                  <a:schemeClr val="bg1"/>
                </a:solidFill>
                <a:latin typeface="NotoSansEthiopic"/>
              </a:rPr>
              <a:t> </a:t>
            </a:r>
            <a:r>
              <a:rPr lang="en-US" sz="5400" dirty="0" err="1">
                <a:solidFill>
                  <a:schemeClr val="bg1"/>
                </a:solidFill>
                <a:latin typeface="NotoSansEthiopic"/>
              </a:rPr>
              <a:t>መልካም</a:t>
            </a:r>
            <a:r>
              <a:rPr lang="en-US" sz="5400" dirty="0">
                <a:solidFill>
                  <a:schemeClr val="bg1"/>
                </a:solidFill>
                <a:latin typeface="NotoSansEthiopic"/>
              </a:rPr>
              <a:t> </a:t>
            </a:r>
            <a:r>
              <a:rPr lang="en-US" sz="5400" dirty="0" err="1">
                <a:solidFill>
                  <a:schemeClr val="bg1"/>
                </a:solidFill>
                <a:latin typeface="NotoSansEthiopic"/>
              </a:rPr>
              <a:t>ተስፋን</a:t>
            </a:r>
            <a:r>
              <a:rPr lang="en-US" sz="5400" dirty="0">
                <a:solidFill>
                  <a:schemeClr val="bg1"/>
                </a:solidFill>
                <a:latin typeface="NotoSansEthiopic"/>
              </a:rPr>
              <a:t> </a:t>
            </a:r>
            <a:r>
              <a:rPr lang="en-US" sz="5400" dirty="0" err="1">
                <a:solidFill>
                  <a:schemeClr val="bg1"/>
                </a:solidFill>
                <a:latin typeface="NotoSansEthiopic"/>
              </a:rPr>
              <a:t>ይሰጣቸው</a:t>
            </a:r>
            <a:r>
              <a:rPr lang="en-US" sz="5400" dirty="0">
                <a:solidFill>
                  <a:schemeClr val="bg1"/>
                </a:solidFill>
                <a:latin typeface="NotoSansEthiopic"/>
              </a:rPr>
              <a:t> </a:t>
            </a:r>
            <a:r>
              <a:rPr lang="en-US" sz="5400" dirty="0" err="1">
                <a:solidFill>
                  <a:schemeClr val="bg1"/>
                </a:solidFill>
                <a:latin typeface="NotoSansEthiopic"/>
              </a:rPr>
              <a:t>ዘንድ</a:t>
            </a:r>
            <a:r>
              <a:rPr lang="en-US" sz="5400" dirty="0">
                <a:solidFill>
                  <a:schemeClr val="bg1"/>
                </a:solidFill>
                <a:latin typeface="NotoSansEthiopic"/>
              </a:rPr>
              <a:t> </a:t>
            </a:r>
            <a:r>
              <a:rPr lang="en-US" sz="5400" dirty="0" err="1">
                <a:solidFill>
                  <a:schemeClr val="bg1"/>
                </a:solidFill>
                <a:latin typeface="NotoSansEthiopic"/>
              </a:rPr>
              <a:t>ስለ</a:t>
            </a:r>
            <a:r>
              <a:rPr lang="en-US" sz="5400" dirty="0">
                <a:solidFill>
                  <a:schemeClr val="bg1"/>
                </a:solidFill>
                <a:latin typeface="NotoSansEthiopic"/>
              </a:rPr>
              <a:t> </a:t>
            </a:r>
            <a:r>
              <a:rPr lang="en-US" sz="5400" dirty="0" err="1">
                <a:solidFill>
                  <a:schemeClr val="bg1"/>
                </a:solidFill>
                <a:latin typeface="NotoSansEthiopic"/>
              </a:rPr>
              <a:t>ሕያው</a:t>
            </a:r>
            <a:r>
              <a:rPr lang="en-US" sz="5400" dirty="0">
                <a:solidFill>
                  <a:schemeClr val="bg1"/>
                </a:solidFill>
                <a:latin typeface="NotoSansEthiopic"/>
              </a:rPr>
              <a:t> </a:t>
            </a:r>
            <a:r>
              <a:rPr lang="en-US" sz="5400" dirty="0" err="1">
                <a:solidFill>
                  <a:schemeClr val="bg1"/>
                </a:solidFill>
                <a:latin typeface="NotoSansEthiopic"/>
              </a:rPr>
              <a:t>እግዚአብሔር</a:t>
            </a:r>
            <a:r>
              <a:rPr lang="en-US" sz="5400" dirty="0">
                <a:solidFill>
                  <a:schemeClr val="bg1"/>
                </a:solidFill>
                <a:latin typeface="NotoSansEthiopic"/>
              </a:rPr>
              <a:t> </a:t>
            </a:r>
            <a:r>
              <a:rPr lang="en-US" sz="5400" dirty="0" err="1">
                <a:solidFill>
                  <a:schemeClr val="bg1"/>
                </a:solidFill>
                <a:latin typeface="NotoSansEthiopic"/>
              </a:rPr>
              <a:t>ልጅ</a:t>
            </a:r>
            <a:r>
              <a:rPr lang="en-US" sz="5400" dirty="0">
                <a:solidFill>
                  <a:schemeClr val="bg1"/>
                </a:solidFill>
                <a:latin typeface="NotoSansEthiopic"/>
              </a:rPr>
              <a:t> </a:t>
            </a:r>
            <a:r>
              <a:rPr lang="en-US" sz="5400" dirty="0" err="1">
                <a:solidFill>
                  <a:schemeClr val="bg1"/>
                </a:solidFill>
                <a:latin typeface="NotoSansEthiopic"/>
              </a:rPr>
              <a:t>ሥጋና</a:t>
            </a:r>
            <a:r>
              <a:rPr lang="en-US" sz="5400" dirty="0">
                <a:solidFill>
                  <a:schemeClr val="bg1"/>
                </a:solidFill>
                <a:latin typeface="NotoSansEthiopic"/>
              </a:rPr>
              <a:t> </a:t>
            </a:r>
            <a:r>
              <a:rPr lang="en-US" sz="5400" dirty="0" err="1">
                <a:solidFill>
                  <a:schemeClr val="bg1"/>
                </a:solidFill>
                <a:latin typeface="NotoSansEthiopic"/>
              </a:rPr>
              <a:t>ደም</a:t>
            </a:r>
            <a:r>
              <a:rPr lang="en-US" sz="5400" dirty="0">
                <a:solidFill>
                  <a:schemeClr val="bg1"/>
                </a:solidFill>
                <a:latin typeface="NotoSansEthiopic"/>
              </a:rPr>
              <a:t> </a:t>
            </a:r>
            <a:r>
              <a:rPr lang="en-US" sz="5400" dirty="0" err="1">
                <a:solidFill>
                  <a:schemeClr val="bg1"/>
                </a:solidFill>
                <a:latin typeface="NotoSansEthiopic"/>
              </a:rPr>
              <a:t>እንማልዳለን</a:t>
            </a:r>
            <a:r>
              <a:rPr lang="en-US" sz="5400" dirty="0">
                <a:solidFill>
                  <a:schemeClr val="bg1"/>
                </a:solidFill>
                <a:latin typeface="NotoSansEthiopic"/>
              </a:rPr>
              <a:t>። </a:t>
            </a:r>
            <a:r>
              <a:rPr lang="en-US" sz="5400" dirty="0" err="1">
                <a:solidFill>
                  <a:schemeClr val="bg1"/>
                </a:solidFill>
                <a:latin typeface="NotoSansEthiopic"/>
              </a:rPr>
              <a:t>አሜን</a:t>
            </a:r>
            <a:r>
              <a:rPr lang="en-US" sz="5400" dirty="0">
                <a:solidFill>
                  <a:schemeClr val="bg1"/>
                </a:solidFill>
                <a:latin typeface="NotoSansEthiopic"/>
              </a:rPr>
              <a:t> </a:t>
            </a:r>
            <a:r>
              <a:rPr lang="en-US" sz="5400" dirty="0" err="1">
                <a:solidFill>
                  <a:schemeClr val="bg1"/>
                </a:solidFill>
                <a:latin typeface="NotoSansEthiopic"/>
              </a:rPr>
              <a:t>አሜን</a:t>
            </a:r>
            <a:r>
              <a:rPr lang="en-US" sz="5400" dirty="0">
                <a:solidFill>
                  <a:schemeClr val="bg1"/>
                </a:solidFill>
                <a:latin typeface="NotoSansEthiopic"/>
              </a:rPr>
              <a:t>።</a:t>
            </a:r>
            <a:endParaRPr lang="en-US" sz="5400" dirty="0">
              <a:solidFill>
                <a:srgbClr val="FF0000"/>
              </a:solidFill>
              <a:latin typeface="NotoSansEthiopic"/>
            </a:endParaRPr>
          </a:p>
        </p:txBody>
      </p:sp>
    </p:spTree>
    <p:extLst>
      <p:ext uri="{BB962C8B-B14F-4D97-AF65-F5344CB8AC3E}">
        <p14:creationId xmlns:p14="http://schemas.microsoft.com/office/powerpoint/2010/main" val="4189384243"/>
      </p:ext>
    </p:extLst>
  </p:cSld>
  <p:clrMapOvr>
    <a:masterClrMapping/>
  </p:clrMapOvr>
</p:sld>
</file>

<file path=ppt/slides/slide26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39CE4A70-EF08-4C5C-B45A-9F1A61662266}"/>
              </a:ext>
            </a:extLst>
          </p:cNvPr>
          <p:cNvSpPr>
            <a:spLocks noGrp="1"/>
          </p:cNvSpPr>
          <p:nvPr>
            <p:ph idx="1"/>
          </p:nvPr>
        </p:nvSpPr>
        <p:spPr>
          <a:xfrm>
            <a:off x="136478" y="95535"/>
            <a:ext cx="11832609" cy="6660108"/>
          </a:xfrm>
        </p:spPr>
        <p:txBody>
          <a:bodyPr>
            <a:normAutofit lnSpcReduction="10000"/>
          </a:bodyPr>
          <a:lstStyle/>
          <a:p>
            <a:pPr marL="0" indent="0">
              <a:lnSpc>
                <a:spcPct val="120000"/>
              </a:lnSpc>
              <a:buNone/>
            </a:pPr>
            <a:r>
              <a:rPr lang="am-ET" sz="5400" dirty="0">
                <a:solidFill>
                  <a:srgbClr val="C00000"/>
                </a:solidFill>
                <a:latin typeface="NotoSansEthiopic"/>
              </a:rPr>
              <a:t>ይ፡</a:t>
            </a:r>
            <a:r>
              <a:rPr lang="en-US" sz="5400" dirty="0">
                <a:solidFill>
                  <a:srgbClr val="C00000"/>
                </a:solidFill>
                <a:latin typeface="NotoSansEthiopic"/>
              </a:rPr>
              <a:t>ካ</a:t>
            </a:r>
            <a:r>
              <a:rPr lang="am-ET" sz="5400" dirty="0">
                <a:solidFill>
                  <a:srgbClr val="C00000"/>
                </a:solidFill>
                <a:latin typeface="NotoSansEthiopic"/>
              </a:rPr>
              <a:t>፦</a:t>
            </a:r>
            <a:r>
              <a:rPr lang="en-US" sz="5400" dirty="0">
                <a:solidFill>
                  <a:schemeClr val="bg1"/>
                </a:solidFill>
                <a:latin typeface="NotoSansEthiopic"/>
              </a:rPr>
              <a:t> </a:t>
            </a:r>
            <a:r>
              <a:rPr lang="en-US" sz="5400" dirty="0" err="1">
                <a:solidFill>
                  <a:schemeClr val="bg1"/>
                </a:solidFill>
                <a:latin typeface="NotoSansEthiopic"/>
              </a:rPr>
              <a:t>የሰላም</a:t>
            </a:r>
            <a:r>
              <a:rPr lang="en-US" sz="5400" dirty="0">
                <a:solidFill>
                  <a:schemeClr val="bg1"/>
                </a:solidFill>
                <a:latin typeface="NotoSansEthiopic"/>
              </a:rPr>
              <a:t> </a:t>
            </a:r>
            <a:r>
              <a:rPr lang="en-US" sz="5400" dirty="0" err="1">
                <a:solidFill>
                  <a:schemeClr val="bg1"/>
                </a:solidFill>
                <a:latin typeface="NotoSansEthiopic"/>
              </a:rPr>
              <a:t>ንጉሥ</a:t>
            </a:r>
            <a:r>
              <a:rPr lang="en-US" sz="5400" dirty="0">
                <a:solidFill>
                  <a:schemeClr val="bg1"/>
                </a:solidFill>
                <a:latin typeface="NotoSansEthiopic"/>
              </a:rPr>
              <a:t> </a:t>
            </a:r>
            <a:r>
              <a:rPr lang="en-US" sz="5400" dirty="0" err="1">
                <a:solidFill>
                  <a:schemeClr val="bg1"/>
                </a:solidFill>
                <a:latin typeface="NotoSansEthiopic"/>
              </a:rPr>
              <a:t>ሰላማዊው</a:t>
            </a:r>
            <a:r>
              <a:rPr lang="en-US" sz="5400" dirty="0">
                <a:solidFill>
                  <a:schemeClr val="bg1"/>
                </a:solidFill>
                <a:latin typeface="NotoSansEthiopic"/>
              </a:rPr>
              <a:t> </a:t>
            </a:r>
            <a:r>
              <a:rPr lang="en-US" sz="5400" dirty="0" err="1">
                <a:solidFill>
                  <a:schemeClr val="bg1"/>
                </a:solidFill>
                <a:latin typeface="NotoSansEthiopic"/>
              </a:rPr>
              <a:t>ኢየሱስ</a:t>
            </a:r>
            <a:r>
              <a:rPr lang="en-US" sz="5400" dirty="0">
                <a:solidFill>
                  <a:schemeClr val="bg1"/>
                </a:solidFill>
                <a:latin typeface="NotoSansEthiopic"/>
              </a:rPr>
              <a:t> </a:t>
            </a:r>
            <a:r>
              <a:rPr lang="en-US" sz="5400" dirty="0" err="1">
                <a:solidFill>
                  <a:schemeClr val="bg1"/>
                </a:solidFill>
                <a:latin typeface="NotoSansEthiopic"/>
              </a:rPr>
              <a:t>ክርስቶስ</a:t>
            </a:r>
            <a:r>
              <a:rPr lang="en-US" sz="5400" dirty="0">
                <a:solidFill>
                  <a:schemeClr val="bg1"/>
                </a:solidFill>
                <a:latin typeface="NotoSansEthiopic"/>
              </a:rPr>
              <a:t> </a:t>
            </a:r>
            <a:r>
              <a:rPr lang="en-US" sz="5400" dirty="0" err="1">
                <a:solidFill>
                  <a:schemeClr val="bg1"/>
                </a:solidFill>
                <a:latin typeface="NotoSansEthiopic"/>
              </a:rPr>
              <a:t>ሆይ</a:t>
            </a:r>
            <a:r>
              <a:rPr lang="en-US" sz="5400" dirty="0">
                <a:solidFill>
                  <a:schemeClr val="bg1"/>
                </a:solidFill>
                <a:latin typeface="NotoSansEthiopic"/>
              </a:rPr>
              <a:t> </a:t>
            </a:r>
            <a:r>
              <a:rPr lang="en-US" sz="5400" dirty="0" err="1">
                <a:solidFill>
                  <a:schemeClr val="bg1"/>
                </a:solidFill>
                <a:latin typeface="NotoSansEthiopic"/>
              </a:rPr>
              <a:t>ሰላምህን</a:t>
            </a:r>
            <a:r>
              <a:rPr lang="en-US" sz="5400" dirty="0">
                <a:solidFill>
                  <a:schemeClr val="bg1"/>
                </a:solidFill>
                <a:latin typeface="NotoSansEthiopic"/>
              </a:rPr>
              <a:t> </a:t>
            </a:r>
            <a:r>
              <a:rPr lang="en-US" sz="5400" dirty="0" err="1">
                <a:solidFill>
                  <a:schemeClr val="bg1"/>
                </a:solidFill>
                <a:latin typeface="NotoSansEthiopic"/>
              </a:rPr>
              <a:t>ስጠን</a:t>
            </a:r>
            <a:r>
              <a:rPr lang="en-US" sz="5400" dirty="0">
                <a:solidFill>
                  <a:schemeClr val="bg1"/>
                </a:solidFill>
                <a:latin typeface="NotoSansEthiopic"/>
              </a:rPr>
              <a:t> </a:t>
            </a:r>
            <a:r>
              <a:rPr lang="en-US" sz="5400" dirty="0" err="1">
                <a:solidFill>
                  <a:schemeClr val="bg1"/>
                </a:solidFill>
                <a:latin typeface="NotoSansEthiopic"/>
              </a:rPr>
              <a:t>በልባችንም</a:t>
            </a:r>
            <a:r>
              <a:rPr lang="en-US" sz="5400" dirty="0">
                <a:solidFill>
                  <a:schemeClr val="bg1"/>
                </a:solidFill>
                <a:latin typeface="NotoSansEthiopic"/>
              </a:rPr>
              <a:t> </a:t>
            </a:r>
            <a:r>
              <a:rPr lang="en-US" sz="5400" dirty="0" err="1">
                <a:solidFill>
                  <a:schemeClr val="bg1"/>
                </a:solidFill>
                <a:latin typeface="NotoSansEthiopic"/>
              </a:rPr>
              <a:t>ውስጥ</a:t>
            </a:r>
            <a:r>
              <a:rPr lang="en-US" sz="5400" dirty="0">
                <a:solidFill>
                  <a:schemeClr val="bg1"/>
                </a:solidFill>
                <a:latin typeface="NotoSansEthiopic"/>
              </a:rPr>
              <a:t> </a:t>
            </a:r>
            <a:r>
              <a:rPr lang="en-US" sz="5400" dirty="0" err="1">
                <a:solidFill>
                  <a:schemeClr val="bg1"/>
                </a:solidFill>
                <a:latin typeface="NotoSansEthiopic"/>
              </a:rPr>
              <a:t>ሰላምን</a:t>
            </a:r>
            <a:r>
              <a:rPr lang="en-US" sz="5400" dirty="0">
                <a:solidFill>
                  <a:schemeClr val="bg1"/>
                </a:solidFill>
                <a:latin typeface="NotoSansEthiopic"/>
              </a:rPr>
              <a:t> </a:t>
            </a:r>
            <a:r>
              <a:rPr lang="en-US" sz="5400" dirty="0" err="1">
                <a:solidFill>
                  <a:schemeClr val="bg1"/>
                </a:solidFill>
                <a:latin typeface="NotoSansEthiopic"/>
              </a:rPr>
              <a:t>አጥናልን</a:t>
            </a:r>
            <a:r>
              <a:rPr lang="en-US" sz="5400" dirty="0">
                <a:solidFill>
                  <a:schemeClr val="bg1"/>
                </a:solidFill>
                <a:latin typeface="NotoSansEthiopic"/>
              </a:rPr>
              <a:t> </a:t>
            </a:r>
            <a:r>
              <a:rPr lang="en-US" sz="5400" dirty="0" err="1">
                <a:solidFill>
                  <a:schemeClr val="bg1"/>
                </a:solidFill>
                <a:latin typeface="NotoSansEthiopic"/>
              </a:rPr>
              <a:t>ኃጢያታችንንም</a:t>
            </a:r>
            <a:r>
              <a:rPr lang="en-US" sz="5400" dirty="0">
                <a:solidFill>
                  <a:schemeClr val="bg1"/>
                </a:solidFill>
                <a:latin typeface="NotoSansEthiopic"/>
              </a:rPr>
              <a:t> </a:t>
            </a:r>
            <a:r>
              <a:rPr lang="en-US" sz="5400" dirty="0" err="1">
                <a:solidFill>
                  <a:schemeClr val="bg1"/>
                </a:solidFill>
                <a:latin typeface="NotoSansEthiopic"/>
              </a:rPr>
              <a:t>ይቅር</a:t>
            </a:r>
            <a:r>
              <a:rPr lang="en-US" sz="5400" dirty="0">
                <a:solidFill>
                  <a:schemeClr val="bg1"/>
                </a:solidFill>
                <a:latin typeface="NotoSansEthiopic"/>
              </a:rPr>
              <a:t> </a:t>
            </a:r>
            <a:r>
              <a:rPr lang="en-US" sz="5400" dirty="0" err="1">
                <a:solidFill>
                  <a:schemeClr val="bg1"/>
                </a:solidFill>
                <a:latin typeface="NotoSansEthiopic"/>
              </a:rPr>
              <a:t>በልልን</a:t>
            </a:r>
            <a:r>
              <a:rPr lang="en-US" sz="5400" dirty="0">
                <a:solidFill>
                  <a:schemeClr val="bg1"/>
                </a:solidFill>
                <a:latin typeface="NotoSansEthiopic"/>
              </a:rPr>
              <a:t> </a:t>
            </a:r>
            <a:r>
              <a:rPr lang="en-US" sz="5400" dirty="0" err="1">
                <a:solidFill>
                  <a:schemeClr val="bg1"/>
                </a:solidFill>
                <a:latin typeface="NotoSansEthiopic"/>
              </a:rPr>
              <a:t>በሰላም</a:t>
            </a:r>
            <a:r>
              <a:rPr lang="en-US" sz="5400" dirty="0">
                <a:solidFill>
                  <a:schemeClr val="bg1"/>
                </a:solidFill>
                <a:latin typeface="NotoSansEthiopic"/>
              </a:rPr>
              <a:t> </a:t>
            </a:r>
            <a:r>
              <a:rPr lang="en-US" sz="5400" dirty="0" err="1">
                <a:solidFill>
                  <a:schemeClr val="bg1"/>
                </a:solidFill>
                <a:latin typeface="NotoSansEthiopic"/>
              </a:rPr>
              <a:t>እንድንሄድ</a:t>
            </a:r>
            <a:r>
              <a:rPr lang="en-US" sz="5400" dirty="0">
                <a:solidFill>
                  <a:schemeClr val="bg1"/>
                </a:solidFill>
                <a:latin typeface="NotoSansEthiopic"/>
              </a:rPr>
              <a:t> </a:t>
            </a:r>
            <a:r>
              <a:rPr lang="en-US" sz="5400" dirty="0" err="1">
                <a:solidFill>
                  <a:schemeClr val="bg1"/>
                </a:solidFill>
                <a:latin typeface="NotoSansEthiopic"/>
              </a:rPr>
              <a:t>አድርገን</a:t>
            </a:r>
            <a:r>
              <a:rPr lang="en-US" sz="5400" dirty="0">
                <a:solidFill>
                  <a:schemeClr val="bg1"/>
                </a:solidFill>
                <a:latin typeface="NotoSansEthiopic"/>
              </a:rPr>
              <a:t> </a:t>
            </a:r>
            <a:r>
              <a:rPr lang="en-US" sz="5400" dirty="0" err="1">
                <a:solidFill>
                  <a:schemeClr val="bg1"/>
                </a:solidFill>
                <a:latin typeface="NotoSansEthiopic"/>
              </a:rPr>
              <a:t>ከመሐሪ</a:t>
            </a:r>
            <a:r>
              <a:rPr lang="en-US" sz="5400" dirty="0">
                <a:solidFill>
                  <a:schemeClr val="bg1"/>
                </a:solidFill>
                <a:latin typeface="NotoSansEthiopic"/>
              </a:rPr>
              <a:t> </a:t>
            </a:r>
            <a:r>
              <a:rPr lang="en-US" sz="5400" dirty="0" err="1">
                <a:solidFill>
                  <a:schemeClr val="bg1"/>
                </a:solidFill>
                <a:latin typeface="NotoSansEthiopic"/>
              </a:rPr>
              <a:t>ቸር</a:t>
            </a:r>
            <a:r>
              <a:rPr lang="en-US" sz="5400" dirty="0">
                <a:solidFill>
                  <a:schemeClr val="bg1"/>
                </a:solidFill>
                <a:latin typeface="NotoSansEthiopic"/>
              </a:rPr>
              <a:t> </a:t>
            </a:r>
            <a:r>
              <a:rPr lang="en-US" sz="5400" dirty="0" err="1">
                <a:solidFill>
                  <a:schemeClr val="bg1"/>
                </a:solidFill>
                <a:latin typeface="NotoSansEthiopic"/>
              </a:rPr>
              <a:t>ሰማያዊ</a:t>
            </a:r>
            <a:r>
              <a:rPr lang="en-US" sz="5400" dirty="0">
                <a:solidFill>
                  <a:schemeClr val="bg1"/>
                </a:solidFill>
                <a:latin typeface="NotoSansEthiopic"/>
              </a:rPr>
              <a:t> </a:t>
            </a:r>
            <a:r>
              <a:rPr lang="en-US" sz="5400" dirty="0" err="1">
                <a:solidFill>
                  <a:schemeClr val="bg1"/>
                </a:solidFill>
                <a:latin typeface="NotoSansEthiopic"/>
              </a:rPr>
              <a:t>አባትህና</a:t>
            </a:r>
            <a:r>
              <a:rPr lang="en-US" sz="5400" dirty="0">
                <a:solidFill>
                  <a:schemeClr val="bg1"/>
                </a:solidFill>
                <a:latin typeface="NotoSansEthiopic"/>
              </a:rPr>
              <a:t> </a:t>
            </a:r>
            <a:r>
              <a:rPr lang="en-US" sz="5400" dirty="0" err="1">
                <a:solidFill>
                  <a:schemeClr val="bg1"/>
                </a:solidFill>
                <a:latin typeface="NotoSansEthiopic"/>
              </a:rPr>
              <a:t>ከሕይወት</a:t>
            </a:r>
            <a:r>
              <a:rPr lang="en-US" sz="5400" dirty="0">
                <a:solidFill>
                  <a:schemeClr val="bg1"/>
                </a:solidFill>
                <a:latin typeface="NotoSansEthiopic"/>
              </a:rPr>
              <a:t> </a:t>
            </a:r>
            <a:r>
              <a:rPr lang="en-US" sz="5400" dirty="0" err="1">
                <a:solidFill>
                  <a:schemeClr val="bg1"/>
                </a:solidFill>
                <a:latin typeface="NotoSansEthiopic"/>
              </a:rPr>
              <a:t>ሰጭ</a:t>
            </a:r>
            <a:r>
              <a:rPr lang="en-US" sz="5400" dirty="0">
                <a:solidFill>
                  <a:schemeClr val="bg1"/>
                </a:solidFill>
                <a:latin typeface="NotoSansEthiopic"/>
              </a:rPr>
              <a:t> </a:t>
            </a:r>
            <a:r>
              <a:rPr lang="en-US" sz="5400" dirty="0" err="1">
                <a:solidFill>
                  <a:schemeClr val="bg1"/>
                </a:solidFill>
                <a:latin typeface="NotoSansEthiopic"/>
              </a:rPr>
              <a:t>መንፈስ</a:t>
            </a:r>
            <a:r>
              <a:rPr lang="en-US" sz="5400" dirty="0">
                <a:solidFill>
                  <a:schemeClr val="bg1"/>
                </a:solidFill>
                <a:latin typeface="NotoSansEthiopic"/>
              </a:rPr>
              <a:t> </a:t>
            </a:r>
            <a:r>
              <a:rPr lang="en-US" sz="5400" dirty="0" err="1">
                <a:solidFill>
                  <a:schemeClr val="bg1"/>
                </a:solidFill>
                <a:latin typeface="NotoSansEthiopic"/>
              </a:rPr>
              <a:t>ቅዱስ</a:t>
            </a:r>
            <a:r>
              <a:rPr lang="en-US" sz="5400" dirty="0">
                <a:solidFill>
                  <a:schemeClr val="bg1"/>
                </a:solidFill>
                <a:latin typeface="NotoSansEthiopic"/>
              </a:rPr>
              <a:t> </a:t>
            </a:r>
            <a:r>
              <a:rPr lang="en-US" sz="5400" dirty="0" err="1">
                <a:solidFill>
                  <a:schemeClr val="bg1"/>
                </a:solidFill>
                <a:latin typeface="NotoSansEthiopic"/>
              </a:rPr>
              <a:t>ጋር</a:t>
            </a:r>
            <a:r>
              <a:rPr lang="en-US" sz="5400" dirty="0">
                <a:solidFill>
                  <a:schemeClr val="bg1"/>
                </a:solidFill>
                <a:latin typeface="NotoSansEthiopic"/>
              </a:rPr>
              <a:t> </a:t>
            </a:r>
            <a:r>
              <a:rPr lang="en-US" sz="5400" dirty="0" err="1">
                <a:solidFill>
                  <a:schemeClr val="bg1"/>
                </a:solidFill>
                <a:latin typeface="NotoSansEthiopic"/>
              </a:rPr>
              <a:t>ክብርና</a:t>
            </a:r>
            <a:r>
              <a:rPr lang="en-US" sz="5400" dirty="0">
                <a:solidFill>
                  <a:schemeClr val="bg1"/>
                </a:solidFill>
                <a:latin typeface="NotoSansEthiopic"/>
              </a:rPr>
              <a:t> </a:t>
            </a:r>
            <a:r>
              <a:rPr lang="en-US" sz="5400" dirty="0" err="1">
                <a:solidFill>
                  <a:schemeClr val="bg1"/>
                </a:solidFill>
                <a:latin typeface="NotoSansEthiopic"/>
              </a:rPr>
              <a:t>ምስጋና</a:t>
            </a:r>
            <a:r>
              <a:rPr lang="en-US" sz="5400" dirty="0">
                <a:solidFill>
                  <a:schemeClr val="bg1"/>
                </a:solidFill>
                <a:latin typeface="NotoSansEthiopic"/>
              </a:rPr>
              <a:t> </a:t>
            </a:r>
            <a:r>
              <a:rPr lang="en-US" sz="5400" dirty="0" err="1">
                <a:solidFill>
                  <a:schemeClr val="bg1"/>
                </a:solidFill>
                <a:latin typeface="NotoSansEthiopic"/>
              </a:rPr>
              <a:t>ሥልጣንና</a:t>
            </a:r>
            <a:r>
              <a:rPr lang="en-US" sz="5400" dirty="0">
                <a:solidFill>
                  <a:schemeClr val="bg1"/>
                </a:solidFill>
                <a:latin typeface="NotoSansEthiopic"/>
              </a:rPr>
              <a:t> </a:t>
            </a:r>
            <a:r>
              <a:rPr lang="en-US" sz="5400" dirty="0" err="1">
                <a:solidFill>
                  <a:schemeClr val="bg1"/>
                </a:solidFill>
                <a:latin typeface="NotoSansEthiopic"/>
              </a:rPr>
              <a:t>አምልኮ</a:t>
            </a:r>
            <a:r>
              <a:rPr lang="en-US" sz="5400" dirty="0">
                <a:solidFill>
                  <a:schemeClr val="bg1"/>
                </a:solidFill>
                <a:latin typeface="NotoSansEthiopic"/>
              </a:rPr>
              <a:t> </a:t>
            </a:r>
            <a:r>
              <a:rPr lang="en-US" sz="5400" dirty="0" err="1">
                <a:solidFill>
                  <a:schemeClr val="bg1"/>
                </a:solidFill>
                <a:latin typeface="NotoSansEthiopic"/>
              </a:rPr>
              <a:t>ስግደትም</a:t>
            </a:r>
            <a:r>
              <a:rPr lang="en-US" sz="5400" dirty="0">
                <a:solidFill>
                  <a:schemeClr val="bg1"/>
                </a:solidFill>
                <a:latin typeface="NotoSansEthiopic"/>
              </a:rPr>
              <a:t> </a:t>
            </a:r>
            <a:r>
              <a:rPr lang="en-US" sz="5400" dirty="0" err="1">
                <a:solidFill>
                  <a:schemeClr val="bg1"/>
                </a:solidFill>
                <a:latin typeface="NotoSansEthiopic"/>
              </a:rPr>
              <a:t>ላንተ</a:t>
            </a:r>
            <a:r>
              <a:rPr lang="en-US" sz="5400" dirty="0">
                <a:solidFill>
                  <a:schemeClr val="bg1"/>
                </a:solidFill>
                <a:latin typeface="NotoSansEthiopic"/>
              </a:rPr>
              <a:t> </a:t>
            </a:r>
            <a:r>
              <a:rPr lang="en-US" sz="5400" dirty="0" err="1">
                <a:solidFill>
                  <a:schemeClr val="bg1"/>
                </a:solidFill>
                <a:latin typeface="NotoSansEthiopic"/>
              </a:rPr>
              <a:t>ይገባል</a:t>
            </a:r>
            <a:r>
              <a:rPr lang="en-US" sz="5400" dirty="0">
                <a:solidFill>
                  <a:schemeClr val="bg1"/>
                </a:solidFill>
                <a:latin typeface="NotoSansEthiopic"/>
              </a:rPr>
              <a:t>። </a:t>
            </a:r>
            <a:r>
              <a:rPr lang="en-US" sz="5400" dirty="0" err="1">
                <a:solidFill>
                  <a:schemeClr val="bg1"/>
                </a:solidFill>
                <a:latin typeface="NotoSansEthiopic"/>
              </a:rPr>
              <a:t>አሁንም</a:t>
            </a:r>
            <a:r>
              <a:rPr lang="en-US" sz="5400" dirty="0">
                <a:solidFill>
                  <a:schemeClr val="bg1"/>
                </a:solidFill>
                <a:latin typeface="NotoSansEthiopic"/>
              </a:rPr>
              <a:t> </a:t>
            </a:r>
            <a:r>
              <a:rPr lang="en-US" sz="5400" dirty="0" err="1">
                <a:solidFill>
                  <a:schemeClr val="bg1"/>
                </a:solidFill>
                <a:latin typeface="NotoSansEthiopic"/>
              </a:rPr>
              <a:t>ዘወትርም</a:t>
            </a:r>
            <a:r>
              <a:rPr lang="en-US" sz="5400" dirty="0">
                <a:solidFill>
                  <a:schemeClr val="bg1"/>
                </a:solidFill>
                <a:latin typeface="NotoSansEthiopic"/>
              </a:rPr>
              <a:t> </a:t>
            </a:r>
            <a:r>
              <a:rPr lang="en-US" sz="5400" dirty="0" err="1">
                <a:solidFill>
                  <a:schemeClr val="bg1"/>
                </a:solidFill>
                <a:latin typeface="NotoSansEthiopic"/>
              </a:rPr>
              <a:t>ለዘለዓለም</a:t>
            </a:r>
            <a:r>
              <a:rPr lang="en-US" sz="5400" dirty="0">
                <a:solidFill>
                  <a:schemeClr val="bg1"/>
                </a:solidFill>
                <a:latin typeface="NotoSansEthiopic"/>
              </a:rPr>
              <a:t> </a:t>
            </a:r>
            <a:r>
              <a:rPr lang="en-US" sz="5400" dirty="0" err="1">
                <a:solidFill>
                  <a:schemeClr val="bg1"/>
                </a:solidFill>
                <a:latin typeface="NotoSansEthiopic"/>
              </a:rPr>
              <a:t>አሜን</a:t>
            </a:r>
            <a:r>
              <a:rPr lang="en-US" sz="5400" dirty="0">
                <a:solidFill>
                  <a:schemeClr val="bg1"/>
                </a:solidFill>
                <a:latin typeface="NotoSansEthiopic"/>
              </a:rPr>
              <a:t>።</a:t>
            </a:r>
            <a:endParaRPr lang="en-US" sz="5400" dirty="0">
              <a:solidFill>
                <a:srgbClr val="FF0000"/>
              </a:solidFill>
              <a:latin typeface="NotoSansEthiopic"/>
            </a:endParaRPr>
          </a:p>
        </p:txBody>
      </p:sp>
    </p:spTree>
    <p:extLst>
      <p:ext uri="{BB962C8B-B14F-4D97-AF65-F5344CB8AC3E}">
        <p14:creationId xmlns:p14="http://schemas.microsoft.com/office/powerpoint/2010/main" val="3069714440"/>
      </p:ext>
    </p:extLst>
  </p:cSld>
  <p:clrMapOvr>
    <a:masterClrMapping/>
  </p:clrMapOvr>
</p:sld>
</file>

<file path=ppt/slides/slide26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39CE4A70-EF08-4C5C-B45A-9F1A61662266}"/>
              </a:ext>
            </a:extLst>
          </p:cNvPr>
          <p:cNvSpPr>
            <a:spLocks noGrp="1"/>
          </p:cNvSpPr>
          <p:nvPr>
            <p:ph idx="1"/>
          </p:nvPr>
        </p:nvSpPr>
        <p:spPr>
          <a:xfrm>
            <a:off x="136478" y="95535"/>
            <a:ext cx="11832609" cy="6660108"/>
          </a:xfrm>
        </p:spPr>
        <p:txBody>
          <a:bodyPr>
            <a:normAutofit lnSpcReduction="10000"/>
          </a:bodyPr>
          <a:lstStyle/>
          <a:p>
            <a:pPr marL="0" indent="0">
              <a:lnSpc>
                <a:spcPct val="120000"/>
              </a:lnSpc>
              <a:buNone/>
            </a:pPr>
            <a:r>
              <a:rPr lang="am-ET" sz="7200" dirty="0">
                <a:solidFill>
                  <a:srgbClr val="C00000"/>
                </a:solidFill>
                <a:latin typeface="NotoSansEthiopic"/>
              </a:rPr>
              <a:t>ይ፡ዲ፦</a:t>
            </a:r>
            <a:r>
              <a:rPr lang="en-US" sz="7200" dirty="0" err="1">
                <a:solidFill>
                  <a:schemeClr val="bg1"/>
                </a:solidFill>
                <a:latin typeface="NotoSansEthiopic"/>
              </a:rPr>
              <a:t>አድንኑ</a:t>
            </a:r>
            <a:r>
              <a:rPr lang="en-US" sz="7200" dirty="0">
                <a:solidFill>
                  <a:schemeClr val="bg1"/>
                </a:solidFill>
                <a:latin typeface="NotoSansEthiopic"/>
              </a:rPr>
              <a:t> </a:t>
            </a:r>
            <a:r>
              <a:rPr lang="en-US" sz="7200" dirty="0" err="1">
                <a:solidFill>
                  <a:schemeClr val="bg1"/>
                </a:solidFill>
                <a:latin typeface="NotoSansEthiopic"/>
              </a:rPr>
              <a:t>አርእስቲክሙ</a:t>
            </a:r>
            <a:r>
              <a:rPr lang="en-US" sz="7200" dirty="0">
                <a:solidFill>
                  <a:schemeClr val="bg1"/>
                </a:solidFill>
                <a:latin typeface="NotoSansEthiopic"/>
              </a:rPr>
              <a:t> </a:t>
            </a:r>
            <a:r>
              <a:rPr lang="en-US" sz="7200" dirty="0" err="1">
                <a:solidFill>
                  <a:schemeClr val="bg1"/>
                </a:solidFill>
                <a:latin typeface="NotoSansEthiopic"/>
              </a:rPr>
              <a:t>ኅበ</a:t>
            </a:r>
            <a:r>
              <a:rPr lang="en-US" sz="7200" dirty="0">
                <a:solidFill>
                  <a:schemeClr val="bg1"/>
                </a:solidFill>
                <a:latin typeface="NotoSansEthiopic"/>
              </a:rPr>
              <a:t> </a:t>
            </a:r>
            <a:r>
              <a:rPr lang="en-US" sz="7200" dirty="0" err="1">
                <a:solidFill>
                  <a:schemeClr val="bg1"/>
                </a:solidFill>
                <a:latin typeface="NotoSansEthiopic"/>
              </a:rPr>
              <a:t>እግዚአብሔር</a:t>
            </a:r>
            <a:r>
              <a:rPr lang="en-US" sz="7200" dirty="0">
                <a:solidFill>
                  <a:schemeClr val="bg1"/>
                </a:solidFill>
                <a:latin typeface="NotoSansEthiopic"/>
              </a:rPr>
              <a:t> </a:t>
            </a:r>
            <a:r>
              <a:rPr lang="en-US" sz="7200" dirty="0" err="1">
                <a:solidFill>
                  <a:schemeClr val="bg1"/>
                </a:solidFill>
                <a:latin typeface="NotoSansEthiopic"/>
              </a:rPr>
              <a:t>አምላክነ</a:t>
            </a:r>
            <a:r>
              <a:rPr lang="en-US" sz="7200" dirty="0">
                <a:solidFill>
                  <a:schemeClr val="bg1"/>
                </a:solidFill>
                <a:latin typeface="NotoSansEthiopic"/>
              </a:rPr>
              <a:t> </a:t>
            </a:r>
            <a:r>
              <a:rPr lang="en-US" sz="7200" dirty="0" err="1">
                <a:solidFill>
                  <a:schemeClr val="bg1"/>
                </a:solidFill>
                <a:latin typeface="NotoSansEthiopic"/>
              </a:rPr>
              <a:t>በእደ</a:t>
            </a:r>
            <a:r>
              <a:rPr lang="en-US" sz="7200" dirty="0">
                <a:solidFill>
                  <a:schemeClr val="bg1"/>
                </a:solidFill>
                <a:latin typeface="NotoSansEthiopic"/>
              </a:rPr>
              <a:t> </a:t>
            </a:r>
            <a:r>
              <a:rPr lang="en-US" sz="7200" dirty="0" err="1">
                <a:solidFill>
                  <a:schemeClr val="bg1"/>
                </a:solidFill>
                <a:latin typeface="NotoSansEthiopic"/>
              </a:rPr>
              <a:t>ገብሩ</a:t>
            </a:r>
            <a:r>
              <a:rPr lang="en-US" sz="7200" dirty="0">
                <a:solidFill>
                  <a:schemeClr val="bg1"/>
                </a:solidFill>
                <a:latin typeface="NotoSansEthiopic"/>
              </a:rPr>
              <a:t> </a:t>
            </a:r>
            <a:r>
              <a:rPr lang="en-US" sz="7200" dirty="0" err="1">
                <a:solidFill>
                  <a:schemeClr val="bg1"/>
                </a:solidFill>
                <a:latin typeface="NotoSansEthiopic"/>
              </a:rPr>
              <a:t>ካህን</a:t>
            </a:r>
            <a:r>
              <a:rPr lang="en-US" sz="7200" dirty="0">
                <a:solidFill>
                  <a:schemeClr val="bg1"/>
                </a:solidFill>
                <a:latin typeface="NotoSansEthiopic"/>
              </a:rPr>
              <a:t> </a:t>
            </a:r>
            <a:r>
              <a:rPr lang="en-US" sz="7200" dirty="0" err="1">
                <a:solidFill>
                  <a:schemeClr val="bg1"/>
                </a:solidFill>
                <a:latin typeface="NotoSansEthiopic"/>
              </a:rPr>
              <a:t>ከመ</a:t>
            </a:r>
            <a:r>
              <a:rPr lang="en-US" sz="7200" dirty="0">
                <a:solidFill>
                  <a:schemeClr val="bg1"/>
                </a:solidFill>
                <a:latin typeface="NotoSansEthiopic"/>
              </a:rPr>
              <a:t> </a:t>
            </a:r>
            <a:r>
              <a:rPr lang="en-US" sz="7200" dirty="0" err="1">
                <a:solidFill>
                  <a:schemeClr val="bg1"/>
                </a:solidFill>
                <a:latin typeface="NotoSansEthiopic"/>
              </a:rPr>
              <a:t>ይባርክሙ</a:t>
            </a:r>
            <a:r>
              <a:rPr lang="am-ET" sz="7200" dirty="0">
                <a:solidFill>
                  <a:schemeClr val="bg1"/>
                </a:solidFill>
                <a:latin typeface="NotoSansEthiopic"/>
              </a:rPr>
              <a:t>።</a:t>
            </a:r>
            <a:endParaRPr lang="en-US" sz="7200" dirty="0">
              <a:solidFill>
                <a:schemeClr val="bg1"/>
              </a:solidFill>
              <a:latin typeface="NotoSansEthiopic"/>
            </a:endParaRPr>
          </a:p>
          <a:p>
            <a:pPr marL="0" indent="0">
              <a:lnSpc>
                <a:spcPct val="120000"/>
              </a:lnSpc>
              <a:buNone/>
            </a:pPr>
            <a:r>
              <a:rPr lang="en-US" sz="7200" dirty="0" err="1">
                <a:solidFill>
                  <a:srgbClr val="FF0000"/>
                </a:solidFill>
                <a:latin typeface="NotoSansEthiopic"/>
              </a:rPr>
              <a:t>ይ፡ሕ</a:t>
            </a:r>
            <a:r>
              <a:rPr lang="en-US" sz="7200" dirty="0">
                <a:solidFill>
                  <a:srgbClr val="FF0000"/>
                </a:solidFill>
                <a:latin typeface="NotoSansEthiopic"/>
              </a:rPr>
              <a:t>፦</a:t>
            </a:r>
            <a:r>
              <a:rPr lang="en-US" sz="7200" dirty="0">
                <a:solidFill>
                  <a:schemeClr val="bg1"/>
                </a:solidFill>
                <a:latin typeface="NotoSansEthiopic"/>
              </a:rPr>
              <a:t> </a:t>
            </a:r>
            <a:r>
              <a:rPr lang="en-US" sz="7200" dirty="0" err="1">
                <a:solidFill>
                  <a:schemeClr val="bg1"/>
                </a:solidFill>
                <a:latin typeface="NotoSansEthiopic"/>
              </a:rPr>
              <a:t>አሜን</a:t>
            </a:r>
            <a:r>
              <a:rPr lang="en-US" sz="7200" dirty="0">
                <a:solidFill>
                  <a:schemeClr val="bg1"/>
                </a:solidFill>
                <a:latin typeface="NotoSansEthiopic"/>
              </a:rPr>
              <a:t> </a:t>
            </a:r>
            <a:r>
              <a:rPr lang="en-US" sz="7200" dirty="0" err="1">
                <a:solidFill>
                  <a:schemeClr val="bg1"/>
                </a:solidFill>
                <a:latin typeface="NotoSansEthiopic"/>
              </a:rPr>
              <a:t>እግዚአብሔር</a:t>
            </a:r>
            <a:r>
              <a:rPr lang="en-US" sz="7200" dirty="0">
                <a:solidFill>
                  <a:schemeClr val="bg1"/>
                </a:solidFill>
                <a:latin typeface="NotoSansEthiopic"/>
              </a:rPr>
              <a:t> </a:t>
            </a:r>
            <a:r>
              <a:rPr lang="en-US" sz="7200" dirty="0" err="1">
                <a:solidFill>
                  <a:schemeClr val="bg1"/>
                </a:solidFill>
                <a:latin typeface="NotoSansEthiopic"/>
              </a:rPr>
              <a:t>ይባርከነ</a:t>
            </a:r>
            <a:r>
              <a:rPr lang="en-US" sz="7200" dirty="0">
                <a:solidFill>
                  <a:schemeClr val="bg1"/>
                </a:solidFill>
                <a:latin typeface="NotoSansEthiopic"/>
              </a:rPr>
              <a:t> </a:t>
            </a:r>
            <a:r>
              <a:rPr lang="en-US" sz="7200" dirty="0" err="1">
                <a:solidFill>
                  <a:schemeClr val="bg1"/>
                </a:solidFill>
                <a:latin typeface="NotoSansEthiopic"/>
              </a:rPr>
              <a:t>ወይሣሀለነ</a:t>
            </a:r>
            <a:r>
              <a:rPr lang="en-US" sz="7200" dirty="0">
                <a:solidFill>
                  <a:schemeClr val="bg1"/>
                </a:solidFill>
                <a:latin typeface="NotoSansEthiopic"/>
              </a:rPr>
              <a:t>።</a:t>
            </a:r>
          </a:p>
        </p:txBody>
      </p:sp>
    </p:spTree>
    <p:extLst>
      <p:ext uri="{BB962C8B-B14F-4D97-AF65-F5344CB8AC3E}">
        <p14:creationId xmlns:p14="http://schemas.microsoft.com/office/powerpoint/2010/main" val="4122007448"/>
      </p:ext>
    </p:extLst>
  </p:cSld>
  <p:clrMapOvr>
    <a:masterClrMapping/>
  </p:clrMapOvr>
</p:sld>
</file>

<file path=ppt/slides/slide26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39CE4A70-EF08-4C5C-B45A-9F1A61662266}"/>
              </a:ext>
            </a:extLst>
          </p:cNvPr>
          <p:cNvSpPr>
            <a:spLocks noGrp="1"/>
          </p:cNvSpPr>
          <p:nvPr>
            <p:ph idx="1"/>
          </p:nvPr>
        </p:nvSpPr>
        <p:spPr>
          <a:xfrm>
            <a:off x="136478" y="95535"/>
            <a:ext cx="11832609" cy="6660108"/>
          </a:xfrm>
        </p:spPr>
        <p:txBody>
          <a:bodyPr>
            <a:normAutofit/>
          </a:bodyPr>
          <a:lstStyle/>
          <a:p>
            <a:pPr marL="0" indent="0">
              <a:lnSpc>
                <a:spcPct val="120000"/>
              </a:lnSpc>
              <a:buNone/>
            </a:pPr>
            <a:r>
              <a:rPr lang="am-ET" sz="7200" dirty="0">
                <a:solidFill>
                  <a:srgbClr val="C00000"/>
                </a:solidFill>
                <a:latin typeface="NotoSansEthiopic"/>
              </a:rPr>
              <a:t>ይ፡</a:t>
            </a:r>
            <a:r>
              <a:rPr lang="en-US" sz="7200" dirty="0">
                <a:solidFill>
                  <a:srgbClr val="C00000"/>
                </a:solidFill>
                <a:latin typeface="NotoSansEthiopic"/>
              </a:rPr>
              <a:t>ካ</a:t>
            </a:r>
            <a:r>
              <a:rPr lang="am-ET" sz="7200" dirty="0">
                <a:solidFill>
                  <a:srgbClr val="C00000"/>
                </a:solidFill>
                <a:latin typeface="NotoSansEthiopic"/>
              </a:rPr>
              <a:t>፦</a:t>
            </a:r>
            <a:r>
              <a:rPr lang="en-US" sz="7200" dirty="0">
                <a:solidFill>
                  <a:schemeClr val="bg1"/>
                </a:solidFill>
                <a:latin typeface="NotoSansEthiopic"/>
              </a:rPr>
              <a:t> </a:t>
            </a:r>
            <a:r>
              <a:rPr lang="en-US" sz="7200" dirty="0" err="1">
                <a:solidFill>
                  <a:schemeClr val="bg1"/>
                </a:solidFill>
                <a:latin typeface="NotoSansEthiopic"/>
              </a:rPr>
              <a:t>እግዚአብሔር</a:t>
            </a:r>
            <a:r>
              <a:rPr lang="en-US" sz="7200" dirty="0">
                <a:solidFill>
                  <a:schemeClr val="bg1"/>
                </a:solidFill>
                <a:latin typeface="NotoSansEthiopic"/>
              </a:rPr>
              <a:t> </a:t>
            </a:r>
            <a:r>
              <a:rPr lang="en-US" sz="7200" dirty="0" err="1">
                <a:solidFill>
                  <a:schemeClr val="bg1"/>
                </a:solidFill>
                <a:latin typeface="NotoSansEthiopic"/>
              </a:rPr>
              <a:t>ከሁላችሁ</a:t>
            </a:r>
            <a:r>
              <a:rPr lang="en-US" sz="7200" dirty="0">
                <a:solidFill>
                  <a:schemeClr val="bg1"/>
                </a:solidFill>
                <a:latin typeface="NotoSansEthiopic"/>
              </a:rPr>
              <a:t> </a:t>
            </a:r>
            <a:r>
              <a:rPr lang="en-US" sz="7200" dirty="0" err="1">
                <a:solidFill>
                  <a:schemeClr val="bg1"/>
                </a:solidFill>
                <a:latin typeface="NotoSansEthiopic"/>
              </a:rPr>
              <a:t>ጋር</a:t>
            </a:r>
            <a:r>
              <a:rPr lang="en-US" sz="7200" dirty="0">
                <a:solidFill>
                  <a:schemeClr val="bg1"/>
                </a:solidFill>
                <a:latin typeface="NotoSansEthiopic"/>
              </a:rPr>
              <a:t> </a:t>
            </a:r>
            <a:r>
              <a:rPr lang="en-US" sz="7200" dirty="0" err="1">
                <a:solidFill>
                  <a:schemeClr val="bg1"/>
                </a:solidFill>
                <a:latin typeface="NotoSansEthiopic"/>
              </a:rPr>
              <a:t>ይሁን</a:t>
            </a:r>
            <a:r>
              <a:rPr lang="en-US" sz="7200" dirty="0">
                <a:solidFill>
                  <a:schemeClr val="bg1"/>
                </a:solidFill>
                <a:latin typeface="NotoSansEthiopic"/>
              </a:rPr>
              <a:t>።</a:t>
            </a:r>
          </a:p>
          <a:p>
            <a:pPr marL="0" indent="0">
              <a:lnSpc>
                <a:spcPct val="120000"/>
              </a:lnSpc>
              <a:buNone/>
            </a:pPr>
            <a:r>
              <a:rPr lang="en-US" sz="7200" dirty="0" err="1">
                <a:solidFill>
                  <a:srgbClr val="FF0000"/>
                </a:solidFill>
                <a:latin typeface="NotoSansEthiopic"/>
              </a:rPr>
              <a:t>ይ፡ሕ</a:t>
            </a:r>
            <a:r>
              <a:rPr lang="en-US" sz="7200" dirty="0">
                <a:solidFill>
                  <a:srgbClr val="FF0000"/>
                </a:solidFill>
                <a:latin typeface="NotoSansEthiopic"/>
              </a:rPr>
              <a:t>፦</a:t>
            </a:r>
            <a:r>
              <a:rPr lang="en-US" sz="7200" dirty="0">
                <a:solidFill>
                  <a:schemeClr val="bg1"/>
                </a:solidFill>
                <a:latin typeface="NotoSansEthiopic"/>
              </a:rPr>
              <a:t> </a:t>
            </a:r>
            <a:r>
              <a:rPr lang="en-US" sz="7200" dirty="0" err="1">
                <a:solidFill>
                  <a:schemeClr val="bg1"/>
                </a:solidFill>
                <a:latin typeface="NotoSansEthiopic"/>
              </a:rPr>
              <a:t>ከመንፈስም</a:t>
            </a:r>
            <a:r>
              <a:rPr lang="en-US" sz="7200" dirty="0">
                <a:solidFill>
                  <a:schemeClr val="bg1"/>
                </a:solidFill>
                <a:latin typeface="NotoSansEthiopic"/>
              </a:rPr>
              <a:t> </a:t>
            </a:r>
            <a:r>
              <a:rPr lang="en-US" sz="7200" dirty="0" err="1">
                <a:solidFill>
                  <a:schemeClr val="bg1"/>
                </a:solidFill>
                <a:latin typeface="NotoSansEthiopic"/>
              </a:rPr>
              <a:t>ጋር</a:t>
            </a:r>
            <a:r>
              <a:rPr lang="en-US" sz="7200" dirty="0">
                <a:solidFill>
                  <a:schemeClr val="bg1"/>
                </a:solidFill>
                <a:latin typeface="NotoSansEthiopic"/>
              </a:rPr>
              <a:t>።</a:t>
            </a:r>
          </a:p>
        </p:txBody>
      </p:sp>
    </p:spTree>
    <p:extLst>
      <p:ext uri="{BB962C8B-B14F-4D97-AF65-F5344CB8AC3E}">
        <p14:creationId xmlns:p14="http://schemas.microsoft.com/office/powerpoint/2010/main" val="765360842"/>
      </p:ext>
    </p:extLst>
  </p:cSld>
  <p:clrMapOvr>
    <a:masterClrMapping/>
  </p:clrMapOvr>
</p:sld>
</file>

<file path=ppt/slides/slide26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39CE4A70-EF08-4C5C-B45A-9F1A61662266}"/>
              </a:ext>
            </a:extLst>
          </p:cNvPr>
          <p:cNvSpPr>
            <a:spLocks noGrp="1"/>
          </p:cNvSpPr>
          <p:nvPr>
            <p:ph idx="1"/>
          </p:nvPr>
        </p:nvSpPr>
        <p:spPr>
          <a:xfrm>
            <a:off x="136478" y="95535"/>
            <a:ext cx="11832609" cy="6660108"/>
          </a:xfrm>
        </p:spPr>
        <p:txBody>
          <a:bodyPr>
            <a:normAutofit fontScale="62500" lnSpcReduction="20000"/>
          </a:bodyPr>
          <a:lstStyle/>
          <a:p>
            <a:pPr marL="0" indent="0">
              <a:lnSpc>
                <a:spcPct val="120000"/>
              </a:lnSpc>
              <a:buNone/>
            </a:pPr>
            <a:r>
              <a:rPr lang="am-ET" sz="7200" dirty="0">
                <a:solidFill>
                  <a:srgbClr val="C00000"/>
                </a:solidFill>
                <a:latin typeface="NotoSansEthiopic"/>
              </a:rPr>
              <a:t>ይ፡</a:t>
            </a:r>
            <a:r>
              <a:rPr lang="en-US" sz="7200" dirty="0">
                <a:solidFill>
                  <a:srgbClr val="C00000"/>
                </a:solidFill>
                <a:latin typeface="NotoSansEthiopic"/>
              </a:rPr>
              <a:t>ሕ</a:t>
            </a:r>
            <a:r>
              <a:rPr lang="am-ET" sz="7200" dirty="0">
                <a:solidFill>
                  <a:srgbClr val="C00000"/>
                </a:solidFill>
                <a:latin typeface="NotoSansEthiopic"/>
              </a:rPr>
              <a:t>፦</a:t>
            </a:r>
            <a:r>
              <a:rPr lang="en-US" sz="7200" dirty="0">
                <a:solidFill>
                  <a:schemeClr val="bg1"/>
                </a:solidFill>
                <a:latin typeface="NotoSansEthiopic"/>
              </a:rPr>
              <a:t> </a:t>
            </a:r>
            <a:r>
              <a:rPr lang="en-US" sz="7200" dirty="0" err="1">
                <a:solidFill>
                  <a:schemeClr val="bg1"/>
                </a:solidFill>
                <a:latin typeface="NotoSansEthiopic"/>
              </a:rPr>
              <a:t>አሜን</a:t>
            </a:r>
            <a:r>
              <a:rPr lang="en-US" sz="7200" dirty="0">
                <a:solidFill>
                  <a:schemeClr val="bg1"/>
                </a:solidFill>
                <a:latin typeface="NotoSansEthiopic"/>
              </a:rPr>
              <a:t> </a:t>
            </a:r>
            <a:r>
              <a:rPr lang="en-US" sz="7200" dirty="0" err="1">
                <a:solidFill>
                  <a:schemeClr val="bg1"/>
                </a:solidFill>
                <a:latin typeface="NotoSansEthiopic"/>
              </a:rPr>
              <a:t>እግዚአብሔር</a:t>
            </a:r>
            <a:r>
              <a:rPr lang="en-US" sz="7200" dirty="0">
                <a:solidFill>
                  <a:schemeClr val="bg1"/>
                </a:solidFill>
                <a:latin typeface="NotoSansEthiopic"/>
              </a:rPr>
              <a:t> </a:t>
            </a:r>
            <a:r>
              <a:rPr lang="en-US" sz="7200" dirty="0" err="1">
                <a:solidFill>
                  <a:schemeClr val="bg1"/>
                </a:solidFill>
                <a:latin typeface="NotoSansEthiopic"/>
              </a:rPr>
              <a:t>እኛን</a:t>
            </a:r>
            <a:r>
              <a:rPr lang="en-US" sz="7200" dirty="0">
                <a:solidFill>
                  <a:schemeClr val="bg1"/>
                </a:solidFill>
                <a:latin typeface="NotoSansEthiopic"/>
              </a:rPr>
              <a:t> </a:t>
            </a:r>
            <a:r>
              <a:rPr lang="en-US" sz="7200" dirty="0" err="1">
                <a:solidFill>
                  <a:schemeClr val="bg1"/>
                </a:solidFill>
                <a:latin typeface="NotoSansEthiopic"/>
              </a:rPr>
              <a:t>አገልጋዮቹን</a:t>
            </a:r>
            <a:r>
              <a:rPr lang="en-US" sz="7200" dirty="0">
                <a:solidFill>
                  <a:schemeClr val="bg1"/>
                </a:solidFill>
                <a:latin typeface="NotoSansEthiopic"/>
              </a:rPr>
              <a:t> </a:t>
            </a:r>
            <a:r>
              <a:rPr lang="en-US" sz="7200" dirty="0" err="1">
                <a:solidFill>
                  <a:schemeClr val="bg1"/>
                </a:solidFill>
                <a:latin typeface="NotoSansEthiopic"/>
              </a:rPr>
              <a:t>በሰላም</a:t>
            </a:r>
            <a:r>
              <a:rPr lang="en-US" sz="7200" dirty="0">
                <a:solidFill>
                  <a:schemeClr val="bg1"/>
                </a:solidFill>
                <a:latin typeface="NotoSansEthiopic"/>
              </a:rPr>
              <a:t> </a:t>
            </a:r>
            <a:r>
              <a:rPr lang="en-US" sz="7200" dirty="0" err="1">
                <a:solidFill>
                  <a:schemeClr val="bg1"/>
                </a:solidFill>
                <a:latin typeface="NotoSansEthiopic"/>
              </a:rPr>
              <a:t>ይባርከን</a:t>
            </a:r>
            <a:r>
              <a:rPr lang="en-US" sz="7200" dirty="0">
                <a:solidFill>
                  <a:schemeClr val="bg1"/>
                </a:solidFill>
                <a:latin typeface="NotoSansEthiopic"/>
              </a:rPr>
              <a:t>። </a:t>
            </a:r>
            <a:r>
              <a:rPr lang="en-US" sz="7200" dirty="0" err="1">
                <a:solidFill>
                  <a:schemeClr val="bg1"/>
                </a:solidFill>
                <a:latin typeface="NotoSansEthiopic"/>
              </a:rPr>
              <a:t>ቅዱስ</a:t>
            </a:r>
            <a:r>
              <a:rPr lang="en-US" sz="7200" dirty="0">
                <a:solidFill>
                  <a:schemeClr val="bg1"/>
                </a:solidFill>
                <a:latin typeface="NotoSansEthiopic"/>
              </a:rPr>
              <a:t> </a:t>
            </a:r>
            <a:r>
              <a:rPr lang="en-US" sz="7200" dirty="0" err="1">
                <a:solidFill>
                  <a:schemeClr val="bg1"/>
                </a:solidFill>
                <a:latin typeface="NotoSansEthiopic"/>
              </a:rPr>
              <a:t>ሥጋህንና</a:t>
            </a:r>
            <a:r>
              <a:rPr lang="en-US" sz="7200" dirty="0">
                <a:solidFill>
                  <a:schemeClr val="bg1"/>
                </a:solidFill>
                <a:latin typeface="NotoSansEthiopic"/>
              </a:rPr>
              <a:t> </a:t>
            </a:r>
            <a:r>
              <a:rPr lang="en-US" sz="7200" dirty="0" err="1">
                <a:solidFill>
                  <a:schemeClr val="bg1"/>
                </a:solidFill>
                <a:latin typeface="NotoSansEthiopic"/>
              </a:rPr>
              <a:t>ክቡር</a:t>
            </a:r>
            <a:r>
              <a:rPr lang="en-US" sz="7200" dirty="0">
                <a:solidFill>
                  <a:schemeClr val="bg1"/>
                </a:solidFill>
                <a:latin typeface="NotoSansEthiopic"/>
              </a:rPr>
              <a:t> </a:t>
            </a:r>
            <a:r>
              <a:rPr lang="en-US" sz="7200" dirty="0" err="1">
                <a:solidFill>
                  <a:schemeClr val="bg1"/>
                </a:solidFill>
                <a:latin typeface="NotoSansEthiopic"/>
              </a:rPr>
              <a:t>ደምህን</a:t>
            </a:r>
            <a:r>
              <a:rPr lang="en-US" sz="7200" dirty="0">
                <a:solidFill>
                  <a:schemeClr val="bg1"/>
                </a:solidFill>
                <a:latin typeface="NotoSansEthiopic"/>
              </a:rPr>
              <a:t> </a:t>
            </a:r>
            <a:r>
              <a:rPr lang="en-US" sz="7200" dirty="0" err="1">
                <a:solidFill>
                  <a:schemeClr val="bg1"/>
                </a:solidFill>
                <a:latin typeface="NotoSansEthiopic"/>
              </a:rPr>
              <a:t>ለተቀበልነው</a:t>
            </a:r>
            <a:r>
              <a:rPr lang="en-US" sz="7200" dirty="0">
                <a:solidFill>
                  <a:schemeClr val="bg1"/>
                </a:solidFill>
                <a:latin typeface="NotoSansEthiopic"/>
              </a:rPr>
              <a:t> </a:t>
            </a:r>
            <a:r>
              <a:rPr lang="en-US" sz="7200" dirty="0" err="1">
                <a:solidFill>
                  <a:schemeClr val="bg1"/>
                </a:solidFill>
                <a:latin typeface="NotoSansEthiopic"/>
              </a:rPr>
              <a:t>ለሥርየት</a:t>
            </a:r>
            <a:r>
              <a:rPr lang="en-US" sz="7200" dirty="0">
                <a:solidFill>
                  <a:schemeClr val="bg1"/>
                </a:solidFill>
                <a:latin typeface="NotoSansEthiopic"/>
              </a:rPr>
              <a:t> </a:t>
            </a:r>
            <a:r>
              <a:rPr lang="en-US" sz="7200" dirty="0" err="1">
                <a:solidFill>
                  <a:schemeClr val="bg1"/>
                </a:solidFill>
                <a:latin typeface="NotoSansEthiopic"/>
              </a:rPr>
              <a:t>ይሁንልን</a:t>
            </a:r>
            <a:r>
              <a:rPr lang="en-US" sz="7200" dirty="0">
                <a:solidFill>
                  <a:schemeClr val="bg1"/>
                </a:solidFill>
                <a:latin typeface="NotoSansEthiopic"/>
              </a:rPr>
              <a:t> </a:t>
            </a:r>
            <a:r>
              <a:rPr lang="en-US" sz="7200" dirty="0" err="1">
                <a:solidFill>
                  <a:schemeClr val="bg1"/>
                </a:solidFill>
                <a:latin typeface="NotoSansEthiopic"/>
              </a:rPr>
              <a:t>የጠላትን</a:t>
            </a:r>
            <a:r>
              <a:rPr lang="en-US" sz="7200" dirty="0">
                <a:solidFill>
                  <a:schemeClr val="bg1"/>
                </a:solidFill>
                <a:latin typeface="NotoSansEthiopic"/>
              </a:rPr>
              <a:t> </a:t>
            </a:r>
            <a:r>
              <a:rPr lang="en-US" sz="7200" dirty="0" err="1">
                <a:solidFill>
                  <a:schemeClr val="bg1"/>
                </a:solidFill>
                <a:latin typeface="NotoSansEthiopic"/>
              </a:rPr>
              <a:t>ኃይል</a:t>
            </a:r>
            <a:r>
              <a:rPr lang="en-US" sz="7200" dirty="0">
                <a:solidFill>
                  <a:schemeClr val="bg1"/>
                </a:solidFill>
                <a:latin typeface="NotoSansEthiopic"/>
              </a:rPr>
              <a:t> </a:t>
            </a:r>
            <a:r>
              <a:rPr lang="en-US" sz="7200" dirty="0" err="1">
                <a:solidFill>
                  <a:schemeClr val="bg1"/>
                </a:solidFill>
                <a:latin typeface="NotoSansEthiopic"/>
              </a:rPr>
              <a:t>ሁሉ</a:t>
            </a:r>
            <a:r>
              <a:rPr lang="en-US" sz="7200" dirty="0">
                <a:solidFill>
                  <a:schemeClr val="bg1"/>
                </a:solidFill>
                <a:latin typeface="NotoSansEthiopic"/>
              </a:rPr>
              <a:t> </a:t>
            </a:r>
            <a:r>
              <a:rPr lang="en-US" sz="7200" dirty="0" err="1">
                <a:solidFill>
                  <a:schemeClr val="bg1"/>
                </a:solidFill>
                <a:latin typeface="NotoSansEthiopic"/>
              </a:rPr>
              <a:t>በመንፈስ</a:t>
            </a:r>
            <a:r>
              <a:rPr lang="en-US" sz="7200" dirty="0">
                <a:solidFill>
                  <a:schemeClr val="bg1"/>
                </a:solidFill>
                <a:latin typeface="NotoSansEthiopic"/>
              </a:rPr>
              <a:t> </a:t>
            </a:r>
            <a:r>
              <a:rPr lang="en-US" sz="7200" dirty="0" err="1">
                <a:solidFill>
                  <a:schemeClr val="bg1"/>
                </a:solidFill>
                <a:latin typeface="NotoSansEthiopic"/>
              </a:rPr>
              <a:t>እንድንረግጠው</a:t>
            </a:r>
            <a:r>
              <a:rPr lang="en-US" sz="7200" dirty="0">
                <a:solidFill>
                  <a:schemeClr val="bg1"/>
                </a:solidFill>
                <a:latin typeface="NotoSansEthiopic"/>
              </a:rPr>
              <a:t> </a:t>
            </a:r>
            <a:r>
              <a:rPr lang="en-US" sz="7200" dirty="0" err="1">
                <a:solidFill>
                  <a:schemeClr val="bg1"/>
                </a:solidFill>
                <a:latin typeface="NotoSansEthiopic"/>
              </a:rPr>
              <a:t>ሥልጣን</a:t>
            </a:r>
            <a:r>
              <a:rPr lang="en-US" sz="7200" dirty="0">
                <a:solidFill>
                  <a:schemeClr val="bg1"/>
                </a:solidFill>
                <a:latin typeface="NotoSansEthiopic"/>
              </a:rPr>
              <a:t> </a:t>
            </a:r>
            <a:r>
              <a:rPr lang="en-US" sz="7200" dirty="0" err="1">
                <a:solidFill>
                  <a:schemeClr val="bg1"/>
                </a:solidFill>
                <a:latin typeface="NotoSansEthiopic"/>
              </a:rPr>
              <a:t>ሰጠን</a:t>
            </a:r>
            <a:r>
              <a:rPr lang="en-US" sz="7200" dirty="0">
                <a:solidFill>
                  <a:schemeClr val="bg1"/>
                </a:solidFill>
                <a:latin typeface="NotoSansEthiopic"/>
              </a:rPr>
              <a:t> </a:t>
            </a:r>
            <a:r>
              <a:rPr lang="en-US" sz="7200" dirty="0" err="1">
                <a:solidFill>
                  <a:schemeClr val="bg1"/>
                </a:solidFill>
                <a:latin typeface="NotoSansEthiopic"/>
              </a:rPr>
              <a:t>ሁላችንም</a:t>
            </a:r>
            <a:r>
              <a:rPr lang="en-US" sz="7200" dirty="0">
                <a:solidFill>
                  <a:schemeClr val="bg1"/>
                </a:solidFill>
                <a:latin typeface="NotoSansEthiopic"/>
              </a:rPr>
              <a:t> </a:t>
            </a:r>
            <a:r>
              <a:rPr lang="en-US" sz="7200" dirty="0" err="1">
                <a:solidFill>
                  <a:schemeClr val="bg1"/>
                </a:solidFill>
                <a:latin typeface="NotoSansEthiopic"/>
              </a:rPr>
              <a:t>በምሕረትህ</a:t>
            </a:r>
            <a:r>
              <a:rPr lang="en-US" sz="7200" dirty="0">
                <a:solidFill>
                  <a:schemeClr val="bg1"/>
                </a:solidFill>
                <a:latin typeface="NotoSansEthiopic"/>
              </a:rPr>
              <a:t> </a:t>
            </a:r>
            <a:r>
              <a:rPr lang="en-US" sz="7200" dirty="0" err="1">
                <a:solidFill>
                  <a:schemeClr val="bg1"/>
                </a:solidFill>
                <a:latin typeface="NotoSansEthiopic"/>
              </a:rPr>
              <a:t>የተመላውና</a:t>
            </a:r>
            <a:r>
              <a:rPr lang="en-US" sz="7200" dirty="0">
                <a:solidFill>
                  <a:schemeClr val="bg1"/>
                </a:solidFill>
                <a:latin typeface="NotoSansEthiopic"/>
              </a:rPr>
              <a:t> </a:t>
            </a:r>
            <a:r>
              <a:rPr lang="en-US" sz="7200" dirty="0" err="1">
                <a:solidFill>
                  <a:schemeClr val="bg1"/>
                </a:solidFill>
                <a:latin typeface="NotoSansEthiopic"/>
              </a:rPr>
              <a:t>የተቀደሰ</a:t>
            </a:r>
            <a:r>
              <a:rPr lang="en-US" sz="7200" dirty="0">
                <a:solidFill>
                  <a:schemeClr val="bg1"/>
                </a:solidFill>
                <a:latin typeface="NotoSansEthiopic"/>
              </a:rPr>
              <a:t> </a:t>
            </a:r>
            <a:r>
              <a:rPr lang="en-US" sz="7200" dirty="0" err="1">
                <a:solidFill>
                  <a:schemeClr val="bg1"/>
                </a:solidFill>
                <a:latin typeface="NotoSansEthiopic"/>
              </a:rPr>
              <a:t>እጅህን</a:t>
            </a:r>
            <a:r>
              <a:rPr lang="en-US" sz="7200" dirty="0">
                <a:solidFill>
                  <a:schemeClr val="bg1"/>
                </a:solidFill>
                <a:latin typeface="NotoSansEthiopic"/>
              </a:rPr>
              <a:t> </a:t>
            </a:r>
            <a:r>
              <a:rPr lang="en-US" sz="7200" dirty="0" err="1">
                <a:solidFill>
                  <a:schemeClr val="bg1"/>
                </a:solidFill>
                <a:latin typeface="NotoSansEthiopic"/>
              </a:rPr>
              <a:t>ቡራኬ</a:t>
            </a:r>
            <a:r>
              <a:rPr lang="en-US" sz="7200" dirty="0">
                <a:solidFill>
                  <a:schemeClr val="bg1"/>
                </a:solidFill>
                <a:latin typeface="NotoSansEthiopic"/>
              </a:rPr>
              <a:t> </a:t>
            </a:r>
            <a:r>
              <a:rPr lang="en-US" sz="7200" dirty="0" err="1">
                <a:solidFill>
                  <a:schemeClr val="bg1"/>
                </a:solidFill>
                <a:latin typeface="NotoSansEthiopic"/>
              </a:rPr>
              <a:t>ተስፋ</a:t>
            </a:r>
            <a:r>
              <a:rPr lang="en-US" sz="7200" dirty="0">
                <a:solidFill>
                  <a:schemeClr val="bg1"/>
                </a:solidFill>
                <a:latin typeface="NotoSansEthiopic"/>
              </a:rPr>
              <a:t> </a:t>
            </a:r>
            <a:r>
              <a:rPr lang="en-US" sz="7200" dirty="0" err="1">
                <a:solidFill>
                  <a:schemeClr val="bg1"/>
                </a:solidFill>
                <a:latin typeface="NotoSansEthiopic"/>
              </a:rPr>
              <a:t>እናደርጋለን</a:t>
            </a:r>
            <a:r>
              <a:rPr lang="en-US" sz="7200" dirty="0">
                <a:solidFill>
                  <a:schemeClr val="bg1"/>
                </a:solidFill>
                <a:latin typeface="NotoSansEthiopic"/>
              </a:rPr>
              <a:t> </a:t>
            </a:r>
            <a:r>
              <a:rPr lang="en-US" sz="7200" dirty="0" err="1">
                <a:solidFill>
                  <a:schemeClr val="bg1"/>
                </a:solidFill>
                <a:latin typeface="NotoSansEthiopic"/>
              </a:rPr>
              <a:t>ከክፉ</a:t>
            </a:r>
            <a:r>
              <a:rPr lang="en-US" sz="7200" dirty="0">
                <a:solidFill>
                  <a:schemeClr val="bg1"/>
                </a:solidFill>
                <a:latin typeface="NotoSansEthiopic"/>
              </a:rPr>
              <a:t> </a:t>
            </a:r>
            <a:r>
              <a:rPr lang="en-US" sz="7200" dirty="0" err="1">
                <a:solidFill>
                  <a:schemeClr val="bg1"/>
                </a:solidFill>
                <a:latin typeface="NotoSansEthiopic"/>
              </a:rPr>
              <a:t>ሥራ</a:t>
            </a:r>
            <a:r>
              <a:rPr lang="en-US" sz="7200" dirty="0">
                <a:solidFill>
                  <a:schemeClr val="bg1"/>
                </a:solidFill>
                <a:latin typeface="NotoSansEthiopic"/>
              </a:rPr>
              <a:t> </a:t>
            </a:r>
            <a:r>
              <a:rPr lang="en-US" sz="7200" dirty="0" err="1">
                <a:solidFill>
                  <a:schemeClr val="bg1"/>
                </a:solidFill>
                <a:latin typeface="NotoSansEthiopic"/>
              </a:rPr>
              <a:t>ሁሉ</a:t>
            </a:r>
            <a:r>
              <a:rPr lang="en-US" sz="7200" dirty="0">
                <a:solidFill>
                  <a:schemeClr val="bg1"/>
                </a:solidFill>
                <a:latin typeface="NotoSansEthiopic"/>
              </a:rPr>
              <a:t> </a:t>
            </a:r>
            <a:r>
              <a:rPr lang="en-US" sz="7200" dirty="0" err="1">
                <a:solidFill>
                  <a:schemeClr val="bg1"/>
                </a:solidFill>
                <a:latin typeface="NotoSansEthiopic"/>
              </a:rPr>
              <a:t>አርቀን</a:t>
            </a:r>
            <a:r>
              <a:rPr lang="en-US" sz="7200" dirty="0">
                <a:solidFill>
                  <a:schemeClr val="bg1"/>
                </a:solidFill>
                <a:latin typeface="NotoSansEthiopic"/>
              </a:rPr>
              <a:t> </a:t>
            </a:r>
            <a:r>
              <a:rPr lang="en-US" sz="7200" dirty="0" err="1">
                <a:solidFill>
                  <a:schemeClr val="bg1"/>
                </a:solidFill>
                <a:latin typeface="NotoSansEthiopic"/>
              </a:rPr>
              <a:t>የመልካም</a:t>
            </a:r>
            <a:r>
              <a:rPr lang="en-US" sz="7200" dirty="0">
                <a:solidFill>
                  <a:schemeClr val="bg1"/>
                </a:solidFill>
                <a:latin typeface="NotoSansEthiopic"/>
              </a:rPr>
              <a:t> </a:t>
            </a:r>
            <a:r>
              <a:rPr lang="en-US" sz="7200" dirty="0" err="1">
                <a:solidFill>
                  <a:schemeClr val="bg1"/>
                </a:solidFill>
                <a:latin typeface="NotoSansEthiopic"/>
              </a:rPr>
              <a:t>ሥራ</a:t>
            </a:r>
            <a:r>
              <a:rPr lang="en-US" sz="7200" dirty="0">
                <a:solidFill>
                  <a:schemeClr val="bg1"/>
                </a:solidFill>
                <a:latin typeface="NotoSansEthiopic"/>
              </a:rPr>
              <a:t> </a:t>
            </a:r>
            <a:r>
              <a:rPr lang="en-US" sz="7200" dirty="0" err="1">
                <a:solidFill>
                  <a:schemeClr val="bg1"/>
                </a:solidFill>
                <a:latin typeface="NotoSansEthiopic"/>
              </a:rPr>
              <a:t>ሁሉ</a:t>
            </a:r>
            <a:r>
              <a:rPr lang="en-US" sz="7200" dirty="0">
                <a:solidFill>
                  <a:schemeClr val="bg1"/>
                </a:solidFill>
                <a:latin typeface="NotoSansEthiopic"/>
              </a:rPr>
              <a:t> </a:t>
            </a:r>
            <a:r>
              <a:rPr lang="en-US" sz="7200" dirty="0" err="1">
                <a:solidFill>
                  <a:schemeClr val="bg1"/>
                </a:solidFill>
                <a:latin typeface="NotoSansEthiopic"/>
              </a:rPr>
              <a:t>ተካፋዮች</a:t>
            </a:r>
            <a:r>
              <a:rPr lang="en-US" sz="7200" dirty="0">
                <a:solidFill>
                  <a:schemeClr val="bg1"/>
                </a:solidFill>
                <a:latin typeface="NotoSansEthiopic"/>
              </a:rPr>
              <a:t> </a:t>
            </a:r>
            <a:r>
              <a:rPr lang="en-US" sz="7200" dirty="0" err="1">
                <a:solidFill>
                  <a:schemeClr val="bg1"/>
                </a:solidFill>
                <a:latin typeface="NotoSansEthiopic"/>
              </a:rPr>
              <a:t>አድርገን</a:t>
            </a:r>
            <a:r>
              <a:rPr lang="en-US" sz="7200" dirty="0">
                <a:solidFill>
                  <a:schemeClr val="bg1"/>
                </a:solidFill>
                <a:latin typeface="NotoSansEthiopic"/>
              </a:rPr>
              <a:t> </a:t>
            </a:r>
            <a:r>
              <a:rPr lang="en-US" sz="7200" dirty="0" err="1">
                <a:solidFill>
                  <a:schemeClr val="bg1"/>
                </a:solidFill>
                <a:latin typeface="NotoSansEthiopic"/>
              </a:rPr>
              <a:t>ቅዱስ</a:t>
            </a:r>
            <a:r>
              <a:rPr lang="en-US" sz="7200" dirty="0">
                <a:solidFill>
                  <a:schemeClr val="bg1"/>
                </a:solidFill>
                <a:latin typeface="NotoSansEthiopic"/>
              </a:rPr>
              <a:t> </a:t>
            </a:r>
            <a:r>
              <a:rPr lang="en-US" sz="7200" dirty="0" err="1">
                <a:solidFill>
                  <a:schemeClr val="bg1"/>
                </a:solidFill>
                <a:latin typeface="NotoSansEthiopic"/>
              </a:rPr>
              <a:t>ሥጋውንና</a:t>
            </a:r>
            <a:r>
              <a:rPr lang="en-US" sz="7200" dirty="0">
                <a:solidFill>
                  <a:schemeClr val="bg1"/>
                </a:solidFill>
                <a:latin typeface="NotoSansEthiopic"/>
              </a:rPr>
              <a:t> </a:t>
            </a:r>
            <a:r>
              <a:rPr lang="en-US" sz="7200" dirty="0" err="1">
                <a:solidFill>
                  <a:schemeClr val="bg1"/>
                </a:solidFill>
                <a:latin typeface="NotoSansEthiopic"/>
              </a:rPr>
              <a:t>ከቡር</a:t>
            </a:r>
            <a:r>
              <a:rPr lang="en-US" sz="7200" dirty="0">
                <a:solidFill>
                  <a:schemeClr val="bg1"/>
                </a:solidFill>
                <a:latin typeface="NotoSansEthiopic"/>
              </a:rPr>
              <a:t> </a:t>
            </a:r>
            <a:r>
              <a:rPr lang="en-US" sz="7200" dirty="0" err="1">
                <a:solidFill>
                  <a:schemeClr val="bg1"/>
                </a:solidFill>
                <a:latin typeface="NotoSansEthiopic"/>
              </a:rPr>
              <a:t>ደሙን</a:t>
            </a:r>
            <a:r>
              <a:rPr lang="en-US" sz="7200" dirty="0">
                <a:solidFill>
                  <a:schemeClr val="bg1"/>
                </a:solidFill>
                <a:latin typeface="NotoSansEthiopic"/>
              </a:rPr>
              <a:t> </a:t>
            </a:r>
            <a:r>
              <a:rPr lang="en-US" sz="7200" dirty="0" err="1">
                <a:solidFill>
                  <a:schemeClr val="bg1"/>
                </a:solidFill>
                <a:latin typeface="NotoSansEthiopic"/>
              </a:rPr>
              <a:t>የሰጠን</a:t>
            </a:r>
            <a:r>
              <a:rPr lang="en-US" sz="7200" dirty="0">
                <a:solidFill>
                  <a:schemeClr val="bg1"/>
                </a:solidFill>
                <a:latin typeface="NotoSansEthiopic"/>
              </a:rPr>
              <a:t> </a:t>
            </a:r>
            <a:r>
              <a:rPr lang="en-US" sz="7200" dirty="0" err="1">
                <a:solidFill>
                  <a:schemeClr val="bg1"/>
                </a:solidFill>
                <a:latin typeface="NotoSansEthiopic"/>
              </a:rPr>
              <a:t>የተመሰገነ</a:t>
            </a:r>
            <a:r>
              <a:rPr lang="en-US" sz="7200" dirty="0">
                <a:solidFill>
                  <a:schemeClr val="bg1"/>
                </a:solidFill>
                <a:latin typeface="NotoSansEthiopic"/>
              </a:rPr>
              <a:t> </a:t>
            </a:r>
            <a:r>
              <a:rPr lang="en-US" sz="7200" dirty="0" err="1">
                <a:solidFill>
                  <a:schemeClr val="bg1"/>
                </a:solidFill>
                <a:latin typeface="NotoSansEthiopic"/>
              </a:rPr>
              <a:t>ነው</a:t>
            </a:r>
            <a:r>
              <a:rPr lang="en-US" sz="7200" dirty="0">
                <a:solidFill>
                  <a:schemeClr val="bg1"/>
                </a:solidFill>
                <a:latin typeface="NotoSansEthiopic"/>
              </a:rPr>
              <a:t> </a:t>
            </a:r>
            <a:r>
              <a:rPr lang="en-US" sz="7200" dirty="0" err="1">
                <a:solidFill>
                  <a:schemeClr val="bg1"/>
                </a:solidFill>
                <a:latin typeface="NotoSansEthiopic"/>
              </a:rPr>
              <a:t>በኢየሱስ</a:t>
            </a:r>
            <a:r>
              <a:rPr lang="en-US" sz="7200" dirty="0">
                <a:solidFill>
                  <a:schemeClr val="bg1"/>
                </a:solidFill>
                <a:latin typeface="NotoSansEthiopic"/>
              </a:rPr>
              <a:t> </a:t>
            </a:r>
            <a:r>
              <a:rPr lang="en-US" sz="7200" dirty="0" err="1">
                <a:solidFill>
                  <a:schemeClr val="bg1"/>
                </a:solidFill>
                <a:latin typeface="NotoSansEthiopic"/>
              </a:rPr>
              <a:t>ክርስቶስ</a:t>
            </a:r>
            <a:r>
              <a:rPr lang="en-US" sz="7200" dirty="0">
                <a:solidFill>
                  <a:schemeClr val="bg1"/>
                </a:solidFill>
                <a:latin typeface="NotoSansEthiopic"/>
              </a:rPr>
              <a:t> </a:t>
            </a:r>
            <a:r>
              <a:rPr lang="en-US" sz="7200" dirty="0" err="1">
                <a:solidFill>
                  <a:schemeClr val="bg1"/>
                </a:solidFill>
                <a:latin typeface="NotoSansEthiopic"/>
              </a:rPr>
              <a:t>መስቀል</a:t>
            </a:r>
            <a:r>
              <a:rPr lang="en-US" sz="7200" dirty="0">
                <a:solidFill>
                  <a:schemeClr val="bg1"/>
                </a:solidFill>
                <a:latin typeface="NotoSansEthiopic"/>
              </a:rPr>
              <a:t> </a:t>
            </a:r>
            <a:r>
              <a:rPr lang="en-US" sz="7200" dirty="0" err="1">
                <a:solidFill>
                  <a:schemeClr val="bg1"/>
                </a:solidFill>
                <a:latin typeface="NotoSansEthiopic"/>
              </a:rPr>
              <a:t>ኃይል</a:t>
            </a:r>
            <a:r>
              <a:rPr lang="en-US" sz="7200" dirty="0">
                <a:solidFill>
                  <a:schemeClr val="bg1"/>
                </a:solidFill>
                <a:latin typeface="NotoSansEthiopic"/>
              </a:rPr>
              <a:t> </a:t>
            </a:r>
            <a:r>
              <a:rPr lang="en-US" sz="7200" dirty="0" err="1">
                <a:solidFill>
                  <a:schemeClr val="bg1"/>
                </a:solidFill>
                <a:latin typeface="NotoSansEthiopic"/>
              </a:rPr>
              <a:t>ጸጋን</a:t>
            </a:r>
            <a:r>
              <a:rPr lang="en-US" sz="7200" dirty="0">
                <a:solidFill>
                  <a:schemeClr val="bg1"/>
                </a:solidFill>
                <a:latin typeface="NotoSansEthiopic"/>
              </a:rPr>
              <a:t> </a:t>
            </a:r>
            <a:r>
              <a:rPr lang="en-US" sz="7200" dirty="0" err="1">
                <a:solidFill>
                  <a:schemeClr val="bg1"/>
                </a:solidFill>
                <a:latin typeface="NotoSansEthiopic"/>
              </a:rPr>
              <a:t>ተቀበልን</a:t>
            </a:r>
            <a:r>
              <a:rPr lang="en-US" sz="7200" dirty="0">
                <a:solidFill>
                  <a:schemeClr val="bg1"/>
                </a:solidFill>
                <a:latin typeface="NotoSansEthiopic"/>
              </a:rPr>
              <a:t> </a:t>
            </a:r>
            <a:r>
              <a:rPr lang="en-US" sz="7200" dirty="0" err="1">
                <a:solidFill>
                  <a:schemeClr val="bg1"/>
                </a:solidFill>
                <a:latin typeface="NotoSansEthiopic"/>
              </a:rPr>
              <a:t>ሕይወትንም</a:t>
            </a:r>
            <a:r>
              <a:rPr lang="en-US" sz="7200" dirty="0">
                <a:solidFill>
                  <a:schemeClr val="bg1"/>
                </a:solidFill>
                <a:latin typeface="NotoSansEthiopic"/>
              </a:rPr>
              <a:t> </a:t>
            </a:r>
            <a:r>
              <a:rPr lang="en-US" sz="7200" dirty="0" err="1">
                <a:solidFill>
                  <a:schemeClr val="bg1"/>
                </a:solidFill>
                <a:latin typeface="NotoSansEthiopic"/>
              </a:rPr>
              <a:t>አገኘን</a:t>
            </a:r>
            <a:r>
              <a:rPr lang="en-US" sz="7200" dirty="0">
                <a:solidFill>
                  <a:schemeClr val="bg1"/>
                </a:solidFill>
                <a:latin typeface="NotoSansEthiopic"/>
              </a:rPr>
              <a:t> </a:t>
            </a:r>
            <a:r>
              <a:rPr lang="en-US" sz="7200" dirty="0" err="1">
                <a:solidFill>
                  <a:schemeClr val="bg1"/>
                </a:solidFill>
                <a:latin typeface="NotoSansEthiopic"/>
              </a:rPr>
              <a:t>ጌታ</a:t>
            </a:r>
            <a:r>
              <a:rPr lang="en-US" sz="7200" dirty="0">
                <a:solidFill>
                  <a:schemeClr val="bg1"/>
                </a:solidFill>
                <a:latin typeface="NotoSansEthiopic"/>
              </a:rPr>
              <a:t> </a:t>
            </a:r>
            <a:r>
              <a:rPr lang="en-US" sz="7200" dirty="0" err="1">
                <a:solidFill>
                  <a:schemeClr val="bg1"/>
                </a:solidFill>
                <a:latin typeface="NotoSansEthiopic"/>
              </a:rPr>
              <a:t>ሆይ</a:t>
            </a:r>
            <a:r>
              <a:rPr lang="en-US" sz="7200" dirty="0">
                <a:solidFill>
                  <a:schemeClr val="bg1"/>
                </a:solidFill>
                <a:latin typeface="NotoSansEthiopic"/>
              </a:rPr>
              <a:t> </a:t>
            </a:r>
            <a:r>
              <a:rPr lang="en-US" sz="7200" dirty="0" err="1">
                <a:solidFill>
                  <a:schemeClr val="bg1"/>
                </a:solidFill>
                <a:latin typeface="NotoSansEthiopic"/>
              </a:rPr>
              <a:t>ከመንፈስ</a:t>
            </a:r>
            <a:r>
              <a:rPr lang="en-US" sz="7200" dirty="0">
                <a:solidFill>
                  <a:schemeClr val="bg1"/>
                </a:solidFill>
                <a:latin typeface="NotoSansEthiopic"/>
              </a:rPr>
              <a:t> </a:t>
            </a:r>
            <a:r>
              <a:rPr lang="en-US" sz="7200" dirty="0" err="1">
                <a:solidFill>
                  <a:schemeClr val="bg1"/>
                </a:solidFill>
                <a:latin typeface="NotoSansEthiopic"/>
              </a:rPr>
              <a:t>ቅዱስ</a:t>
            </a:r>
            <a:r>
              <a:rPr lang="en-US" sz="7200" dirty="0">
                <a:solidFill>
                  <a:schemeClr val="bg1"/>
                </a:solidFill>
                <a:latin typeface="NotoSansEthiopic"/>
              </a:rPr>
              <a:t> </a:t>
            </a:r>
            <a:r>
              <a:rPr lang="en-US" sz="7200" dirty="0" err="1">
                <a:solidFill>
                  <a:schemeClr val="bg1"/>
                </a:solidFill>
                <a:latin typeface="NotoSansEthiopic"/>
              </a:rPr>
              <a:t>የተገኘውን</a:t>
            </a:r>
            <a:r>
              <a:rPr lang="en-US" sz="7200" dirty="0">
                <a:solidFill>
                  <a:schemeClr val="bg1"/>
                </a:solidFill>
                <a:latin typeface="NotoSansEthiopic"/>
              </a:rPr>
              <a:t> </a:t>
            </a:r>
            <a:r>
              <a:rPr lang="en-US" sz="7200" dirty="0" err="1">
                <a:solidFill>
                  <a:schemeClr val="bg1"/>
                </a:solidFill>
                <a:latin typeface="NotoSansEthiopic"/>
              </a:rPr>
              <a:t>ጸጋ</a:t>
            </a:r>
            <a:r>
              <a:rPr lang="en-US" sz="7200" dirty="0">
                <a:solidFill>
                  <a:schemeClr val="bg1"/>
                </a:solidFill>
                <a:latin typeface="NotoSansEthiopic"/>
              </a:rPr>
              <a:t> </a:t>
            </a:r>
            <a:r>
              <a:rPr lang="en-US" sz="7200" dirty="0" err="1">
                <a:solidFill>
                  <a:schemeClr val="bg1"/>
                </a:solidFill>
                <a:latin typeface="NotoSansEthiopic"/>
              </a:rPr>
              <a:t>ተቀብለን</a:t>
            </a:r>
            <a:r>
              <a:rPr lang="en-US" sz="7200" dirty="0">
                <a:solidFill>
                  <a:schemeClr val="bg1"/>
                </a:solidFill>
                <a:latin typeface="NotoSansEthiopic"/>
              </a:rPr>
              <a:t> </a:t>
            </a:r>
            <a:r>
              <a:rPr lang="en-US" sz="7200" dirty="0" err="1">
                <a:solidFill>
                  <a:schemeClr val="bg1"/>
                </a:solidFill>
                <a:latin typeface="NotoSansEthiopic"/>
              </a:rPr>
              <a:t>እናመሰግንሃለን</a:t>
            </a:r>
            <a:r>
              <a:rPr lang="en-US" sz="7200" dirty="0">
                <a:solidFill>
                  <a:schemeClr val="bg1"/>
                </a:solidFill>
                <a:latin typeface="NotoSansEthiopic"/>
              </a:rPr>
              <a:t>።</a:t>
            </a:r>
          </a:p>
        </p:txBody>
      </p:sp>
    </p:spTree>
    <p:extLst>
      <p:ext uri="{BB962C8B-B14F-4D97-AF65-F5344CB8AC3E}">
        <p14:creationId xmlns:p14="http://schemas.microsoft.com/office/powerpoint/2010/main" val="60656418"/>
      </p:ext>
    </p:extLst>
  </p:cSld>
  <p:clrMapOvr>
    <a:masterClrMapping/>
  </p:clrMapOvr>
</p:sld>
</file>

<file path=ppt/slides/slide26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39CE4A70-EF08-4C5C-B45A-9F1A61662266}"/>
              </a:ext>
            </a:extLst>
          </p:cNvPr>
          <p:cNvSpPr>
            <a:spLocks noGrp="1"/>
          </p:cNvSpPr>
          <p:nvPr>
            <p:ph idx="1"/>
          </p:nvPr>
        </p:nvSpPr>
        <p:spPr>
          <a:xfrm>
            <a:off x="136478" y="95535"/>
            <a:ext cx="11832609" cy="6660108"/>
          </a:xfrm>
        </p:spPr>
        <p:txBody>
          <a:bodyPr>
            <a:normAutofit lnSpcReduction="10000"/>
          </a:bodyPr>
          <a:lstStyle/>
          <a:p>
            <a:pPr marL="0" indent="0">
              <a:lnSpc>
                <a:spcPct val="120000"/>
              </a:lnSpc>
              <a:buNone/>
            </a:pPr>
            <a:r>
              <a:rPr lang="am-ET" sz="7200" dirty="0">
                <a:solidFill>
                  <a:schemeClr val="bg1"/>
                </a:solidFill>
                <a:latin typeface="NotoSansEthiopic"/>
              </a:rPr>
              <a:t>ፀጋ ነሣእነ</a:t>
            </a:r>
            <a:r>
              <a:rPr lang="en-US" sz="7200" dirty="0">
                <a:solidFill>
                  <a:schemeClr val="bg1"/>
                </a:solidFill>
                <a:latin typeface="NotoSansEthiopic"/>
              </a:rPr>
              <a:t> </a:t>
            </a:r>
            <a:r>
              <a:rPr lang="am-ET" sz="7200" dirty="0">
                <a:solidFill>
                  <a:schemeClr val="bg1"/>
                </a:solidFill>
                <a:latin typeface="NotoSansEthiopic"/>
              </a:rPr>
              <a:t>ወሕይወተ ረከብነ በኀይለ መስቀሉ ለኢየሱስ ክርስቶስ ። ኪያከ</a:t>
            </a:r>
            <a:r>
              <a:rPr lang="en-US" sz="7200" dirty="0">
                <a:solidFill>
                  <a:schemeClr val="bg1"/>
                </a:solidFill>
                <a:latin typeface="NotoSansEthiopic"/>
              </a:rPr>
              <a:t> </a:t>
            </a:r>
            <a:r>
              <a:rPr lang="am-ET" sz="7200" dirty="0">
                <a:solidFill>
                  <a:schemeClr val="bg1"/>
                </a:solidFill>
                <a:latin typeface="NotoSansEthiopic"/>
              </a:rPr>
              <a:t>እግዚኦ ነአኵት </a:t>
            </a:r>
            <a:r>
              <a:rPr lang="en-US" sz="7200" dirty="0">
                <a:solidFill>
                  <a:schemeClr val="bg1"/>
                </a:solidFill>
                <a:latin typeface="NotoSansEthiopic"/>
              </a:rPr>
              <a:t> </a:t>
            </a:r>
            <a:r>
              <a:rPr lang="am-ET" sz="7200" dirty="0">
                <a:solidFill>
                  <a:schemeClr val="bg1"/>
                </a:solidFill>
                <a:latin typeface="NotoSansEthiopic"/>
              </a:rPr>
              <a:t>ነሢአነ</a:t>
            </a:r>
            <a:r>
              <a:rPr lang="en-US" sz="7200" dirty="0">
                <a:solidFill>
                  <a:schemeClr val="bg1"/>
                </a:solidFill>
                <a:latin typeface="NotoSansEthiopic"/>
              </a:rPr>
              <a:t> </a:t>
            </a:r>
            <a:r>
              <a:rPr lang="am-ET" sz="7200" dirty="0">
                <a:solidFill>
                  <a:schemeClr val="bg1"/>
                </a:solidFill>
                <a:latin typeface="Nyala" panose="02000504070300020003" pitchFamily="2" charset="0"/>
              </a:rPr>
              <a:t>ፀ</a:t>
            </a:r>
            <a:r>
              <a:rPr lang="en-US" sz="7200" dirty="0">
                <a:solidFill>
                  <a:schemeClr val="bg1"/>
                </a:solidFill>
                <a:latin typeface="Nyala" panose="02000504070300020003" pitchFamily="2" charset="0"/>
              </a:rPr>
              <a:t>ጋ </a:t>
            </a:r>
            <a:r>
              <a:rPr lang="am-ET" sz="7200" dirty="0">
                <a:solidFill>
                  <a:schemeClr val="bg1"/>
                </a:solidFill>
                <a:latin typeface="NotoSansEthiopic"/>
              </a:rPr>
              <a:t>ዘእመንፈስ ቅዱስ።</a:t>
            </a:r>
          </a:p>
          <a:p>
            <a:pPr marL="0" indent="0">
              <a:lnSpc>
                <a:spcPct val="120000"/>
              </a:lnSpc>
              <a:buNone/>
            </a:pPr>
            <a:r>
              <a:rPr lang="am-ET" sz="7200" dirty="0">
                <a:solidFill>
                  <a:srgbClr val="C00000"/>
                </a:solidFill>
                <a:latin typeface="NotoSansEthiopic"/>
              </a:rPr>
              <a:t>ይ፡ዲ፦</a:t>
            </a:r>
            <a:r>
              <a:rPr lang="am-ET" sz="7200" dirty="0">
                <a:solidFill>
                  <a:schemeClr val="bg1"/>
                </a:solidFill>
                <a:latin typeface="NotoSansEthiopic"/>
              </a:rPr>
              <a:t>እትው በሰላም።</a:t>
            </a:r>
            <a:endParaRPr lang="en-US" dirty="0">
              <a:solidFill>
                <a:schemeClr val="bg1"/>
              </a:solidFill>
            </a:endParaRPr>
          </a:p>
        </p:txBody>
      </p:sp>
    </p:spTree>
    <p:extLst>
      <p:ext uri="{BB962C8B-B14F-4D97-AF65-F5344CB8AC3E}">
        <p14:creationId xmlns:p14="http://schemas.microsoft.com/office/powerpoint/2010/main" val="1981227854"/>
      </p:ext>
    </p:extLst>
  </p:cSld>
  <p:clrMapOvr>
    <a:masterClrMapping/>
  </p:clrMapOvr>
</p:sld>
</file>

<file path=ppt/slides/slide2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39CE4A70-EF08-4C5C-B45A-9F1A61662266}"/>
              </a:ext>
            </a:extLst>
          </p:cNvPr>
          <p:cNvSpPr>
            <a:spLocks noGrp="1"/>
          </p:cNvSpPr>
          <p:nvPr>
            <p:ph idx="1"/>
          </p:nvPr>
        </p:nvSpPr>
        <p:spPr>
          <a:xfrm>
            <a:off x="136478" y="95535"/>
            <a:ext cx="11832609" cy="6660108"/>
          </a:xfrm>
        </p:spPr>
        <p:txBody>
          <a:bodyPr>
            <a:normAutofit/>
          </a:bodyPr>
          <a:lstStyle/>
          <a:p>
            <a:pPr marL="0" indent="0" algn="ctr">
              <a:lnSpc>
                <a:spcPct val="120000"/>
              </a:lnSpc>
              <a:buNone/>
            </a:pPr>
            <a:endParaRPr lang="en-US" sz="7200" dirty="0">
              <a:solidFill>
                <a:srgbClr val="C00000"/>
              </a:solidFill>
              <a:latin typeface="NotoSansEthiopic"/>
            </a:endParaRPr>
          </a:p>
          <a:p>
            <a:pPr marL="0" indent="0" algn="ctr">
              <a:lnSpc>
                <a:spcPct val="120000"/>
              </a:lnSpc>
              <a:buNone/>
            </a:pPr>
            <a:r>
              <a:rPr lang="am-ET" sz="11500" dirty="0">
                <a:solidFill>
                  <a:srgbClr val="C00000"/>
                </a:solidFill>
                <a:latin typeface="NotoSansEthiopic"/>
              </a:rPr>
              <a:t>ይ፡ዲ፦</a:t>
            </a:r>
            <a:r>
              <a:rPr lang="en-US" sz="11500" dirty="0" err="1">
                <a:solidFill>
                  <a:schemeClr val="bg1"/>
                </a:solidFill>
                <a:latin typeface="NotoSansEthiopic"/>
              </a:rPr>
              <a:t>በሰላም</a:t>
            </a:r>
            <a:r>
              <a:rPr lang="en-US" sz="11500" dirty="0">
                <a:solidFill>
                  <a:schemeClr val="bg1"/>
                </a:solidFill>
                <a:latin typeface="NotoSansEthiopic"/>
              </a:rPr>
              <a:t> </a:t>
            </a:r>
            <a:r>
              <a:rPr lang="en-US" sz="11500" dirty="0" err="1">
                <a:solidFill>
                  <a:schemeClr val="bg1"/>
                </a:solidFill>
                <a:latin typeface="NotoSansEthiopic"/>
              </a:rPr>
              <a:t>ሂዱ</a:t>
            </a:r>
            <a:r>
              <a:rPr lang="am-ET" sz="11500" dirty="0">
                <a:solidFill>
                  <a:schemeClr val="bg1"/>
                </a:solidFill>
                <a:latin typeface="NotoSansEthiopic"/>
              </a:rPr>
              <a:t>።</a:t>
            </a:r>
            <a:endParaRPr lang="en-US" sz="4400" dirty="0">
              <a:solidFill>
                <a:schemeClr val="bg1"/>
              </a:solidFill>
            </a:endParaRPr>
          </a:p>
        </p:txBody>
      </p:sp>
    </p:spTree>
    <p:extLst>
      <p:ext uri="{BB962C8B-B14F-4D97-AF65-F5344CB8AC3E}">
        <p14:creationId xmlns:p14="http://schemas.microsoft.com/office/powerpoint/2010/main" val="1079066597"/>
      </p:ext>
    </p:extLst>
  </p:cSld>
  <p:clrMapOvr>
    <a:masterClrMapping/>
  </p:clrMapOvr>
</p:sld>
</file>

<file path=ppt/slides/slide26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D4D01D-2B24-4F33-86BE-4CBB3F0449A4}"/>
              </a:ext>
            </a:extLst>
          </p:cNvPr>
          <p:cNvSpPr>
            <a:spLocks noGrp="1"/>
          </p:cNvSpPr>
          <p:nvPr>
            <p:ph type="title"/>
          </p:nvPr>
        </p:nvSpPr>
        <p:spPr>
          <a:xfrm>
            <a:off x="447675" y="0"/>
            <a:ext cx="10515600" cy="1325563"/>
          </a:xfrm>
        </p:spPr>
        <p:txBody>
          <a:bodyPr>
            <a:normAutofit/>
          </a:bodyPr>
          <a:lstStyle/>
          <a:p>
            <a:pPr algn="ctr"/>
            <a:r>
              <a:rPr lang="am-ET" sz="6600" b="1" dirty="0">
                <a:solidFill>
                  <a:srgbClr val="FF0000"/>
                </a:solidFill>
              </a:rPr>
              <a:t>መልዕክት</a:t>
            </a:r>
            <a:endParaRPr lang="en-US" sz="6600" b="1" dirty="0">
              <a:solidFill>
                <a:srgbClr val="FF0000"/>
              </a:solidFill>
            </a:endParaRPr>
          </a:p>
        </p:txBody>
      </p:sp>
      <p:sp>
        <p:nvSpPr>
          <p:cNvPr id="3" name="Content Placeholder 2">
            <a:extLst>
              <a:ext uri="{FF2B5EF4-FFF2-40B4-BE49-F238E27FC236}">
                <a16:creationId xmlns:a16="http://schemas.microsoft.com/office/drawing/2014/main" id="{1BF9EEBE-1421-4A05-903E-B0BD15091CF5}"/>
              </a:ext>
            </a:extLst>
          </p:cNvPr>
          <p:cNvSpPr>
            <a:spLocks noGrp="1"/>
          </p:cNvSpPr>
          <p:nvPr>
            <p:ph idx="1"/>
          </p:nvPr>
        </p:nvSpPr>
        <p:spPr>
          <a:xfrm>
            <a:off x="55033" y="964656"/>
            <a:ext cx="12081933" cy="5620624"/>
          </a:xfrm>
        </p:spPr>
        <p:txBody>
          <a:bodyPr>
            <a:normAutofit lnSpcReduction="10000"/>
          </a:bodyPr>
          <a:lstStyle/>
          <a:p>
            <a:pPr marL="0" indent="0">
              <a:buNone/>
            </a:pPr>
            <a:r>
              <a:rPr lang="en-US" sz="6600" dirty="0" err="1">
                <a:solidFill>
                  <a:schemeClr val="bg1"/>
                </a:solidFill>
              </a:rPr>
              <a:t>ዛሬ</a:t>
            </a:r>
            <a:r>
              <a:rPr lang="en-US" sz="6600" dirty="0">
                <a:solidFill>
                  <a:schemeClr val="bg1"/>
                </a:solidFill>
              </a:rPr>
              <a:t> </a:t>
            </a:r>
            <a:r>
              <a:rPr lang="en-US" sz="6600" dirty="0" err="1">
                <a:solidFill>
                  <a:schemeClr val="bg1"/>
                </a:solidFill>
              </a:rPr>
              <a:t>ነሐሴ</a:t>
            </a:r>
            <a:r>
              <a:rPr lang="en-US" sz="6600" dirty="0">
                <a:solidFill>
                  <a:schemeClr val="bg1"/>
                </a:solidFill>
              </a:rPr>
              <a:t> 22 2014 </a:t>
            </a:r>
            <a:r>
              <a:rPr lang="en-US" sz="6600" dirty="0" err="1">
                <a:solidFill>
                  <a:schemeClr val="bg1"/>
                </a:solidFill>
              </a:rPr>
              <a:t>ዓ.ም</a:t>
            </a:r>
            <a:r>
              <a:rPr lang="en-US" sz="6600" dirty="0">
                <a:solidFill>
                  <a:schemeClr val="bg1"/>
                </a:solidFill>
              </a:rPr>
              <a:t> </a:t>
            </a:r>
            <a:r>
              <a:rPr lang="en-US" sz="6600" dirty="0" err="1">
                <a:solidFill>
                  <a:schemeClr val="bg1"/>
                </a:solidFill>
              </a:rPr>
              <a:t>ከሰዓት</a:t>
            </a:r>
            <a:r>
              <a:rPr lang="en-US" sz="6600" dirty="0">
                <a:solidFill>
                  <a:schemeClr val="bg1"/>
                </a:solidFill>
              </a:rPr>
              <a:t> </a:t>
            </a:r>
            <a:r>
              <a:rPr lang="en-US" sz="6600" dirty="0" err="1">
                <a:solidFill>
                  <a:schemeClr val="bg1"/>
                </a:solidFill>
              </a:rPr>
              <a:t>በኃላ</a:t>
            </a:r>
            <a:r>
              <a:rPr lang="en-US" sz="6600" dirty="0">
                <a:solidFill>
                  <a:schemeClr val="bg1"/>
                </a:solidFill>
              </a:rPr>
              <a:t> </a:t>
            </a:r>
            <a:r>
              <a:rPr lang="en-US" sz="6600" dirty="0" err="1">
                <a:solidFill>
                  <a:schemeClr val="bg1"/>
                </a:solidFill>
              </a:rPr>
              <a:t>የታዳጊዎች</a:t>
            </a:r>
            <a:r>
              <a:rPr lang="en-US" sz="6600" dirty="0">
                <a:solidFill>
                  <a:schemeClr val="bg1"/>
                </a:solidFill>
              </a:rPr>
              <a:t> </a:t>
            </a:r>
            <a:r>
              <a:rPr lang="en-US" sz="6600" dirty="0" err="1">
                <a:solidFill>
                  <a:schemeClr val="bg1"/>
                </a:solidFill>
              </a:rPr>
              <a:t>የመዝሙር</a:t>
            </a:r>
            <a:r>
              <a:rPr lang="en-US" sz="6600" dirty="0">
                <a:solidFill>
                  <a:schemeClr val="bg1"/>
                </a:solidFill>
              </a:rPr>
              <a:t> </a:t>
            </a:r>
            <a:r>
              <a:rPr lang="en-US" sz="6600" dirty="0" err="1">
                <a:solidFill>
                  <a:schemeClr val="bg1"/>
                </a:solidFill>
              </a:rPr>
              <a:t>ኮንሠርት</a:t>
            </a:r>
            <a:r>
              <a:rPr lang="en-US" sz="6600" dirty="0">
                <a:solidFill>
                  <a:schemeClr val="bg1"/>
                </a:solidFill>
              </a:rPr>
              <a:t> </a:t>
            </a:r>
            <a:r>
              <a:rPr lang="en-US" sz="6600" dirty="0" err="1">
                <a:solidFill>
                  <a:schemeClr val="bg1"/>
                </a:solidFill>
              </a:rPr>
              <a:t>በቀርሜሎስ</a:t>
            </a:r>
            <a:r>
              <a:rPr lang="en-US" sz="6600" dirty="0">
                <a:solidFill>
                  <a:schemeClr val="bg1"/>
                </a:solidFill>
              </a:rPr>
              <a:t> </a:t>
            </a:r>
            <a:r>
              <a:rPr lang="en-US" sz="6600" dirty="0" err="1">
                <a:solidFill>
                  <a:schemeClr val="bg1"/>
                </a:solidFill>
              </a:rPr>
              <a:t>ማርያም</a:t>
            </a:r>
            <a:r>
              <a:rPr lang="en-US" sz="6600" dirty="0">
                <a:solidFill>
                  <a:schemeClr val="bg1"/>
                </a:solidFill>
              </a:rPr>
              <a:t> </a:t>
            </a:r>
            <a:r>
              <a:rPr lang="en-US" sz="6600" dirty="0" err="1">
                <a:solidFill>
                  <a:schemeClr val="bg1"/>
                </a:solidFill>
              </a:rPr>
              <a:t>አዳጊ</a:t>
            </a:r>
            <a:r>
              <a:rPr lang="en-US" sz="6600" dirty="0">
                <a:solidFill>
                  <a:schemeClr val="bg1"/>
                </a:solidFill>
              </a:rPr>
              <a:t> </a:t>
            </a:r>
            <a:r>
              <a:rPr lang="en-US" sz="6600" dirty="0" err="1">
                <a:solidFill>
                  <a:schemeClr val="bg1"/>
                </a:solidFill>
              </a:rPr>
              <a:t>ማህበር</a:t>
            </a:r>
            <a:r>
              <a:rPr lang="en-US" sz="6600" dirty="0">
                <a:solidFill>
                  <a:schemeClr val="bg1"/>
                </a:solidFill>
              </a:rPr>
              <a:t> </a:t>
            </a:r>
            <a:r>
              <a:rPr lang="en-US" sz="6600" dirty="0" err="1">
                <a:solidFill>
                  <a:schemeClr val="bg1"/>
                </a:solidFill>
              </a:rPr>
              <a:t>አዘጋጅነት</a:t>
            </a:r>
            <a:r>
              <a:rPr lang="en-US" sz="6600" dirty="0">
                <a:solidFill>
                  <a:schemeClr val="bg1"/>
                </a:solidFill>
              </a:rPr>
              <a:t> </a:t>
            </a:r>
            <a:r>
              <a:rPr lang="en-US" sz="6600" dirty="0" err="1">
                <a:solidFill>
                  <a:schemeClr val="bg1"/>
                </a:solidFill>
              </a:rPr>
              <a:t>በቁምስናችን</a:t>
            </a:r>
            <a:r>
              <a:rPr lang="en-US" sz="6600" dirty="0">
                <a:solidFill>
                  <a:schemeClr val="bg1"/>
                </a:solidFill>
              </a:rPr>
              <a:t> </a:t>
            </a:r>
            <a:r>
              <a:rPr lang="en-US" sz="6600" dirty="0" err="1">
                <a:solidFill>
                  <a:schemeClr val="bg1"/>
                </a:solidFill>
              </a:rPr>
              <a:t>አዳራሽ</a:t>
            </a:r>
            <a:r>
              <a:rPr lang="en-US" sz="6600" dirty="0">
                <a:solidFill>
                  <a:schemeClr val="bg1"/>
                </a:solidFill>
              </a:rPr>
              <a:t> </a:t>
            </a:r>
            <a:r>
              <a:rPr lang="en-US" sz="6600" dirty="0" err="1">
                <a:solidFill>
                  <a:schemeClr val="bg1"/>
                </a:solidFill>
              </a:rPr>
              <a:t>ስለሚደረግ</a:t>
            </a:r>
            <a:r>
              <a:rPr lang="en-US" sz="6600" dirty="0">
                <a:solidFill>
                  <a:schemeClr val="bg1"/>
                </a:solidFill>
              </a:rPr>
              <a:t> </a:t>
            </a:r>
            <a:r>
              <a:rPr lang="en-US" sz="6600" dirty="0" err="1">
                <a:solidFill>
                  <a:schemeClr val="bg1"/>
                </a:solidFill>
              </a:rPr>
              <a:t>ሁላችሁም</a:t>
            </a:r>
            <a:r>
              <a:rPr lang="en-US" sz="6600" dirty="0">
                <a:solidFill>
                  <a:schemeClr val="bg1"/>
                </a:solidFill>
              </a:rPr>
              <a:t> </a:t>
            </a:r>
            <a:r>
              <a:rPr lang="en-US" sz="6600" dirty="0" err="1">
                <a:solidFill>
                  <a:schemeClr val="bg1"/>
                </a:solidFill>
              </a:rPr>
              <a:t>ተጋብዛችኋል</a:t>
            </a:r>
            <a:r>
              <a:rPr lang="en-US" sz="6600" dirty="0">
                <a:solidFill>
                  <a:schemeClr val="bg1"/>
                </a:solidFill>
              </a:rPr>
              <a:t>።</a:t>
            </a:r>
          </a:p>
          <a:p>
            <a:pPr marL="0" indent="0" algn="ctr">
              <a:buNone/>
            </a:pPr>
            <a:r>
              <a:rPr lang="en-US" sz="7200" dirty="0" err="1">
                <a:solidFill>
                  <a:schemeClr val="bg1"/>
                </a:solidFill>
              </a:rPr>
              <a:t>የመግቢያ</a:t>
            </a:r>
            <a:r>
              <a:rPr lang="en-US" sz="7200" dirty="0">
                <a:solidFill>
                  <a:schemeClr val="bg1"/>
                </a:solidFill>
              </a:rPr>
              <a:t> </a:t>
            </a:r>
            <a:r>
              <a:rPr lang="en-US" sz="7200" dirty="0" err="1">
                <a:solidFill>
                  <a:schemeClr val="bg1"/>
                </a:solidFill>
              </a:rPr>
              <a:t>ቲኬት</a:t>
            </a:r>
            <a:r>
              <a:rPr lang="en-US" sz="7200" dirty="0">
                <a:solidFill>
                  <a:schemeClr val="bg1"/>
                </a:solidFill>
              </a:rPr>
              <a:t> </a:t>
            </a:r>
            <a:r>
              <a:rPr lang="en-US" sz="7200" dirty="0" err="1">
                <a:solidFill>
                  <a:schemeClr val="bg1"/>
                </a:solidFill>
              </a:rPr>
              <a:t>በውጪ</a:t>
            </a:r>
            <a:r>
              <a:rPr lang="en-US" sz="7200" dirty="0">
                <a:solidFill>
                  <a:schemeClr val="bg1"/>
                </a:solidFill>
              </a:rPr>
              <a:t> </a:t>
            </a:r>
            <a:r>
              <a:rPr lang="en-US" sz="7200" dirty="0" err="1">
                <a:solidFill>
                  <a:schemeClr val="bg1"/>
                </a:solidFill>
              </a:rPr>
              <a:t>ይገኛል</a:t>
            </a:r>
            <a:r>
              <a:rPr lang="en-US" sz="7200" dirty="0">
                <a:solidFill>
                  <a:schemeClr val="bg1"/>
                </a:solidFill>
              </a:rPr>
              <a:t>።</a:t>
            </a:r>
            <a:endParaRPr lang="en-US" sz="6600" dirty="0">
              <a:solidFill>
                <a:schemeClr val="bg1"/>
              </a:solidFill>
            </a:endParaRPr>
          </a:p>
        </p:txBody>
      </p:sp>
    </p:spTree>
    <p:extLst>
      <p:ext uri="{BB962C8B-B14F-4D97-AF65-F5344CB8AC3E}">
        <p14:creationId xmlns:p14="http://schemas.microsoft.com/office/powerpoint/2010/main" val="2085677902"/>
      </p:ext>
    </p:extLst>
  </p:cSld>
  <p:clrMapOvr>
    <a:masterClrMapping/>
  </p:clrMapOvr>
</p:sld>
</file>

<file path=ppt/slides/slide2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CA321E-5B90-49A2-9824-268ED503F2EA}"/>
              </a:ext>
            </a:extLst>
          </p:cNvPr>
          <p:cNvSpPr>
            <a:spLocks noGrp="1"/>
          </p:cNvSpPr>
          <p:nvPr>
            <p:ph type="title"/>
          </p:nvPr>
        </p:nvSpPr>
        <p:spPr>
          <a:xfrm>
            <a:off x="838200" y="181497"/>
            <a:ext cx="10515600" cy="1268911"/>
          </a:xfrm>
        </p:spPr>
        <p:txBody>
          <a:bodyPr>
            <a:noAutofit/>
          </a:bodyPr>
          <a:lstStyle/>
          <a:p>
            <a:pPr algn="ctr"/>
            <a:r>
              <a:rPr lang="en-US" sz="8000" b="1" dirty="0" err="1">
                <a:solidFill>
                  <a:srgbClr val="C00000"/>
                </a:solidFill>
                <a:latin typeface="Nyala" panose="02000504070300020003" pitchFamily="2" charset="0"/>
                <a:ea typeface="Ebrima" pitchFamily="2" charset="0"/>
                <a:cs typeface="Ebrima" pitchFamily="2" charset="0"/>
              </a:rPr>
              <a:t>የቅ</a:t>
            </a:r>
            <a:r>
              <a:rPr lang="en-US" sz="8000" b="1" dirty="0">
                <a:solidFill>
                  <a:srgbClr val="C00000"/>
                </a:solidFill>
                <a:latin typeface="Nyala" panose="02000504070300020003" pitchFamily="2" charset="0"/>
                <a:ea typeface="Ebrima" pitchFamily="2" charset="0"/>
                <a:cs typeface="Ebrima" pitchFamily="2" charset="0"/>
              </a:rPr>
              <a:t>/</a:t>
            </a:r>
            <a:r>
              <a:rPr lang="en-US" sz="8000" b="1" dirty="0" err="1">
                <a:solidFill>
                  <a:srgbClr val="C00000"/>
                </a:solidFill>
                <a:latin typeface="Nyala" panose="02000504070300020003" pitchFamily="2" charset="0"/>
                <a:ea typeface="Ebrima" pitchFamily="2" charset="0"/>
                <a:cs typeface="Ebrima" pitchFamily="2" charset="0"/>
              </a:rPr>
              <a:t>ፍራንቸስኮስ</a:t>
            </a:r>
            <a:r>
              <a:rPr lang="en-US" sz="8000" b="1" dirty="0">
                <a:solidFill>
                  <a:srgbClr val="C00000"/>
                </a:solidFill>
                <a:latin typeface="Nyala" panose="02000504070300020003" pitchFamily="2" charset="0"/>
                <a:ea typeface="Ebrima" pitchFamily="2" charset="0"/>
                <a:cs typeface="Ebrima" pitchFamily="2" charset="0"/>
              </a:rPr>
              <a:t> </a:t>
            </a:r>
            <a:r>
              <a:rPr lang="en-US" sz="8000" b="1" dirty="0" err="1">
                <a:solidFill>
                  <a:srgbClr val="C00000"/>
                </a:solidFill>
                <a:latin typeface="Nyala" panose="02000504070300020003" pitchFamily="2" charset="0"/>
                <a:ea typeface="Ebrima" pitchFamily="2" charset="0"/>
                <a:cs typeface="Ebrima" pitchFamily="2" charset="0"/>
              </a:rPr>
              <a:t>ፀሎት</a:t>
            </a:r>
            <a:endParaRPr lang="en-US" sz="8000" b="1" dirty="0">
              <a:solidFill>
                <a:srgbClr val="C00000"/>
              </a:solidFill>
              <a:latin typeface="Nyala" panose="02000504070300020003" pitchFamily="2" charset="0"/>
              <a:ea typeface="Ebrima" pitchFamily="2" charset="0"/>
              <a:cs typeface="Ebrima" pitchFamily="2" charset="0"/>
            </a:endParaRPr>
          </a:p>
        </p:txBody>
      </p:sp>
      <p:sp>
        <p:nvSpPr>
          <p:cNvPr id="3" name="Content Placeholder 2">
            <a:extLst>
              <a:ext uri="{FF2B5EF4-FFF2-40B4-BE49-F238E27FC236}">
                <a16:creationId xmlns:a16="http://schemas.microsoft.com/office/drawing/2014/main" id="{CD0E2454-242B-4A17-B572-1809BBF16F2D}"/>
              </a:ext>
            </a:extLst>
          </p:cNvPr>
          <p:cNvSpPr>
            <a:spLocks noGrp="1"/>
          </p:cNvSpPr>
          <p:nvPr>
            <p:ph idx="1"/>
          </p:nvPr>
        </p:nvSpPr>
        <p:spPr>
          <a:xfrm>
            <a:off x="159224" y="1327423"/>
            <a:ext cx="11873552" cy="6218476"/>
          </a:xfrm>
        </p:spPr>
        <p:txBody>
          <a:bodyPr>
            <a:noAutofit/>
          </a:bodyPr>
          <a:lstStyle/>
          <a:p>
            <a:pPr marL="0" indent="0" algn="ctr">
              <a:buNone/>
            </a:pPr>
            <a:r>
              <a:rPr lang="en-US" sz="6000" b="1" dirty="0" err="1">
                <a:solidFill>
                  <a:schemeClr val="bg1"/>
                </a:solidFill>
                <a:latin typeface="Nyala" panose="02000504070300020003" pitchFamily="2" charset="0"/>
              </a:rPr>
              <a:t>ጌታ</a:t>
            </a:r>
            <a:r>
              <a:rPr lang="en-US" sz="6000" b="1" dirty="0">
                <a:solidFill>
                  <a:schemeClr val="bg1"/>
                </a:solidFill>
                <a:latin typeface="Nyala" panose="02000504070300020003" pitchFamily="2" charset="0"/>
              </a:rPr>
              <a:t> </a:t>
            </a:r>
            <a:r>
              <a:rPr lang="en-US" sz="6000" b="1" dirty="0" err="1">
                <a:solidFill>
                  <a:schemeClr val="bg1"/>
                </a:solidFill>
                <a:latin typeface="Nyala" panose="02000504070300020003" pitchFamily="2" charset="0"/>
              </a:rPr>
              <a:t>ሆይ</a:t>
            </a:r>
            <a:r>
              <a:rPr lang="en-US" sz="6000" b="1" dirty="0">
                <a:solidFill>
                  <a:schemeClr val="bg1"/>
                </a:solidFill>
                <a:latin typeface="Nyala" panose="02000504070300020003" pitchFamily="2" charset="0"/>
              </a:rPr>
              <a:t> </a:t>
            </a:r>
            <a:r>
              <a:rPr lang="en-US" sz="6000" b="1" dirty="0" err="1">
                <a:solidFill>
                  <a:schemeClr val="bg1"/>
                </a:solidFill>
                <a:latin typeface="Nyala" panose="02000504070300020003" pitchFamily="2" charset="0"/>
              </a:rPr>
              <a:t>የሠላም</a:t>
            </a:r>
            <a:r>
              <a:rPr lang="en-US" sz="6000" b="1" dirty="0">
                <a:solidFill>
                  <a:schemeClr val="bg1"/>
                </a:solidFill>
                <a:latin typeface="Nyala" panose="02000504070300020003" pitchFamily="2" charset="0"/>
              </a:rPr>
              <a:t> </a:t>
            </a:r>
            <a:r>
              <a:rPr lang="en-US" sz="6000" b="1" dirty="0" err="1">
                <a:solidFill>
                  <a:schemeClr val="bg1"/>
                </a:solidFill>
                <a:latin typeface="Nyala" panose="02000504070300020003" pitchFamily="2" charset="0"/>
              </a:rPr>
              <a:t>መሣሪያ</a:t>
            </a:r>
            <a:r>
              <a:rPr lang="en-US" sz="6000" b="1" dirty="0">
                <a:solidFill>
                  <a:schemeClr val="bg1"/>
                </a:solidFill>
                <a:latin typeface="Nyala" panose="02000504070300020003" pitchFamily="2" charset="0"/>
              </a:rPr>
              <a:t> </a:t>
            </a:r>
            <a:r>
              <a:rPr lang="en-US" sz="6000" b="1" dirty="0" err="1">
                <a:solidFill>
                  <a:schemeClr val="bg1"/>
                </a:solidFill>
                <a:latin typeface="Nyala" panose="02000504070300020003" pitchFamily="2" charset="0"/>
              </a:rPr>
              <a:t>እንድሆን</a:t>
            </a:r>
            <a:r>
              <a:rPr lang="en-US" sz="6000" b="1" dirty="0">
                <a:solidFill>
                  <a:schemeClr val="bg1"/>
                </a:solidFill>
                <a:latin typeface="Nyala" panose="02000504070300020003" pitchFamily="2" charset="0"/>
              </a:rPr>
              <a:t> </a:t>
            </a:r>
            <a:r>
              <a:rPr lang="en-US" sz="6000" b="1" dirty="0" err="1">
                <a:solidFill>
                  <a:schemeClr val="bg1"/>
                </a:solidFill>
                <a:latin typeface="Nyala" panose="02000504070300020003" pitchFamily="2" charset="0"/>
              </a:rPr>
              <a:t>አድርገኝ</a:t>
            </a:r>
            <a:r>
              <a:rPr lang="en-US" sz="6000" b="1" dirty="0">
                <a:solidFill>
                  <a:schemeClr val="bg1"/>
                </a:solidFill>
                <a:latin typeface="Nyala" panose="02000504070300020003" pitchFamily="2" charset="0"/>
              </a:rPr>
              <a:t> </a:t>
            </a:r>
            <a:r>
              <a:rPr lang="en-US" sz="6600" b="1" dirty="0" err="1">
                <a:solidFill>
                  <a:schemeClr val="bg1"/>
                </a:solidFill>
                <a:latin typeface="Nyala" panose="02000504070300020003" pitchFamily="2" charset="0"/>
              </a:rPr>
              <a:t>ጥል</a:t>
            </a:r>
            <a:r>
              <a:rPr lang="en-US" sz="6600" b="1" dirty="0">
                <a:solidFill>
                  <a:schemeClr val="bg1"/>
                </a:solidFill>
                <a:latin typeface="Nyala" panose="02000504070300020003" pitchFamily="2" charset="0"/>
              </a:rPr>
              <a:t> </a:t>
            </a:r>
            <a:r>
              <a:rPr lang="en-US" sz="6600" b="1" dirty="0" err="1">
                <a:solidFill>
                  <a:schemeClr val="bg1"/>
                </a:solidFill>
                <a:latin typeface="Nyala" panose="02000504070300020003" pitchFamily="2" charset="0"/>
              </a:rPr>
              <a:t>ባለበት</a:t>
            </a:r>
            <a:r>
              <a:rPr lang="en-US" sz="6600" b="1" dirty="0">
                <a:solidFill>
                  <a:schemeClr val="bg1"/>
                </a:solidFill>
                <a:latin typeface="Nyala" panose="02000504070300020003" pitchFamily="2" charset="0"/>
              </a:rPr>
              <a:t>            	</a:t>
            </a:r>
            <a:r>
              <a:rPr lang="en-US" sz="6600" b="1" dirty="0" err="1">
                <a:solidFill>
                  <a:schemeClr val="bg1"/>
                </a:solidFill>
                <a:latin typeface="Nyala" panose="02000504070300020003" pitchFamily="2" charset="0"/>
              </a:rPr>
              <a:t>ፍቅር</a:t>
            </a:r>
            <a:r>
              <a:rPr lang="en-US" sz="6600" b="1" dirty="0">
                <a:solidFill>
                  <a:schemeClr val="bg1"/>
                </a:solidFill>
                <a:latin typeface="Nyala" panose="02000504070300020003" pitchFamily="2" charset="0"/>
              </a:rPr>
              <a:t> </a:t>
            </a:r>
          </a:p>
          <a:p>
            <a:pPr marL="0" indent="0" algn="ctr">
              <a:buNone/>
            </a:pPr>
            <a:r>
              <a:rPr lang="en-US" sz="6600" b="1" dirty="0" err="1">
                <a:solidFill>
                  <a:schemeClr val="bg1"/>
                </a:solidFill>
                <a:latin typeface="Nyala" panose="02000504070300020003" pitchFamily="2" charset="0"/>
              </a:rPr>
              <a:t>በደል</a:t>
            </a:r>
            <a:r>
              <a:rPr lang="en-US" sz="6600" b="1" dirty="0">
                <a:solidFill>
                  <a:schemeClr val="bg1"/>
                </a:solidFill>
                <a:latin typeface="Nyala" panose="02000504070300020003" pitchFamily="2" charset="0"/>
              </a:rPr>
              <a:t> </a:t>
            </a:r>
            <a:r>
              <a:rPr lang="en-US" sz="6600" b="1" dirty="0" err="1">
                <a:solidFill>
                  <a:schemeClr val="bg1"/>
                </a:solidFill>
                <a:latin typeface="Nyala" panose="02000504070300020003" pitchFamily="2" charset="0"/>
              </a:rPr>
              <a:t>ባለበት</a:t>
            </a:r>
            <a:r>
              <a:rPr lang="en-US" sz="6600" b="1" dirty="0">
                <a:solidFill>
                  <a:schemeClr val="bg1"/>
                </a:solidFill>
                <a:latin typeface="Nyala" panose="02000504070300020003" pitchFamily="2" charset="0"/>
              </a:rPr>
              <a:t> 		       </a:t>
            </a:r>
            <a:r>
              <a:rPr lang="en-US" sz="6600" b="1" dirty="0" err="1">
                <a:solidFill>
                  <a:schemeClr val="bg1"/>
                </a:solidFill>
                <a:latin typeface="Nyala" panose="02000504070300020003" pitchFamily="2" charset="0"/>
              </a:rPr>
              <a:t>ይቅርታ</a:t>
            </a:r>
            <a:r>
              <a:rPr lang="en-US" sz="6600" b="1" dirty="0">
                <a:solidFill>
                  <a:schemeClr val="bg1"/>
                </a:solidFill>
                <a:latin typeface="Nyala" panose="02000504070300020003" pitchFamily="2" charset="0"/>
              </a:rPr>
              <a:t> </a:t>
            </a:r>
          </a:p>
          <a:p>
            <a:pPr marL="0" indent="0" algn="ctr">
              <a:buNone/>
            </a:pPr>
            <a:r>
              <a:rPr lang="en-US" sz="6600" b="1" dirty="0" err="1">
                <a:solidFill>
                  <a:schemeClr val="bg1"/>
                </a:solidFill>
                <a:latin typeface="Nyala" panose="02000504070300020003" pitchFamily="2" charset="0"/>
              </a:rPr>
              <a:t>ክርክር</a:t>
            </a:r>
            <a:r>
              <a:rPr lang="en-US" sz="6600" b="1" dirty="0">
                <a:solidFill>
                  <a:schemeClr val="bg1"/>
                </a:solidFill>
                <a:latin typeface="Nyala" panose="02000504070300020003" pitchFamily="2" charset="0"/>
              </a:rPr>
              <a:t> </a:t>
            </a:r>
            <a:r>
              <a:rPr lang="en-US" sz="6600" b="1" dirty="0" err="1">
                <a:solidFill>
                  <a:schemeClr val="bg1"/>
                </a:solidFill>
                <a:latin typeface="Nyala" panose="02000504070300020003" pitchFamily="2" charset="0"/>
              </a:rPr>
              <a:t>ባለበት</a:t>
            </a:r>
            <a:r>
              <a:rPr lang="en-US" sz="6600" b="1" dirty="0">
                <a:solidFill>
                  <a:schemeClr val="bg1"/>
                </a:solidFill>
                <a:latin typeface="Nyala" panose="02000504070300020003" pitchFamily="2" charset="0"/>
              </a:rPr>
              <a:t> 		     </a:t>
            </a:r>
            <a:r>
              <a:rPr lang="en-US" sz="6600" b="1" dirty="0" err="1">
                <a:solidFill>
                  <a:schemeClr val="bg1"/>
                </a:solidFill>
                <a:latin typeface="Nyala" panose="02000504070300020003" pitchFamily="2" charset="0"/>
              </a:rPr>
              <a:t>ስምምነት</a:t>
            </a:r>
            <a:r>
              <a:rPr lang="en-US" sz="8800" b="1" dirty="0">
                <a:solidFill>
                  <a:schemeClr val="bg1"/>
                </a:solidFill>
                <a:latin typeface="Nyala" panose="02000504070300020003" pitchFamily="2" charset="0"/>
              </a:rPr>
              <a:t> </a:t>
            </a:r>
          </a:p>
        </p:txBody>
      </p:sp>
    </p:spTree>
    <p:extLst>
      <p:ext uri="{BB962C8B-B14F-4D97-AF65-F5344CB8AC3E}">
        <p14:creationId xmlns:p14="http://schemas.microsoft.com/office/powerpoint/2010/main" val="3009699421"/>
      </p:ext>
    </p:extLst>
  </p:cSld>
  <p:clrMapOvr>
    <a:masterClrMapping/>
  </p:clrMapOvr>
</p:sld>
</file>

<file path=ppt/slides/slide2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D0E2454-242B-4A17-B572-1809BBF16F2D}"/>
              </a:ext>
            </a:extLst>
          </p:cNvPr>
          <p:cNvSpPr>
            <a:spLocks noGrp="1"/>
          </p:cNvSpPr>
          <p:nvPr>
            <p:ph idx="1"/>
          </p:nvPr>
        </p:nvSpPr>
        <p:spPr>
          <a:xfrm>
            <a:off x="191069" y="122001"/>
            <a:ext cx="11873552" cy="6680579"/>
          </a:xfrm>
        </p:spPr>
        <p:txBody>
          <a:bodyPr>
            <a:noAutofit/>
          </a:bodyPr>
          <a:lstStyle/>
          <a:p>
            <a:pPr marL="0" indent="0" algn="ctr">
              <a:buNone/>
            </a:pPr>
            <a:r>
              <a:rPr lang="en-US" sz="7200" b="1" dirty="0" err="1">
                <a:solidFill>
                  <a:schemeClr val="bg1"/>
                </a:solidFill>
              </a:rPr>
              <a:t>ጥርጣሬ</a:t>
            </a:r>
            <a:r>
              <a:rPr lang="en-US" sz="7200" b="1" dirty="0">
                <a:solidFill>
                  <a:schemeClr val="bg1"/>
                </a:solidFill>
              </a:rPr>
              <a:t> </a:t>
            </a:r>
            <a:r>
              <a:rPr lang="en-US" sz="7200" b="1" dirty="0" err="1">
                <a:solidFill>
                  <a:schemeClr val="bg1"/>
                </a:solidFill>
              </a:rPr>
              <a:t>ባለበት</a:t>
            </a:r>
            <a:r>
              <a:rPr lang="en-US" sz="7200" b="1" dirty="0">
                <a:solidFill>
                  <a:schemeClr val="bg1"/>
                </a:solidFill>
              </a:rPr>
              <a:t> 	     </a:t>
            </a:r>
            <a:r>
              <a:rPr lang="en-US" sz="7200" b="1" dirty="0" err="1">
                <a:solidFill>
                  <a:schemeClr val="bg1"/>
                </a:solidFill>
              </a:rPr>
              <a:t>እምነት</a:t>
            </a:r>
            <a:r>
              <a:rPr lang="en-US" sz="7200" dirty="0">
                <a:solidFill>
                  <a:schemeClr val="bg1"/>
                </a:solidFill>
              </a:rPr>
              <a:t> </a:t>
            </a:r>
          </a:p>
          <a:p>
            <a:pPr marL="0" indent="0" algn="ctr">
              <a:buNone/>
            </a:pPr>
            <a:r>
              <a:rPr lang="en-US" sz="7200" b="1" dirty="0" err="1">
                <a:solidFill>
                  <a:schemeClr val="bg1"/>
                </a:solidFill>
              </a:rPr>
              <a:t>ስህተት</a:t>
            </a:r>
            <a:r>
              <a:rPr lang="en-US" sz="7200" b="1" dirty="0">
                <a:solidFill>
                  <a:schemeClr val="bg1"/>
                </a:solidFill>
              </a:rPr>
              <a:t> </a:t>
            </a:r>
            <a:r>
              <a:rPr lang="en-US" sz="7200" b="1" dirty="0" err="1">
                <a:solidFill>
                  <a:schemeClr val="bg1"/>
                </a:solidFill>
              </a:rPr>
              <a:t>ባለበት</a:t>
            </a:r>
            <a:r>
              <a:rPr lang="en-US" sz="7200" b="1" dirty="0">
                <a:solidFill>
                  <a:schemeClr val="bg1"/>
                </a:solidFill>
              </a:rPr>
              <a:t> 		      </a:t>
            </a:r>
            <a:r>
              <a:rPr lang="en-US" sz="7200" b="1" dirty="0" err="1">
                <a:solidFill>
                  <a:schemeClr val="bg1"/>
                </a:solidFill>
              </a:rPr>
              <a:t>እውነት</a:t>
            </a:r>
            <a:r>
              <a:rPr lang="en-US" sz="7200" dirty="0">
                <a:solidFill>
                  <a:schemeClr val="bg1"/>
                </a:solidFill>
              </a:rPr>
              <a:t> </a:t>
            </a:r>
          </a:p>
          <a:p>
            <a:pPr marL="0" indent="0" algn="ctr">
              <a:buNone/>
            </a:pPr>
            <a:r>
              <a:rPr lang="en-US" sz="7200" b="1" dirty="0" err="1">
                <a:solidFill>
                  <a:schemeClr val="bg1"/>
                </a:solidFill>
              </a:rPr>
              <a:t>ተስፋ</a:t>
            </a:r>
            <a:r>
              <a:rPr lang="en-US" sz="7200" b="1" dirty="0">
                <a:solidFill>
                  <a:schemeClr val="bg1"/>
                </a:solidFill>
              </a:rPr>
              <a:t> </a:t>
            </a:r>
            <a:r>
              <a:rPr lang="en-US" sz="7200" b="1" dirty="0" err="1">
                <a:solidFill>
                  <a:schemeClr val="bg1"/>
                </a:solidFill>
              </a:rPr>
              <a:t>መቁረጥ</a:t>
            </a:r>
            <a:r>
              <a:rPr lang="en-US" sz="7200" b="1" dirty="0">
                <a:solidFill>
                  <a:schemeClr val="bg1"/>
                </a:solidFill>
              </a:rPr>
              <a:t> </a:t>
            </a:r>
            <a:r>
              <a:rPr lang="en-US" sz="7200" b="1" dirty="0" err="1">
                <a:solidFill>
                  <a:schemeClr val="bg1"/>
                </a:solidFill>
              </a:rPr>
              <a:t>ባለበት</a:t>
            </a:r>
            <a:r>
              <a:rPr lang="en-US" sz="7200" b="1" dirty="0">
                <a:solidFill>
                  <a:schemeClr val="bg1"/>
                </a:solidFill>
              </a:rPr>
              <a:t>    </a:t>
            </a:r>
            <a:r>
              <a:rPr lang="en-US" sz="7200" b="1" dirty="0" err="1">
                <a:solidFill>
                  <a:schemeClr val="bg1"/>
                </a:solidFill>
              </a:rPr>
              <a:t>መፅናናት</a:t>
            </a:r>
            <a:r>
              <a:rPr lang="en-US" sz="7200" dirty="0">
                <a:solidFill>
                  <a:schemeClr val="bg1"/>
                </a:solidFill>
              </a:rPr>
              <a:t> </a:t>
            </a:r>
          </a:p>
          <a:p>
            <a:pPr marL="0" indent="0" algn="ctr">
              <a:buNone/>
            </a:pPr>
            <a:r>
              <a:rPr lang="en-US" sz="7200" b="1" dirty="0" err="1">
                <a:solidFill>
                  <a:schemeClr val="bg1"/>
                </a:solidFill>
              </a:rPr>
              <a:t>ሀዘን</a:t>
            </a:r>
            <a:r>
              <a:rPr lang="en-US" sz="7200" b="1" dirty="0">
                <a:solidFill>
                  <a:schemeClr val="bg1"/>
                </a:solidFill>
              </a:rPr>
              <a:t> </a:t>
            </a:r>
            <a:r>
              <a:rPr lang="en-US" sz="7200" b="1" dirty="0" err="1">
                <a:solidFill>
                  <a:schemeClr val="bg1"/>
                </a:solidFill>
              </a:rPr>
              <a:t>ባለበት</a:t>
            </a:r>
            <a:r>
              <a:rPr lang="en-US" sz="7200" b="1" dirty="0">
                <a:solidFill>
                  <a:schemeClr val="bg1"/>
                </a:solidFill>
              </a:rPr>
              <a:t> 		   </a:t>
            </a:r>
            <a:r>
              <a:rPr lang="en-US" sz="7200" b="1" dirty="0" err="1">
                <a:solidFill>
                  <a:schemeClr val="bg1"/>
                </a:solidFill>
              </a:rPr>
              <a:t>ደስታ</a:t>
            </a:r>
            <a:r>
              <a:rPr lang="en-US" sz="7200" dirty="0">
                <a:solidFill>
                  <a:schemeClr val="bg1"/>
                </a:solidFill>
              </a:rPr>
              <a:t> </a:t>
            </a:r>
          </a:p>
          <a:p>
            <a:pPr marL="0" indent="0" algn="ctr">
              <a:buNone/>
            </a:pPr>
            <a:r>
              <a:rPr lang="en-US" sz="7200" b="1" dirty="0" err="1">
                <a:solidFill>
                  <a:schemeClr val="bg1"/>
                </a:solidFill>
              </a:rPr>
              <a:t>ጨለማ</a:t>
            </a:r>
            <a:r>
              <a:rPr lang="en-US" sz="7200" b="1" dirty="0">
                <a:solidFill>
                  <a:schemeClr val="bg1"/>
                </a:solidFill>
              </a:rPr>
              <a:t> </a:t>
            </a:r>
            <a:r>
              <a:rPr lang="en-US" sz="7200" b="1" dirty="0" err="1">
                <a:solidFill>
                  <a:schemeClr val="bg1"/>
                </a:solidFill>
              </a:rPr>
              <a:t>ባለበት</a:t>
            </a:r>
            <a:r>
              <a:rPr lang="en-US" sz="7200" b="1" dirty="0">
                <a:solidFill>
                  <a:schemeClr val="bg1"/>
                </a:solidFill>
              </a:rPr>
              <a:t> 		    </a:t>
            </a:r>
            <a:r>
              <a:rPr lang="en-US" sz="7200" b="1" dirty="0" err="1">
                <a:solidFill>
                  <a:schemeClr val="bg1"/>
                </a:solidFill>
              </a:rPr>
              <a:t>ብርሃን</a:t>
            </a:r>
            <a:r>
              <a:rPr lang="en-US" sz="7200" dirty="0">
                <a:solidFill>
                  <a:schemeClr val="bg1"/>
                </a:solidFill>
              </a:rPr>
              <a:t> </a:t>
            </a:r>
          </a:p>
          <a:p>
            <a:pPr marL="0" indent="0" algn="ctr">
              <a:buNone/>
            </a:pPr>
            <a:r>
              <a:rPr lang="en-US" sz="8800" b="1" dirty="0" err="1">
                <a:solidFill>
                  <a:schemeClr val="bg1"/>
                </a:solidFill>
              </a:rPr>
              <a:t>እንዲገኝ</a:t>
            </a:r>
            <a:r>
              <a:rPr lang="en-US" sz="8800" b="1" dirty="0">
                <a:solidFill>
                  <a:schemeClr val="bg1"/>
                </a:solidFill>
              </a:rPr>
              <a:t> </a:t>
            </a:r>
            <a:r>
              <a:rPr lang="en-US" sz="8800" b="1" dirty="0" err="1">
                <a:solidFill>
                  <a:schemeClr val="bg1"/>
                </a:solidFill>
              </a:rPr>
              <a:t>አደርግ</a:t>
            </a:r>
            <a:r>
              <a:rPr lang="en-US" sz="8800" b="1" dirty="0">
                <a:solidFill>
                  <a:schemeClr val="bg1"/>
                </a:solidFill>
              </a:rPr>
              <a:t> </a:t>
            </a:r>
            <a:r>
              <a:rPr lang="en-US" sz="8800" b="1" dirty="0" err="1">
                <a:solidFill>
                  <a:schemeClr val="bg1"/>
                </a:solidFill>
              </a:rPr>
              <a:t>ዘንድ</a:t>
            </a:r>
            <a:r>
              <a:rPr lang="en-US" sz="8800" b="1" dirty="0">
                <a:solidFill>
                  <a:schemeClr val="bg1"/>
                </a:solidFill>
              </a:rPr>
              <a:t> </a:t>
            </a:r>
            <a:r>
              <a:rPr lang="en-US" sz="8800" b="1" dirty="0" err="1">
                <a:solidFill>
                  <a:schemeClr val="bg1"/>
                </a:solidFill>
              </a:rPr>
              <a:t>አብቃኝ</a:t>
            </a:r>
            <a:r>
              <a:rPr lang="en-US" sz="8800" b="1" dirty="0">
                <a:solidFill>
                  <a:schemeClr val="bg1"/>
                </a:solidFill>
              </a:rPr>
              <a:t>፡፡</a:t>
            </a:r>
          </a:p>
        </p:txBody>
      </p:sp>
    </p:spTree>
    <p:extLst>
      <p:ext uri="{BB962C8B-B14F-4D97-AF65-F5344CB8AC3E}">
        <p14:creationId xmlns:p14="http://schemas.microsoft.com/office/powerpoint/2010/main" val="1881259793"/>
      </p:ext>
    </p:extLst>
  </p:cSld>
  <p:clrMapOvr>
    <a:masterClrMapping/>
  </p:clrMapOvr>
</p:sld>
</file>

<file path=ppt/slides/slide2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D0E2454-242B-4A17-B572-1809BBF16F2D}"/>
              </a:ext>
            </a:extLst>
          </p:cNvPr>
          <p:cNvSpPr>
            <a:spLocks noGrp="1"/>
          </p:cNvSpPr>
          <p:nvPr>
            <p:ph idx="1"/>
          </p:nvPr>
        </p:nvSpPr>
        <p:spPr>
          <a:xfrm>
            <a:off x="191069" y="218987"/>
            <a:ext cx="11873552" cy="6680579"/>
          </a:xfrm>
        </p:spPr>
        <p:txBody>
          <a:bodyPr>
            <a:noAutofit/>
          </a:bodyPr>
          <a:lstStyle/>
          <a:p>
            <a:pPr marL="0" indent="0" algn="ctr">
              <a:buNone/>
            </a:pPr>
            <a:r>
              <a:rPr lang="en-US" sz="8000" b="1" dirty="0" err="1">
                <a:solidFill>
                  <a:schemeClr val="bg1"/>
                </a:solidFill>
              </a:rPr>
              <a:t>ጌታ</a:t>
            </a:r>
            <a:r>
              <a:rPr lang="en-US" sz="8000" b="1" dirty="0">
                <a:solidFill>
                  <a:schemeClr val="bg1"/>
                </a:solidFill>
              </a:rPr>
              <a:t> </a:t>
            </a:r>
            <a:r>
              <a:rPr lang="en-US" sz="8000" b="1" dirty="0" err="1">
                <a:solidFill>
                  <a:schemeClr val="bg1"/>
                </a:solidFill>
              </a:rPr>
              <a:t>ሆይ</a:t>
            </a:r>
            <a:r>
              <a:rPr lang="en-US" sz="8000" b="1" dirty="0">
                <a:solidFill>
                  <a:schemeClr val="bg1"/>
                </a:solidFill>
              </a:rPr>
              <a:t> ፡</a:t>
            </a:r>
          </a:p>
          <a:p>
            <a:pPr marL="0" indent="0" algn="ctr">
              <a:buNone/>
            </a:pPr>
            <a:r>
              <a:rPr lang="en-US" sz="8000" b="1" dirty="0" err="1">
                <a:solidFill>
                  <a:schemeClr val="bg1"/>
                </a:solidFill>
              </a:rPr>
              <a:t>ለመፅናናት</a:t>
            </a:r>
            <a:r>
              <a:rPr lang="en-US" sz="8000" dirty="0">
                <a:solidFill>
                  <a:schemeClr val="bg1"/>
                </a:solidFill>
              </a:rPr>
              <a:t> 		        </a:t>
            </a:r>
            <a:r>
              <a:rPr lang="en-US" sz="8000" b="1" dirty="0" err="1">
                <a:solidFill>
                  <a:schemeClr val="bg1"/>
                </a:solidFill>
              </a:rPr>
              <a:t>ማፅናናት</a:t>
            </a:r>
            <a:r>
              <a:rPr lang="en-US" sz="8000" dirty="0">
                <a:solidFill>
                  <a:schemeClr val="bg1"/>
                </a:solidFill>
              </a:rPr>
              <a:t> </a:t>
            </a:r>
            <a:r>
              <a:rPr lang="en-US" sz="8000" b="1" dirty="0" err="1">
                <a:solidFill>
                  <a:schemeClr val="bg1"/>
                </a:solidFill>
              </a:rPr>
              <a:t>ለመግባባት</a:t>
            </a:r>
            <a:r>
              <a:rPr lang="en-US" sz="8000" b="1" dirty="0">
                <a:solidFill>
                  <a:schemeClr val="bg1"/>
                </a:solidFill>
              </a:rPr>
              <a:t>					</a:t>
            </a:r>
            <a:r>
              <a:rPr lang="en-US" sz="8000" dirty="0">
                <a:solidFill>
                  <a:schemeClr val="bg1"/>
                </a:solidFill>
              </a:rPr>
              <a:t> </a:t>
            </a:r>
            <a:r>
              <a:rPr lang="en-US" sz="8000" b="1" dirty="0" err="1">
                <a:solidFill>
                  <a:schemeClr val="bg1"/>
                </a:solidFill>
              </a:rPr>
              <a:t>ማግባባት</a:t>
            </a:r>
            <a:r>
              <a:rPr lang="en-US" sz="8000" dirty="0">
                <a:solidFill>
                  <a:schemeClr val="bg1"/>
                </a:solidFill>
              </a:rPr>
              <a:t> </a:t>
            </a:r>
          </a:p>
          <a:p>
            <a:pPr marL="0" indent="0" algn="ctr">
              <a:buNone/>
            </a:pPr>
            <a:r>
              <a:rPr lang="en-US" sz="8000" b="1" dirty="0" err="1">
                <a:solidFill>
                  <a:schemeClr val="bg1"/>
                </a:solidFill>
              </a:rPr>
              <a:t>ለመወደድ</a:t>
            </a:r>
            <a:r>
              <a:rPr lang="en-US" sz="8000" dirty="0">
                <a:solidFill>
                  <a:schemeClr val="bg1"/>
                </a:solidFill>
              </a:rPr>
              <a:t> 					</a:t>
            </a:r>
            <a:r>
              <a:rPr lang="en-US" sz="8000" b="1" dirty="0" err="1">
                <a:solidFill>
                  <a:schemeClr val="bg1"/>
                </a:solidFill>
              </a:rPr>
              <a:t>መውደድ</a:t>
            </a:r>
            <a:r>
              <a:rPr lang="en-US" sz="8000" dirty="0">
                <a:solidFill>
                  <a:schemeClr val="bg1"/>
                </a:solidFill>
              </a:rPr>
              <a:t> </a:t>
            </a:r>
          </a:p>
          <a:p>
            <a:pPr marL="0" indent="0" algn="ctr">
              <a:buNone/>
            </a:pPr>
            <a:r>
              <a:rPr lang="en-US" sz="8000" b="1" dirty="0" err="1">
                <a:solidFill>
                  <a:schemeClr val="bg1"/>
                </a:solidFill>
              </a:rPr>
              <a:t>ለመቀበል</a:t>
            </a:r>
            <a:r>
              <a:rPr lang="en-US" sz="8000" dirty="0">
                <a:solidFill>
                  <a:schemeClr val="bg1"/>
                </a:solidFill>
              </a:rPr>
              <a:t> 					</a:t>
            </a:r>
            <a:r>
              <a:rPr lang="en-US" sz="8000" b="1" dirty="0" err="1">
                <a:solidFill>
                  <a:schemeClr val="bg1"/>
                </a:solidFill>
              </a:rPr>
              <a:t>መስጠት</a:t>
            </a:r>
            <a:r>
              <a:rPr lang="en-US" sz="8000" b="1" dirty="0">
                <a:solidFill>
                  <a:schemeClr val="bg1"/>
                </a:solidFill>
              </a:rPr>
              <a:t> </a:t>
            </a:r>
          </a:p>
        </p:txBody>
      </p:sp>
    </p:spTree>
    <p:extLst>
      <p:ext uri="{BB962C8B-B14F-4D97-AF65-F5344CB8AC3E}">
        <p14:creationId xmlns:p14="http://schemas.microsoft.com/office/powerpoint/2010/main" val="1878642207"/>
      </p:ext>
    </p:extLst>
  </p:cSld>
  <p:clrMapOvr>
    <a:masterClrMapping/>
  </p:clrMapOvr>
</p:sld>
</file>

<file path=ppt/slides/slide2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D0E2454-242B-4A17-B572-1809BBF16F2D}"/>
              </a:ext>
            </a:extLst>
          </p:cNvPr>
          <p:cNvSpPr>
            <a:spLocks noGrp="1"/>
          </p:cNvSpPr>
          <p:nvPr>
            <p:ph idx="1"/>
          </p:nvPr>
        </p:nvSpPr>
        <p:spPr>
          <a:xfrm>
            <a:off x="191069" y="371392"/>
            <a:ext cx="11873552" cy="6680579"/>
          </a:xfrm>
        </p:spPr>
        <p:txBody>
          <a:bodyPr>
            <a:noAutofit/>
          </a:bodyPr>
          <a:lstStyle/>
          <a:p>
            <a:pPr marL="0" indent="0" algn="ctr">
              <a:buNone/>
            </a:pPr>
            <a:r>
              <a:rPr lang="en-US" sz="8800" b="1" dirty="0" err="1">
                <a:solidFill>
                  <a:schemeClr val="bg1"/>
                </a:solidFill>
              </a:rPr>
              <a:t>ይቅር</a:t>
            </a:r>
            <a:r>
              <a:rPr lang="en-US" sz="8800" b="1" dirty="0">
                <a:solidFill>
                  <a:schemeClr val="bg1"/>
                </a:solidFill>
              </a:rPr>
              <a:t> </a:t>
            </a:r>
            <a:r>
              <a:rPr lang="en-US" sz="8800" b="1" dirty="0" err="1">
                <a:solidFill>
                  <a:schemeClr val="bg1"/>
                </a:solidFill>
              </a:rPr>
              <a:t>ለመባል</a:t>
            </a:r>
            <a:r>
              <a:rPr lang="en-US" sz="8800" dirty="0">
                <a:solidFill>
                  <a:schemeClr val="bg1"/>
                </a:solidFill>
              </a:rPr>
              <a:t> </a:t>
            </a:r>
            <a:r>
              <a:rPr lang="en-US" sz="8800" b="1" dirty="0" err="1">
                <a:solidFill>
                  <a:schemeClr val="bg1"/>
                </a:solidFill>
              </a:rPr>
              <a:t>ይቅር</a:t>
            </a:r>
            <a:r>
              <a:rPr lang="en-US" sz="8800" b="1" dirty="0">
                <a:solidFill>
                  <a:schemeClr val="bg1"/>
                </a:solidFill>
              </a:rPr>
              <a:t> </a:t>
            </a:r>
            <a:r>
              <a:rPr lang="en-US" sz="8800" b="1" dirty="0" err="1">
                <a:solidFill>
                  <a:schemeClr val="bg1"/>
                </a:solidFill>
              </a:rPr>
              <a:t>ማለት</a:t>
            </a:r>
            <a:r>
              <a:rPr lang="en-US" sz="8800" b="1" dirty="0">
                <a:solidFill>
                  <a:schemeClr val="bg1"/>
                </a:solidFill>
              </a:rPr>
              <a:t> </a:t>
            </a:r>
          </a:p>
          <a:p>
            <a:pPr marL="0" indent="0" algn="ctr">
              <a:buNone/>
            </a:pPr>
            <a:r>
              <a:rPr lang="en-US" sz="8800" b="1" dirty="0" err="1">
                <a:solidFill>
                  <a:schemeClr val="bg1"/>
                </a:solidFill>
              </a:rPr>
              <a:t>የዘላለምን</a:t>
            </a:r>
            <a:r>
              <a:rPr lang="en-US" sz="8800" b="1" dirty="0">
                <a:solidFill>
                  <a:schemeClr val="bg1"/>
                </a:solidFill>
              </a:rPr>
              <a:t> </a:t>
            </a:r>
            <a:r>
              <a:rPr lang="en-US" sz="8800" b="1" dirty="0" err="1">
                <a:solidFill>
                  <a:schemeClr val="bg1"/>
                </a:solidFill>
              </a:rPr>
              <a:t>ሕይወት</a:t>
            </a:r>
            <a:r>
              <a:rPr lang="en-US" sz="8800" b="1" dirty="0">
                <a:solidFill>
                  <a:schemeClr val="bg1"/>
                </a:solidFill>
              </a:rPr>
              <a:t> </a:t>
            </a:r>
            <a:r>
              <a:rPr lang="en-US" sz="8800" b="1" dirty="0" err="1">
                <a:solidFill>
                  <a:schemeClr val="bg1"/>
                </a:solidFill>
              </a:rPr>
              <a:t>ለማግኘት</a:t>
            </a:r>
            <a:r>
              <a:rPr lang="en-US" sz="8800" dirty="0">
                <a:solidFill>
                  <a:schemeClr val="bg1"/>
                </a:solidFill>
              </a:rPr>
              <a:t> </a:t>
            </a:r>
            <a:r>
              <a:rPr lang="en-US" sz="8800" dirty="0" err="1">
                <a:solidFill>
                  <a:schemeClr val="bg1"/>
                </a:solidFill>
              </a:rPr>
              <a:t>መሞት</a:t>
            </a:r>
            <a:r>
              <a:rPr lang="en-US" sz="8800" dirty="0">
                <a:solidFill>
                  <a:schemeClr val="bg1"/>
                </a:solidFill>
              </a:rPr>
              <a:t> </a:t>
            </a:r>
            <a:r>
              <a:rPr lang="en-US" sz="8800" dirty="0" err="1">
                <a:solidFill>
                  <a:schemeClr val="bg1"/>
                </a:solidFill>
              </a:rPr>
              <a:t>እንዳለብኝ</a:t>
            </a:r>
            <a:r>
              <a:rPr lang="en-US" sz="8800" dirty="0">
                <a:solidFill>
                  <a:schemeClr val="bg1"/>
                </a:solidFill>
              </a:rPr>
              <a:t> </a:t>
            </a:r>
            <a:r>
              <a:rPr lang="en-US" sz="8800" dirty="0" err="1">
                <a:solidFill>
                  <a:schemeClr val="bg1"/>
                </a:solidFill>
              </a:rPr>
              <a:t>ለማወቅ</a:t>
            </a:r>
            <a:r>
              <a:rPr lang="en-US" sz="8800" dirty="0">
                <a:solidFill>
                  <a:schemeClr val="bg1"/>
                </a:solidFill>
              </a:rPr>
              <a:t> </a:t>
            </a:r>
            <a:r>
              <a:rPr lang="en-US" sz="8800" dirty="0" err="1">
                <a:solidFill>
                  <a:schemeClr val="bg1"/>
                </a:solidFill>
              </a:rPr>
              <a:t>እርዳኝ</a:t>
            </a:r>
            <a:r>
              <a:rPr lang="en-US" sz="8800" dirty="0">
                <a:solidFill>
                  <a:schemeClr val="bg1"/>
                </a:solidFill>
              </a:rPr>
              <a:t>። </a:t>
            </a:r>
            <a:r>
              <a:rPr lang="en-US" sz="8800" dirty="0" err="1">
                <a:solidFill>
                  <a:schemeClr val="bg1"/>
                </a:solidFill>
              </a:rPr>
              <a:t>አሜን</a:t>
            </a:r>
            <a:r>
              <a:rPr lang="en-US" sz="8800" dirty="0">
                <a:solidFill>
                  <a:schemeClr val="bg1"/>
                </a:solidFill>
              </a:rPr>
              <a:t>።</a:t>
            </a:r>
          </a:p>
          <a:p>
            <a:pPr marL="0" indent="0" algn="ctr">
              <a:buNone/>
            </a:pPr>
            <a:endParaRPr lang="en-US" sz="8800" b="1" dirty="0">
              <a:solidFill>
                <a:srgbClr val="002060"/>
              </a:solidFill>
            </a:endParaRPr>
          </a:p>
        </p:txBody>
      </p:sp>
    </p:spTree>
    <p:extLst>
      <p:ext uri="{BB962C8B-B14F-4D97-AF65-F5344CB8AC3E}">
        <p14:creationId xmlns:p14="http://schemas.microsoft.com/office/powerpoint/2010/main" val="3046261202"/>
      </p:ext>
    </p:extLst>
  </p:cSld>
  <p:clrMapOvr>
    <a:masterClrMapping/>
  </p:clrMapOvr>
</p:sld>
</file>

<file path=ppt/slides/slide27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1CE60-44FF-4D3B-8412-3D837C41838E}"/>
              </a:ext>
            </a:extLst>
          </p:cNvPr>
          <p:cNvSpPr>
            <a:spLocks noGrp="1"/>
          </p:cNvSpPr>
          <p:nvPr>
            <p:ph type="title"/>
          </p:nvPr>
        </p:nvSpPr>
        <p:spPr>
          <a:xfrm>
            <a:off x="838200" y="111352"/>
            <a:ext cx="10515600" cy="1325563"/>
          </a:xfrm>
        </p:spPr>
        <p:txBody>
          <a:bodyPr>
            <a:normAutofit/>
          </a:bodyPr>
          <a:lstStyle/>
          <a:p>
            <a:r>
              <a:rPr lang="am-ET" sz="8000" dirty="0">
                <a:solidFill>
                  <a:srgbClr val="FF0000"/>
                </a:solidFill>
              </a:rPr>
              <a:t>ጸሎት በክርስቶስ በጋራ መጓዝ</a:t>
            </a:r>
            <a:endParaRPr lang="en-US" sz="8000" dirty="0">
              <a:solidFill>
                <a:srgbClr val="FF0000"/>
              </a:solidFill>
            </a:endParaRPr>
          </a:p>
        </p:txBody>
      </p:sp>
      <p:sp>
        <p:nvSpPr>
          <p:cNvPr id="3" name="Content Placeholder 2">
            <a:extLst>
              <a:ext uri="{FF2B5EF4-FFF2-40B4-BE49-F238E27FC236}">
                <a16:creationId xmlns:a16="http://schemas.microsoft.com/office/drawing/2014/main" id="{CD0E2454-242B-4A17-B572-1809BBF16F2D}"/>
              </a:ext>
            </a:extLst>
          </p:cNvPr>
          <p:cNvSpPr>
            <a:spLocks noGrp="1"/>
          </p:cNvSpPr>
          <p:nvPr>
            <p:ph idx="1"/>
          </p:nvPr>
        </p:nvSpPr>
        <p:spPr>
          <a:xfrm>
            <a:off x="0" y="1436914"/>
            <a:ext cx="11353800" cy="5421087"/>
          </a:xfrm>
        </p:spPr>
        <p:txBody>
          <a:bodyPr>
            <a:noAutofit/>
          </a:bodyPr>
          <a:lstStyle/>
          <a:p>
            <a:pPr marL="0" indent="0" algn="ctr">
              <a:buNone/>
            </a:pPr>
            <a:r>
              <a:rPr lang="am-ET" sz="8000" b="1" dirty="0">
                <a:solidFill>
                  <a:schemeClr val="bg1"/>
                </a:solidFill>
              </a:rPr>
              <a:t>መንፈስ ቅዱስ ሆይ</a:t>
            </a:r>
            <a:r>
              <a:rPr lang="en-US" sz="8000" b="1" dirty="0">
                <a:solidFill>
                  <a:schemeClr val="bg1"/>
                </a:solidFill>
              </a:rPr>
              <a:t>፣</a:t>
            </a:r>
            <a:r>
              <a:rPr lang="am-ET" sz="8000" b="1" dirty="0">
                <a:solidFill>
                  <a:schemeClr val="bg1"/>
                </a:solidFill>
              </a:rPr>
              <a:t> በስምህ ተሰባስበን በፊትህ ቆመናል</a:t>
            </a:r>
            <a:r>
              <a:rPr lang="en-US" sz="8000" b="1" dirty="0">
                <a:solidFill>
                  <a:schemeClr val="bg1"/>
                </a:solidFill>
              </a:rPr>
              <a:t>፣</a:t>
            </a:r>
            <a:endParaRPr lang="am-ET" sz="8000" b="1" dirty="0">
              <a:solidFill>
                <a:schemeClr val="bg1"/>
              </a:solidFill>
            </a:endParaRPr>
          </a:p>
          <a:p>
            <a:pPr marL="0" indent="0" algn="ctr">
              <a:buNone/>
            </a:pPr>
            <a:r>
              <a:rPr lang="am-ET" sz="8000" b="1" dirty="0">
                <a:solidFill>
                  <a:schemeClr val="bg1"/>
                </a:solidFill>
              </a:rPr>
              <a:t>አንተ ብቻ እንድትመራን</a:t>
            </a:r>
            <a:r>
              <a:rPr lang="en-US" sz="8000" b="1" dirty="0">
                <a:solidFill>
                  <a:schemeClr val="bg1"/>
                </a:solidFill>
              </a:rPr>
              <a:t>፣</a:t>
            </a:r>
            <a:r>
              <a:rPr lang="am-ET" sz="8000" b="1" dirty="0">
                <a:solidFill>
                  <a:schemeClr val="bg1"/>
                </a:solidFill>
              </a:rPr>
              <a:t> ቤትህን በልባችን ውስጥ አድርግ፡፡</a:t>
            </a:r>
          </a:p>
        </p:txBody>
      </p:sp>
    </p:spTree>
    <p:extLst>
      <p:ext uri="{BB962C8B-B14F-4D97-AF65-F5344CB8AC3E}">
        <p14:creationId xmlns:p14="http://schemas.microsoft.com/office/powerpoint/2010/main" val="3643860730"/>
      </p:ext>
    </p:extLst>
  </p:cSld>
  <p:clrMapOvr>
    <a:masterClrMapping/>
  </p:clrMapOvr>
</p:sld>
</file>

<file path=ppt/slides/slide27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D0E2454-242B-4A17-B572-1809BBF16F2D}"/>
              </a:ext>
            </a:extLst>
          </p:cNvPr>
          <p:cNvSpPr>
            <a:spLocks noGrp="1"/>
          </p:cNvSpPr>
          <p:nvPr>
            <p:ph idx="1"/>
          </p:nvPr>
        </p:nvSpPr>
        <p:spPr>
          <a:xfrm>
            <a:off x="159658" y="159657"/>
            <a:ext cx="11194143" cy="6017307"/>
          </a:xfrm>
        </p:spPr>
        <p:txBody>
          <a:bodyPr>
            <a:noAutofit/>
          </a:bodyPr>
          <a:lstStyle/>
          <a:p>
            <a:pPr marL="0" indent="0" algn="ctr">
              <a:buNone/>
            </a:pPr>
            <a:r>
              <a:rPr lang="am-ET" sz="8000" b="1" dirty="0">
                <a:solidFill>
                  <a:schemeClr val="bg1"/>
                </a:solidFill>
              </a:rPr>
              <a:t>ደካማና ሃጥያተኞች ነንና</a:t>
            </a:r>
            <a:r>
              <a:rPr lang="en-US" sz="8000" b="1" dirty="0">
                <a:solidFill>
                  <a:schemeClr val="bg1"/>
                </a:solidFill>
              </a:rPr>
              <a:t>፣</a:t>
            </a:r>
            <a:r>
              <a:rPr lang="am-ET" sz="8000" b="1" dirty="0">
                <a:solidFill>
                  <a:schemeClr val="bg1"/>
                </a:solidFill>
              </a:rPr>
              <a:t> ክፋትን እንዳናስፋፋ</a:t>
            </a:r>
            <a:r>
              <a:rPr lang="en-US" sz="8000" b="1" dirty="0">
                <a:solidFill>
                  <a:schemeClr val="bg1"/>
                </a:solidFill>
              </a:rPr>
              <a:t>፣</a:t>
            </a:r>
            <a:r>
              <a:rPr lang="am-ET" sz="8000" b="1" dirty="0">
                <a:solidFill>
                  <a:schemeClr val="bg1"/>
                </a:solidFill>
              </a:rPr>
              <a:t> </a:t>
            </a:r>
          </a:p>
          <a:p>
            <a:pPr marL="0" indent="0" algn="ctr">
              <a:buNone/>
            </a:pPr>
            <a:r>
              <a:rPr lang="am-ET" sz="8000" b="1" dirty="0">
                <a:solidFill>
                  <a:schemeClr val="bg1"/>
                </a:solidFill>
              </a:rPr>
              <a:t>መንገድህን እንድናውቅና እንዴት መጓዝ እንዳለብን አስተምረህ</a:t>
            </a:r>
            <a:r>
              <a:rPr lang="en-US" sz="8000" b="1" dirty="0">
                <a:solidFill>
                  <a:schemeClr val="bg1"/>
                </a:solidFill>
              </a:rPr>
              <a:t>፣</a:t>
            </a:r>
            <a:endParaRPr lang="am-ET" sz="8000" b="1" dirty="0">
              <a:solidFill>
                <a:schemeClr val="bg1"/>
              </a:solidFill>
            </a:endParaRPr>
          </a:p>
        </p:txBody>
      </p:sp>
    </p:spTree>
    <p:extLst>
      <p:ext uri="{BB962C8B-B14F-4D97-AF65-F5344CB8AC3E}">
        <p14:creationId xmlns:p14="http://schemas.microsoft.com/office/powerpoint/2010/main" val="3359570673"/>
      </p:ext>
    </p:extLst>
  </p:cSld>
  <p:clrMapOvr>
    <a:masterClrMapping/>
  </p:clrMapOvr>
</p:sld>
</file>

<file path=ppt/slides/slide27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D0E2454-242B-4A17-B572-1809BBF16F2D}"/>
              </a:ext>
            </a:extLst>
          </p:cNvPr>
          <p:cNvSpPr>
            <a:spLocks noGrp="1"/>
          </p:cNvSpPr>
          <p:nvPr>
            <p:ph idx="1"/>
          </p:nvPr>
        </p:nvSpPr>
        <p:spPr>
          <a:xfrm>
            <a:off x="159658" y="159657"/>
            <a:ext cx="11194143" cy="6807201"/>
          </a:xfrm>
        </p:spPr>
        <p:txBody>
          <a:bodyPr>
            <a:noAutofit/>
          </a:bodyPr>
          <a:lstStyle/>
          <a:p>
            <a:pPr marL="0" indent="0" algn="ctr">
              <a:buNone/>
            </a:pPr>
            <a:r>
              <a:rPr lang="am-ET" sz="8000" b="1" dirty="0">
                <a:solidFill>
                  <a:schemeClr val="bg1"/>
                </a:solidFill>
              </a:rPr>
              <a:t>አለማወቃችንም ሆነ</a:t>
            </a:r>
            <a:r>
              <a:rPr lang="en-US" sz="8000" b="1" dirty="0">
                <a:solidFill>
                  <a:schemeClr val="bg1"/>
                </a:solidFill>
              </a:rPr>
              <a:t>፣</a:t>
            </a:r>
            <a:r>
              <a:rPr lang="am-ET" sz="8000" b="1" dirty="0">
                <a:solidFill>
                  <a:schemeClr val="bg1"/>
                </a:solidFill>
              </a:rPr>
              <a:t> አድልዎ እንዳይመራን</a:t>
            </a:r>
            <a:r>
              <a:rPr lang="en-US" sz="8000" b="1" dirty="0">
                <a:solidFill>
                  <a:schemeClr val="bg1"/>
                </a:solidFill>
              </a:rPr>
              <a:t>፣</a:t>
            </a:r>
            <a:r>
              <a:rPr lang="am-ET" sz="8000" b="1" dirty="0">
                <a:solidFill>
                  <a:schemeClr val="bg1"/>
                </a:solidFill>
              </a:rPr>
              <a:t> በአንተ ህብረትን አግኝተን</a:t>
            </a:r>
            <a:r>
              <a:rPr lang="en-US" sz="8000" b="1" dirty="0">
                <a:solidFill>
                  <a:schemeClr val="bg1"/>
                </a:solidFill>
              </a:rPr>
              <a:t>፣</a:t>
            </a:r>
            <a:endParaRPr lang="am-ET" sz="8000" b="1" dirty="0">
              <a:solidFill>
                <a:schemeClr val="bg1"/>
              </a:solidFill>
            </a:endParaRPr>
          </a:p>
          <a:p>
            <a:pPr marL="0" indent="0" algn="ctr">
              <a:buNone/>
            </a:pPr>
            <a:r>
              <a:rPr lang="am-ET" sz="8000" b="1" dirty="0">
                <a:solidFill>
                  <a:schemeClr val="bg1"/>
                </a:solidFill>
              </a:rPr>
              <a:t> ትክክል ከሆነውና</a:t>
            </a:r>
            <a:r>
              <a:rPr lang="en-US" sz="8000" b="1" dirty="0">
                <a:solidFill>
                  <a:schemeClr val="bg1"/>
                </a:solidFill>
              </a:rPr>
              <a:t>፣</a:t>
            </a:r>
            <a:r>
              <a:rPr lang="am-ET" sz="8000" b="1" dirty="0">
                <a:solidFill>
                  <a:schemeClr val="bg1"/>
                </a:solidFill>
              </a:rPr>
              <a:t> ከእውነት መንገድ ሳንወጣ</a:t>
            </a:r>
            <a:r>
              <a:rPr lang="en-US" sz="8000" b="1" dirty="0">
                <a:solidFill>
                  <a:schemeClr val="bg1"/>
                </a:solidFill>
              </a:rPr>
              <a:t>፣</a:t>
            </a:r>
            <a:r>
              <a:rPr lang="am-ET" sz="8000" b="1" dirty="0">
                <a:solidFill>
                  <a:schemeClr val="bg1"/>
                </a:solidFill>
              </a:rPr>
              <a:t> ወደ ዘላለም ህይወት እንድንጓዝ እርዳን፡፡</a:t>
            </a:r>
          </a:p>
        </p:txBody>
      </p:sp>
    </p:spTree>
    <p:extLst>
      <p:ext uri="{BB962C8B-B14F-4D97-AF65-F5344CB8AC3E}">
        <p14:creationId xmlns:p14="http://schemas.microsoft.com/office/powerpoint/2010/main" val="3583678035"/>
      </p:ext>
    </p:extLst>
  </p:cSld>
  <p:clrMapOvr>
    <a:masterClrMapping/>
  </p:clrMapOvr>
</p:sld>
</file>

<file path=ppt/slides/slide27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D0E2454-242B-4A17-B572-1809BBF16F2D}"/>
              </a:ext>
            </a:extLst>
          </p:cNvPr>
          <p:cNvSpPr>
            <a:spLocks noGrp="1"/>
          </p:cNvSpPr>
          <p:nvPr>
            <p:ph idx="1"/>
          </p:nvPr>
        </p:nvSpPr>
        <p:spPr>
          <a:xfrm>
            <a:off x="159658" y="159657"/>
            <a:ext cx="11194143" cy="6807201"/>
          </a:xfrm>
        </p:spPr>
        <p:txBody>
          <a:bodyPr>
            <a:noAutofit/>
          </a:bodyPr>
          <a:lstStyle/>
          <a:p>
            <a:pPr marL="0" indent="0" algn="ctr">
              <a:buNone/>
            </a:pPr>
            <a:r>
              <a:rPr lang="am-ET" sz="8000" b="1" dirty="0">
                <a:solidFill>
                  <a:schemeClr val="bg1"/>
                </a:solidFill>
              </a:rPr>
              <a:t>በሁሉም ቦታና ጊዜ</a:t>
            </a:r>
            <a:r>
              <a:rPr lang="en-US" sz="8000" b="1" dirty="0">
                <a:solidFill>
                  <a:schemeClr val="bg1"/>
                </a:solidFill>
              </a:rPr>
              <a:t>፣</a:t>
            </a:r>
            <a:r>
              <a:rPr lang="am-ET" sz="8000" b="1" dirty="0">
                <a:solidFill>
                  <a:schemeClr val="bg1"/>
                </a:solidFill>
              </a:rPr>
              <a:t> የምታከናውንና የምትኖር አንተን እንለምንሃለን</a:t>
            </a:r>
            <a:r>
              <a:rPr lang="en-US" sz="8000" b="1" dirty="0">
                <a:solidFill>
                  <a:schemeClr val="bg1"/>
                </a:solidFill>
              </a:rPr>
              <a:t>፣</a:t>
            </a:r>
            <a:r>
              <a:rPr lang="am-ET" sz="8000" b="1" dirty="0">
                <a:solidFill>
                  <a:schemeClr val="bg1"/>
                </a:solidFill>
              </a:rPr>
              <a:t> </a:t>
            </a:r>
          </a:p>
          <a:p>
            <a:pPr marL="0" indent="0" algn="ctr">
              <a:buNone/>
            </a:pPr>
            <a:r>
              <a:rPr lang="am-ET" sz="8000" b="1" dirty="0">
                <a:solidFill>
                  <a:schemeClr val="bg1"/>
                </a:solidFill>
              </a:rPr>
              <a:t>ከአብና ከወልድ ጋር ለዘላለም ዓለም አሜን!</a:t>
            </a:r>
          </a:p>
        </p:txBody>
      </p:sp>
    </p:spTree>
    <p:extLst>
      <p:ext uri="{BB962C8B-B14F-4D97-AF65-F5344CB8AC3E}">
        <p14:creationId xmlns:p14="http://schemas.microsoft.com/office/powerpoint/2010/main" val="61541410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17255</TotalTime>
  <Words>7930</Words>
  <Application>Microsoft Office PowerPoint</Application>
  <PresentationFormat>Widescreen</PresentationFormat>
  <Paragraphs>791</Paragraphs>
  <Slides>277</Slides>
  <Notes>1</Notes>
  <HiddenSlides>134</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277</vt:i4>
      </vt:variant>
    </vt:vector>
  </HeadingPairs>
  <TitlesOfParts>
    <vt:vector size="289" baseType="lpstr">
      <vt:lpstr>Yu Gothic UI Semibold</vt:lpstr>
      <vt:lpstr>Aptos</vt:lpstr>
      <vt:lpstr>Arial</vt:lpstr>
      <vt:lpstr>Calibri</vt:lpstr>
      <vt:lpstr>Calibri Light</vt:lpstr>
      <vt:lpstr>Cambria Math</vt:lpstr>
      <vt:lpstr>Ebrima</vt:lpstr>
      <vt:lpstr>NotoSansEthiopic</vt:lpstr>
      <vt:lpstr>Nyala</vt:lpstr>
      <vt:lpstr>Roboto-Regular</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ንባባት</vt:lpstr>
      <vt:lpstr>PowerPoint Presentation</vt:lpstr>
      <vt:lpstr>PowerPoint Presentation</vt:lpstr>
      <vt:lpstr> ንባባት</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ዘክረምት 6 ምስባክ (መዝ 144(145):15-16)</vt:lpstr>
      <vt:lpstr>PowerPoint Presentation</vt:lpstr>
      <vt:lpstr>ምስባክ (መዝ 88:2)</vt:lpstr>
      <vt:lpstr>ምስባክ ዘፍልሠታ /መዝ 44/45፡9-10/</vt:lpstr>
      <vt:lpstr>ምስባክ ዘመስቀል /መዝ 59/60፡4/</vt:lpstr>
      <vt:lpstr>ምስባክ ዘአስተምሕሮ (መዝ 85/86፥15-16)</vt:lpstr>
      <vt:lpstr>ምስባክ  ከጰራቅሊጦስ በኋላ 1ኛ (መዝ 33/34፥7-8)</vt:lpstr>
      <vt:lpstr>ምስባክ ዘትንሣኤ 8ኛ (መዝ 50/51፥11-12)</vt:lpstr>
      <vt:lpstr>ምስባክ ዘትንሣኤ 7ኛ (መዝ 46/47፥5-6)</vt:lpstr>
      <vt:lpstr>ምስባክ ዘትንሣኤ 6ኛ (መዝ 77/78፥29-30)</vt:lpstr>
      <vt:lpstr>PowerPoint Presentation</vt:lpstr>
      <vt:lpstr>PowerPoint Presentation</vt:lpstr>
      <vt:lpstr>ምስባክ  ዘትንሣኤ 3ኛ (መዝ 11/12፥5-6)</vt:lpstr>
      <vt:lpstr>ምስባክ ዘዳግም ትንሣኤ 2ኛ (መዝ 67/68፥1-2)</vt:lpstr>
      <vt:lpstr>ምስባክ ዘትንሣኤ (መዝ 77/78፥65-66)</vt:lpstr>
      <vt:lpstr>ምስባክ ሰንበት-ዘሆሳዕና ጾመ አርብዓ (መዝ 117/118፥26-27)</vt:lpstr>
      <vt:lpstr>ምስባክ ዘኒቆዲሞስ ጾመ አርብዓ (መዝ 16/17፥3-4)</vt:lpstr>
      <vt:lpstr> ምስባክ ዘገብር ኄር ጾመ አርብዓ (መዝ 38፥8-9)</vt:lpstr>
      <vt:lpstr>  ምስባክ ዘደብረዘይት ጾመ አርብዓ መዝ 49፥2</vt:lpstr>
      <vt:lpstr>  ምስባክ ዘመፃጉዕ ጾመ አርብዓ (መዝ 40፥3-4)</vt:lpstr>
      <vt:lpstr>ምስባክ ዘምኩራብ ጾመ አርብዓ (መዝ 68/69፥9-10)</vt:lpstr>
      <vt:lpstr>ምስባክ ዘቅድስት ጾመ ሕርቃል (መዝ 95/96፥5-6)</vt:lpstr>
      <vt:lpstr>ምስባክ ዘወረደ ጾመ ቅበላ (መዝ 2/3፥11-12)</vt:lpstr>
      <vt:lpstr>ምስባክ ጥምቀት አስተርእዮ 5ኛ (መዝ 46/47፥3-4)</vt:lpstr>
      <vt:lpstr>ምስባክ ጥምቀት አስተርእዮ 4ኛ (መዝ 87/87፥7-6)</vt:lpstr>
      <vt:lpstr> ምስባክ ጥምቀት አስተርእዮ 3ኛ (መዝ 147/148፥1-2)  ትሴብሖ ኢየሩሳሌም ለእግዚኣብሔር፤ ወሰብሒዮ ለኣምላክኪ ጽዮን፤ እስመ አፅንዓ መናሥግተ ኆኃትኪ። </vt:lpstr>
      <vt:lpstr>ምስባክ ጥምቀት አስተርእዮ 2ኛ (መዝ 117/118፥6)</vt:lpstr>
      <vt:lpstr>ምስባክ ጥምቀት አስተርእዮ 1ኛ (መዝ 83/84፥6-7)</vt:lpstr>
      <vt:lpstr>ምስባክ ጥምቀተ እግዚእነ (መዝ 76/77፥16-17)</vt:lpstr>
      <vt:lpstr>ምስባክ ዘናዝሬት (መዝ 131/132፥6-7)</vt:lpstr>
      <vt:lpstr>ምስባክ ዘልደት (መዝ  71/72፥10-14)</vt:lpstr>
      <vt:lpstr>ምስባክ ዘስብከት 1ኛ(መዝ 143/144፥7-8)</vt:lpstr>
      <vt:lpstr>ምስባክ (መዝ 4/5፥2-3)</vt:lpstr>
      <vt:lpstr>ምስባክ (መዝ 134/135፥8)</vt:lpstr>
      <vt:lpstr>ምስባክ (መዝ 1/2፥3)</vt:lpstr>
      <vt:lpstr>ምስባክ (መዝ 79/80፥8)</vt:lpstr>
      <vt:lpstr>ምስባክ (መዝ 73/74፥16-17)</vt:lpstr>
      <vt:lpstr>ምስባክ (መዝ 91፥12-13)</vt:lpstr>
      <vt:lpstr>ምስባክ (መዝ 128፥2-3)</vt:lpstr>
      <vt:lpstr>ምስባክ (መዝ 128፥2-3)</vt:lpstr>
      <vt:lpstr>ምስባክ (መዝ 59፥4-5)</vt:lpstr>
      <vt:lpstr>ምስባክ (መዝ 67፥6-7)</vt:lpstr>
      <vt:lpstr>ምስባክ (መዝ 64/65፥11-12)</vt:lpstr>
      <vt:lpstr>ምስባክ (መዝ 50፥11-12)</vt:lpstr>
      <vt:lpstr>ምስባክ (መዝ 145፥15-16)</vt:lpstr>
      <vt:lpstr>ምስባክ (መዝ 135፥7)</vt:lpstr>
      <vt:lpstr>ምስባክ (መዝ 65፥9)</vt:lpstr>
      <vt:lpstr>ምስባክ (መዝ 65፥10)</vt:lpstr>
      <vt:lpstr>ምስባክ</vt:lpstr>
      <vt:lpstr>ምስባክ</vt:lpstr>
      <vt:lpstr>ምስባክ</vt:lpstr>
      <vt:lpstr>ምስባክ</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ለኔስ ምንም ቢሆን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ተሸከመው ኃጢአቴን  </vt:lpstr>
      <vt:lpstr>PowerPoint Presentation</vt:lpstr>
      <vt:lpstr>ተሸከመው ኃጢአቴን /2/  ኢየሱስ መድኃኒቴ  </vt:lpstr>
      <vt:lpstr>PowerPoint Presentation</vt:lpstr>
      <vt:lpstr>ተሸከመው ኃጢአቴን /2/  ኢየሱስ መድኃኒቴ  </vt:lpstr>
      <vt:lpstr>PowerPoint Presentation</vt:lpstr>
      <vt:lpstr>ተሸከመው ኃጢአቴን /2/  ኢየሱስ መድኃኒቴ  </vt:lpstr>
      <vt:lpstr>PowerPoint Presentation</vt:lpstr>
      <vt:lpstr>ተሸከመው ኃጢአቴን /2/  ኢየሱስ መድኃኒቴ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የቅ/ፍራንቸስኮስ ፀሎት</vt:lpstr>
      <vt:lpstr>PowerPoint Presentation</vt:lpstr>
      <vt:lpstr>PowerPoint Presentation</vt:lpstr>
      <vt:lpstr>PowerPoint Presentation</vt:lpstr>
      <vt:lpstr>ብጽዕት ነሽ ማርያም</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መልዕክት</vt:lpstr>
      <vt:lpstr>የቅ/ፍራንቸስኮስ ፀሎት</vt:lpstr>
      <vt:lpstr>PowerPoint Presentation</vt:lpstr>
      <vt:lpstr>PowerPoint Presentation</vt:lpstr>
      <vt:lpstr>PowerPoint Presentation</vt:lpstr>
      <vt:lpstr>ጸሎት በክርስቶስ በጋራ መጓዝ</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Eleyas Endashaw</dc:creator>
  <cp:lastModifiedBy>Nebyou Esayas</cp:lastModifiedBy>
  <cp:revision>351</cp:revision>
  <dcterms:created xsi:type="dcterms:W3CDTF">2021-01-24T03:15:37Z</dcterms:created>
  <dcterms:modified xsi:type="dcterms:W3CDTF">2026-03-01T06:32:53Z</dcterms:modified>
</cp:coreProperties>
</file>