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176"/>
  </p:notesMasterIdLst>
  <p:sldIdLst>
    <p:sldId id="256" r:id="rId3"/>
    <p:sldId id="2642" r:id="rId4"/>
    <p:sldId id="2644" r:id="rId5"/>
    <p:sldId id="2675" r:id="rId6"/>
    <p:sldId id="2646" r:id="rId7"/>
    <p:sldId id="2647" r:id="rId8"/>
    <p:sldId id="2648" r:id="rId9"/>
    <p:sldId id="2649" r:id="rId10"/>
    <p:sldId id="2650" r:id="rId11"/>
    <p:sldId id="2651" r:id="rId12"/>
    <p:sldId id="2652" r:id="rId13"/>
    <p:sldId id="2653" r:id="rId14"/>
    <p:sldId id="2676" r:id="rId15"/>
    <p:sldId id="3072" r:id="rId16"/>
    <p:sldId id="2654" r:id="rId17"/>
    <p:sldId id="2677" r:id="rId18"/>
    <p:sldId id="3073" r:id="rId19"/>
    <p:sldId id="2678" r:id="rId20"/>
    <p:sldId id="2679" r:id="rId21"/>
    <p:sldId id="2655" r:id="rId22"/>
    <p:sldId id="2656" r:id="rId23"/>
    <p:sldId id="3061" r:id="rId24"/>
    <p:sldId id="2657" r:id="rId25"/>
    <p:sldId id="4995" r:id="rId26"/>
    <p:sldId id="2799" r:id="rId27"/>
    <p:sldId id="2800" r:id="rId28"/>
    <p:sldId id="4996" r:id="rId29"/>
    <p:sldId id="2802" r:id="rId30"/>
    <p:sldId id="2680" r:id="rId31"/>
    <p:sldId id="2681" r:id="rId32"/>
    <p:sldId id="2682" r:id="rId33"/>
    <p:sldId id="2659" r:id="rId34"/>
    <p:sldId id="3062" r:id="rId35"/>
    <p:sldId id="2660" r:id="rId36"/>
    <p:sldId id="3063" r:id="rId37"/>
    <p:sldId id="2661" r:id="rId38"/>
    <p:sldId id="2683" r:id="rId39"/>
    <p:sldId id="2684" r:id="rId40"/>
    <p:sldId id="3007" r:id="rId41"/>
    <p:sldId id="4997" r:id="rId42"/>
    <p:sldId id="2662" r:id="rId43"/>
    <p:sldId id="2687" r:id="rId44"/>
    <p:sldId id="4998" r:id="rId45"/>
    <p:sldId id="260" r:id="rId46"/>
    <p:sldId id="257" r:id="rId47"/>
    <p:sldId id="258" r:id="rId48"/>
    <p:sldId id="259" r:id="rId49"/>
    <p:sldId id="261" r:id="rId50"/>
    <p:sldId id="2688" r:id="rId51"/>
    <p:sldId id="2790" r:id="rId52"/>
    <p:sldId id="2686" r:id="rId53"/>
    <p:sldId id="2663" r:id="rId54"/>
    <p:sldId id="2791" r:id="rId55"/>
    <p:sldId id="2664" r:id="rId56"/>
    <p:sldId id="2665" r:id="rId57"/>
    <p:sldId id="2987" r:id="rId58"/>
    <p:sldId id="2666" r:id="rId59"/>
    <p:sldId id="2988" r:id="rId60"/>
    <p:sldId id="2685" r:id="rId61"/>
    <p:sldId id="2667" r:id="rId62"/>
    <p:sldId id="2668" r:id="rId63"/>
    <p:sldId id="3064" r:id="rId64"/>
    <p:sldId id="2669" r:id="rId65"/>
    <p:sldId id="2874" r:id="rId66"/>
    <p:sldId id="2875" r:id="rId67"/>
    <p:sldId id="2876" r:id="rId68"/>
    <p:sldId id="2877" r:id="rId69"/>
    <p:sldId id="2878" r:id="rId70"/>
    <p:sldId id="2879" r:id="rId71"/>
    <p:sldId id="2880" r:id="rId72"/>
    <p:sldId id="2881" r:id="rId73"/>
    <p:sldId id="2882" r:id="rId74"/>
    <p:sldId id="2883" r:id="rId75"/>
    <p:sldId id="2827" r:id="rId76"/>
    <p:sldId id="2841" r:id="rId77"/>
    <p:sldId id="2884" r:id="rId78"/>
    <p:sldId id="3065" r:id="rId79"/>
    <p:sldId id="2885" r:id="rId80"/>
    <p:sldId id="2886" r:id="rId81"/>
    <p:sldId id="2887" r:id="rId82"/>
    <p:sldId id="3066" r:id="rId83"/>
    <p:sldId id="2888" r:id="rId84"/>
    <p:sldId id="3067" r:id="rId85"/>
    <p:sldId id="2889" r:id="rId86"/>
    <p:sldId id="2890" r:id="rId87"/>
    <p:sldId id="2722" r:id="rId88"/>
    <p:sldId id="3068" r:id="rId89"/>
    <p:sldId id="2723" r:id="rId90"/>
    <p:sldId id="3069" r:id="rId91"/>
    <p:sldId id="2724" r:id="rId92"/>
    <p:sldId id="2792" r:id="rId93"/>
    <p:sldId id="2793" r:id="rId94"/>
    <p:sldId id="2794" r:id="rId95"/>
    <p:sldId id="2728" r:id="rId96"/>
    <p:sldId id="3060" r:id="rId97"/>
    <p:sldId id="2797" r:id="rId98"/>
    <p:sldId id="2729" r:id="rId99"/>
    <p:sldId id="2756" r:id="rId100"/>
    <p:sldId id="2757" r:id="rId101"/>
    <p:sldId id="2725" r:id="rId102"/>
    <p:sldId id="2726" r:id="rId103"/>
    <p:sldId id="2727" r:id="rId104"/>
    <p:sldId id="3071" r:id="rId105"/>
    <p:sldId id="4324" r:id="rId106"/>
    <p:sldId id="4315" r:id="rId107"/>
    <p:sldId id="4317" r:id="rId108"/>
    <p:sldId id="4316" r:id="rId109"/>
    <p:sldId id="4318" r:id="rId110"/>
    <p:sldId id="4319" r:id="rId111"/>
    <p:sldId id="4320" r:id="rId112"/>
    <p:sldId id="4321" r:id="rId113"/>
    <p:sldId id="4323" r:id="rId114"/>
    <p:sldId id="4322" r:id="rId115"/>
    <p:sldId id="2764" r:id="rId116"/>
    <p:sldId id="2765" r:id="rId117"/>
    <p:sldId id="2766" r:id="rId118"/>
    <p:sldId id="2767" r:id="rId119"/>
    <p:sldId id="2769" r:id="rId120"/>
    <p:sldId id="2770" r:id="rId121"/>
    <p:sldId id="2771" r:id="rId122"/>
    <p:sldId id="2772" r:id="rId123"/>
    <p:sldId id="2773" r:id="rId124"/>
    <p:sldId id="2774" r:id="rId125"/>
    <p:sldId id="2789" r:id="rId126"/>
    <p:sldId id="3070" r:id="rId127"/>
    <p:sldId id="2775" r:id="rId128"/>
    <p:sldId id="2435" r:id="rId129"/>
    <p:sldId id="2436" r:id="rId130"/>
    <p:sldId id="2437" r:id="rId131"/>
    <p:sldId id="2438" r:id="rId132"/>
    <p:sldId id="4993" r:id="rId133"/>
    <p:sldId id="4654" r:id="rId134"/>
    <p:sldId id="4988" r:id="rId135"/>
    <p:sldId id="4989" r:id="rId136"/>
    <p:sldId id="4992" r:id="rId137"/>
    <p:sldId id="4991" r:id="rId138"/>
    <p:sldId id="4994" r:id="rId139"/>
    <p:sldId id="2711" r:id="rId140"/>
    <p:sldId id="2710" r:id="rId141"/>
    <p:sldId id="2707" r:id="rId142"/>
    <p:sldId id="2691" r:id="rId143"/>
    <p:sldId id="2709" r:id="rId144"/>
    <p:sldId id="2693" r:id="rId145"/>
    <p:sldId id="2694" r:id="rId146"/>
    <p:sldId id="2695" r:id="rId147"/>
    <p:sldId id="2696" r:id="rId148"/>
    <p:sldId id="2697" r:id="rId149"/>
    <p:sldId id="2670" r:id="rId150"/>
    <p:sldId id="2698" r:id="rId151"/>
    <p:sldId id="2671" r:id="rId152"/>
    <p:sldId id="2699" r:id="rId153"/>
    <p:sldId id="2700" r:id="rId154"/>
    <p:sldId id="2672" r:id="rId155"/>
    <p:sldId id="2673" r:id="rId156"/>
    <p:sldId id="2674" r:id="rId157"/>
    <p:sldId id="2701" r:id="rId158"/>
    <p:sldId id="2702" r:id="rId159"/>
    <p:sldId id="2703" r:id="rId160"/>
    <p:sldId id="267" r:id="rId161"/>
    <p:sldId id="2577" r:id="rId162"/>
    <p:sldId id="2578" r:id="rId163"/>
    <p:sldId id="2776" r:id="rId164"/>
    <p:sldId id="2777" r:id="rId165"/>
    <p:sldId id="2778" r:id="rId166"/>
    <p:sldId id="2779" r:id="rId167"/>
    <p:sldId id="2780" r:id="rId168"/>
    <p:sldId id="2781" r:id="rId169"/>
    <p:sldId id="2782" r:id="rId170"/>
    <p:sldId id="2783" r:id="rId171"/>
    <p:sldId id="2784" r:id="rId172"/>
    <p:sldId id="2785" r:id="rId173"/>
    <p:sldId id="2786" r:id="rId174"/>
    <p:sldId id="2787" r:id="rId175"/>
  </p:sldIdLst>
  <p:sldSz cx="12344400" cy="69500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p15:clr>
            <a:srgbClr val="A4A3A4"/>
          </p15:clr>
        </p15:guide>
        <p15:guide id="2" pos="388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60" autoAdjust="0"/>
    <p:restoredTop sz="94660"/>
  </p:normalViewPr>
  <p:slideViewPr>
    <p:cSldViewPr snapToGrid="0">
      <p:cViewPr varScale="1">
        <p:scale>
          <a:sx n="73" d="100"/>
          <a:sy n="73" d="100"/>
        </p:scale>
        <p:origin x="77" y="202"/>
      </p:cViewPr>
      <p:guideLst>
        <p:guide orient="horz" pos="2189"/>
        <p:guide pos="38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presProps" Target="presProps.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tableStyles" Target="tableStyle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notesMaster" Target="notesMasters/notesMaster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F3AAA-D1FE-42C5-B36D-3D6B22381681}" type="datetimeFigureOut">
              <a:rPr lang="en-US" smtClean="0"/>
              <a:t>3/1/2026</a:t>
            </a:fld>
            <a:endParaRPr lang="en-US"/>
          </a:p>
        </p:txBody>
      </p:sp>
      <p:sp>
        <p:nvSpPr>
          <p:cNvPr id="4" name="Slide Image Placeholder 3"/>
          <p:cNvSpPr>
            <a:spLocks noGrp="1" noRot="1" noChangeAspect="1"/>
          </p:cNvSpPr>
          <p:nvPr>
            <p:ph type="sldImg" idx="2"/>
          </p:nvPr>
        </p:nvSpPr>
        <p:spPr>
          <a:xfrm>
            <a:off x="688975" y="1143000"/>
            <a:ext cx="54800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08D10-C907-416B-922D-9285B3C013A1}" type="slidenum">
              <a:rPr lang="en-US" smtClean="0"/>
              <a:t>‹#›</a:t>
            </a:fld>
            <a:endParaRPr lang="en-US"/>
          </a:p>
        </p:txBody>
      </p:sp>
    </p:spTree>
    <p:extLst>
      <p:ext uri="{BB962C8B-B14F-4D97-AF65-F5344CB8AC3E}">
        <p14:creationId xmlns:p14="http://schemas.microsoft.com/office/powerpoint/2010/main" val="298160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11234-F071-40E5-BC54-9C637E02A253}"/>
              </a:ext>
            </a:extLst>
          </p:cNvPr>
          <p:cNvSpPr>
            <a:spLocks noGrp="1"/>
          </p:cNvSpPr>
          <p:nvPr>
            <p:ph type="ctrTitle"/>
          </p:nvPr>
        </p:nvSpPr>
        <p:spPr>
          <a:xfrm>
            <a:off x="1543050" y="1137432"/>
            <a:ext cx="9258300" cy="2419656"/>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50B0EF-8E71-4B1E-B254-02C28B71F159}"/>
              </a:ext>
            </a:extLst>
          </p:cNvPr>
          <p:cNvSpPr>
            <a:spLocks noGrp="1"/>
          </p:cNvSpPr>
          <p:nvPr>
            <p:ph type="subTitle" idx="1"/>
          </p:nvPr>
        </p:nvSpPr>
        <p:spPr>
          <a:xfrm>
            <a:off x="1543050" y="3650399"/>
            <a:ext cx="9258300" cy="167799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E2DAD-03BC-447B-938A-2648EB459671}"/>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196856C5-8851-4C1C-B519-170A3D8447D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74D1E7A1-BDC5-4944-8E41-F7597100508F}"/>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92366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C22A-53F0-4170-A66D-EF9BE7F0AC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0053F2-232B-4F88-9366-E9DF6DE610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A9A506-8D6C-42B6-8122-77FED80F025F}"/>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7DEF6FA4-F449-4E39-B910-2F574D9CD2C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74B75C79-E4D0-4D6C-9C5F-77CD093559F3}"/>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10291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E242-751A-4734-A6E1-BF6D330F1D35}"/>
              </a:ext>
            </a:extLst>
          </p:cNvPr>
          <p:cNvSpPr>
            <a:spLocks noGrp="1"/>
          </p:cNvSpPr>
          <p:nvPr>
            <p:ph type="title"/>
          </p:nvPr>
        </p:nvSpPr>
        <p:spPr>
          <a:xfrm>
            <a:off x="842250" y="1732710"/>
            <a:ext cx="10647045" cy="2891038"/>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C270CA-AB73-4860-9E86-7D1669546C79}"/>
              </a:ext>
            </a:extLst>
          </p:cNvPr>
          <p:cNvSpPr>
            <a:spLocks noGrp="1"/>
          </p:cNvSpPr>
          <p:nvPr>
            <p:ph type="body" idx="1"/>
          </p:nvPr>
        </p:nvSpPr>
        <p:spPr>
          <a:xfrm>
            <a:off x="842250" y="4651099"/>
            <a:ext cx="10647045" cy="1520328"/>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F0F84D-058D-4DFC-823B-E948B7E92251}"/>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E3C5624-8B50-4C1D-AF71-B858003399F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01C6F60F-95E6-4362-82F5-5E76D2D33F14}"/>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8050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8700-1B54-402C-851A-3392503FD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DAF8ED-A59F-4C76-980F-4414812580FC}"/>
              </a:ext>
            </a:extLst>
          </p:cNvPr>
          <p:cNvSpPr>
            <a:spLocks noGrp="1"/>
          </p:cNvSpPr>
          <p:nvPr>
            <p:ph sz="half" idx="1"/>
          </p:nvPr>
        </p:nvSpPr>
        <p:spPr>
          <a:xfrm>
            <a:off x="848678" y="1850136"/>
            <a:ext cx="5246370" cy="44097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4D7655-FEBC-4F1A-8A50-7AFD6E42ABA5}"/>
              </a:ext>
            </a:extLst>
          </p:cNvPr>
          <p:cNvSpPr>
            <a:spLocks noGrp="1"/>
          </p:cNvSpPr>
          <p:nvPr>
            <p:ph sz="half" idx="2"/>
          </p:nvPr>
        </p:nvSpPr>
        <p:spPr>
          <a:xfrm>
            <a:off x="6249353" y="1850136"/>
            <a:ext cx="5246370" cy="44097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980AC1-58C1-4945-B118-3647E72E5015}"/>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31146B44-F450-4DCE-87A1-3B7FC94E78E1}"/>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CF42191D-772C-47FC-BE63-ECB6B8A87B2C}"/>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3298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D3F9-74AF-4EFE-89DD-EC0DDE07BC38}"/>
              </a:ext>
            </a:extLst>
          </p:cNvPr>
          <p:cNvSpPr>
            <a:spLocks noGrp="1"/>
          </p:cNvSpPr>
          <p:nvPr>
            <p:ph type="title"/>
          </p:nvPr>
        </p:nvSpPr>
        <p:spPr>
          <a:xfrm>
            <a:off x="850286" y="370032"/>
            <a:ext cx="10647045" cy="1343360"/>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8ACD55-2C97-4C6F-96B2-9CDA0B2E4666}"/>
              </a:ext>
            </a:extLst>
          </p:cNvPr>
          <p:cNvSpPr>
            <a:spLocks noGrp="1"/>
          </p:cNvSpPr>
          <p:nvPr>
            <p:ph type="body" idx="1"/>
          </p:nvPr>
        </p:nvSpPr>
        <p:spPr>
          <a:xfrm>
            <a:off x="850288" y="1703734"/>
            <a:ext cx="5222259" cy="834974"/>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9140D6-4498-4298-9467-C372937201C8}"/>
              </a:ext>
            </a:extLst>
          </p:cNvPr>
          <p:cNvSpPr>
            <a:spLocks noGrp="1"/>
          </p:cNvSpPr>
          <p:nvPr>
            <p:ph sz="half" idx="2"/>
          </p:nvPr>
        </p:nvSpPr>
        <p:spPr>
          <a:xfrm>
            <a:off x="850288" y="2538708"/>
            <a:ext cx="5222259" cy="3734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BAF976-C537-40A6-AEDB-C024DC3FAE34}"/>
              </a:ext>
            </a:extLst>
          </p:cNvPr>
          <p:cNvSpPr>
            <a:spLocks noGrp="1"/>
          </p:cNvSpPr>
          <p:nvPr>
            <p:ph type="body" sz="quarter" idx="3"/>
          </p:nvPr>
        </p:nvSpPr>
        <p:spPr>
          <a:xfrm>
            <a:off x="6249355" y="1703734"/>
            <a:ext cx="5247978" cy="834974"/>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D5A248-D621-4E2F-9DB6-7E8929E52835}"/>
              </a:ext>
            </a:extLst>
          </p:cNvPr>
          <p:cNvSpPr>
            <a:spLocks noGrp="1"/>
          </p:cNvSpPr>
          <p:nvPr>
            <p:ph sz="quarter" idx="4"/>
          </p:nvPr>
        </p:nvSpPr>
        <p:spPr>
          <a:xfrm>
            <a:off x="6249355" y="2538708"/>
            <a:ext cx="5247978" cy="3734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3DF3F0-1B78-457F-98BF-7711CAAE81FF}"/>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B3EEBBF3-5BDB-4CF7-B511-16835E8A0AEB}"/>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B55B1D2B-A671-4B9C-8FED-75DB4D196E90}"/>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51931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53EBA-C3A0-4F36-8034-97CBBC6E28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98ED0B-F03E-4DD1-8F9C-174AE3C6F18B}"/>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6C7876CC-AD68-4FBC-BB6A-4BA950A14D47}"/>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9EC2098F-BD03-4FB8-8527-EDE7E2BD2681}"/>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39557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16534-CB20-41B7-99E3-388A31D81D9B}"/>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FD84DA5A-6C89-4994-B9DD-26A1BEBD2903}"/>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A7D41762-4F0C-4E60-8FF7-6ABA77364AA7}"/>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666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86B5E-0E0A-4899-AB32-0795C206AF44}"/>
              </a:ext>
            </a:extLst>
          </p:cNvPr>
          <p:cNvSpPr>
            <a:spLocks noGrp="1"/>
          </p:cNvSpPr>
          <p:nvPr>
            <p:ph type="title"/>
          </p:nvPr>
        </p:nvSpPr>
        <p:spPr>
          <a:xfrm>
            <a:off x="850286" y="463338"/>
            <a:ext cx="3981390" cy="1621684"/>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40EA87-4C2B-430D-8341-6840DD917E8D}"/>
              </a:ext>
            </a:extLst>
          </p:cNvPr>
          <p:cNvSpPr>
            <a:spLocks noGrp="1"/>
          </p:cNvSpPr>
          <p:nvPr>
            <p:ph idx="1"/>
          </p:nvPr>
        </p:nvSpPr>
        <p:spPr>
          <a:xfrm>
            <a:off x="5247979" y="1000700"/>
            <a:ext cx="6249353" cy="493905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F98EE2-7194-48C3-ABC5-349DEB14C031}"/>
              </a:ext>
            </a:extLst>
          </p:cNvPr>
          <p:cNvSpPr>
            <a:spLocks noGrp="1"/>
          </p:cNvSpPr>
          <p:nvPr>
            <p:ph type="body" sz="half" idx="2"/>
          </p:nvPr>
        </p:nvSpPr>
        <p:spPr>
          <a:xfrm>
            <a:off x="850286" y="2085023"/>
            <a:ext cx="3981390" cy="3862762"/>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1F6F9-5860-42C2-A7F8-86CD1419C02F}"/>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AEF5A4C9-BCFA-4B8C-830D-F87FBB7F6500}"/>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534A934-566F-43DD-9CE2-FDE59ABBAC73}"/>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32064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22C96-EE0A-4033-A2E0-EE3A12DAF770}"/>
              </a:ext>
            </a:extLst>
          </p:cNvPr>
          <p:cNvSpPr>
            <a:spLocks noGrp="1"/>
          </p:cNvSpPr>
          <p:nvPr>
            <p:ph type="title"/>
          </p:nvPr>
        </p:nvSpPr>
        <p:spPr>
          <a:xfrm>
            <a:off x="850286" y="463338"/>
            <a:ext cx="3981390" cy="162168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C18C5D-FB64-406A-86BE-A76105150F08}"/>
              </a:ext>
            </a:extLst>
          </p:cNvPr>
          <p:cNvSpPr>
            <a:spLocks noGrp="1"/>
          </p:cNvSpPr>
          <p:nvPr>
            <p:ph type="pic" idx="1"/>
          </p:nvPr>
        </p:nvSpPr>
        <p:spPr>
          <a:xfrm>
            <a:off x="5247979" y="1000700"/>
            <a:ext cx="6249353" cy="4939058"/>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03262009-97B0-4B92-8C31-389CECF04322}"/>
              </a:ext>
            </a:extLst>
          </p:cNvPr>
          <p:cNvSpPr>
            <a:spLocks noGrp="1"/>
          </p:cNvSpPr>
          <p:nvPr>
            <p:ph type="body" sz="half" idx="2"/>
          </p:nvPr>
        </p:nvSpPr>
        <p:spPr>
          <a:xfrm>
            <a:off x="850286" y="2085023"/>
            <a:ext cx="3981390" cy="3862762"/>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5C160-5DA2-452C-A913-CDF904E24DC3}"/>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DE483DF8-70C2-4AB9-AFDF-23C82B2214F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57027FBF-A07F-4126-ABB0-8B80ADB8ED82}"/>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3902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882D-6098-4016-8160-E7E077CCD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C52FF1-0E61-44CC-96ED-988F8E37E8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29C42-AA6C-4922-952F-10EE14217383}"/>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28CE019-507B-4284-B2AA-6354A7695867}"/>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B18890A-1257-4B15-8530-AD0B0087A649}"/>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4053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E37AFF-03AC-48DF-BF05-95BC51CF93C2}"/>
              </a:ext>
            </a:extLst>
          </p:cNvPr>
          <p:cNvSpPr>
            <a:spLocks noGrp="1"/>
          </p:cNvSpPr>
          <p:nvPr>
            <p:ph type="title" orient="vert"/>
          </p:nvPr>
        </p:nvSpPr>
        <p:spPr>
          <a:xfrm>
            <a:off x="8833964" y="370027"/>
            <a:ext cx="2661761" cy="588986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03887D-684E-486F-A7A1-637F139942A5}"/>
              </a:ext>
            </a:extLst>
          </p:cNvPr>
          <p:cNvSpPr>
            <a:spLocks noGrp="1"/>
          </p:cNvSpPr>
          <p:nvPr>
            <p:ph type="body" orient="vert" idx="1"/>
          </p:nvPr>
        </p:nvSpPr>
        <p:spPr>
          <a:xfrm>
            <a:off x="848681" y="370027"/>
            <a:ext cx="7830979" cy="58898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D4952-B8FD-4240-9B5D-9B3FF7B6A4B4}"/>
              </a:ext>
            </a:extLst>
          </p:cNvPr>
          <p:cNvSpPr>
            <a:spLocks noGrp="1"/>
          </p:cNvSpPr>
          <p:nvPr>
            <p:ph type="dt" sz="half" idx="10"/>
          </p:nvPr>
        </p:nvSpPr>
        <p:spPr/>
        <p:txBody>
          <a:body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2783986C-2A8E-42F1-8F17-EF841703F76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D4659DF-5817-400E-8D00-91A3B6C79990}"/>
              </a:ext>
            </a:extLst>
          </p:cNvPr>
          <p:cNvSpPr>
            <a:spLocks noGrp="1"/>
          </p:cNvSpPr>
          <p:nvPr>
            <p:ph type="sldNum" sz="quarter" idx="12"/>
          </p:nvPr>
        </p:nvSpPr>
        <p:spPr/>
        <p:txBody>
          <a:body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12397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25830" y="2159031"/>
            <a:ext cx="10492740" cy="1489761"/>
          </a:xfrm>
        </p:spPr>
        <p:txBody>
          <a:bodyPr/>
          <a:lstStyle/>
          <a:p>
            <a:r>
              <a:rPr lang="en-US"/>
              <a:t>Click to edit Master title style</a:t>
            </a:r>
          </a:p>
        </p:txBody>
      </p:sp>
      <p:sp>
        <p:nvSpPr>
          <p:cNvPr id="3" name="Subtitle 2"/>
          <p:cNvSpPr>
            <a:spLocks noGrp="1"/>
          </p:cNvSpPr>
          <p:nvPr>
            <p:ph type="subTitle" idx="1"/>
          </p:nvPr>
        </p:nvSpPr>
        <p:spPr>
          <a:xfrm>
            <a:off x="1851660" y="3938376"/>
            <a:ext cx="8641080" cy="177613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6D7CC75-43F6-4BAC-AFA3-41B2329C64AA}"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2712057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7CC75-43F6-4BAC-AFA3-41B2329C64AA}"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2295686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5123" y="4466069"/>
            <a:ext cx="10492740" cy="1380362"/>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5123" y="2945739"/>
            <a:ext cx="10492740" cy="152032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7CC75-43F6-4BAC-AFA3-41B2329C64AA}"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3794096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7220" y="1621687"/>
            <a:ext cx="5452110" cy="4586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5070" y="1621687"/>
            <a:ext cx="5452110" cy="4586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7CC75-43F6-4BAC-AFA3-41B2329C64AA}"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605292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17221" y="1555724"/>
            <a:ext cx="5454253" cy="64835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17221" y="2204075"/>
            <a:ext cx="5454253" cy="40043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0786" y="1555724"/>
            <a:ext cx="5456396" cy="64835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0786" y="2204075"/>
            <a:ext cx="5456396" cy="40043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7CC75-43F6-4BAC-AFA3-41B2329C64AA}" type="datetimeFigureOut">
              <a:rPr lang="en-US" smtClean="0"/>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7137417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D7CC75-43F6-4BAC-AFA3-41B2329C64AA}" type="datetimeFigureOut">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1676511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7CC75-43F6-4BAC-AFA3-41B2329C64AA}" type="datetimeFigureOut">
              <a:rPr lang="en-US" smtClean="0"/>
              <a:t>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1850241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7222" y="276716"/>
            <a:ext cx="4061223" cy="1177652"/>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26319" y="276719"/>
            <a:ext cx="6900863" cy="593169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7222" y="1454370"/>
            <a:ext cx="4061223" cy="475404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7CC75-43F6-4BAC-AFA3-41B2329C64AA}"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8927698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19588" y="4865052"/>
            <a:ext cx="7406640" cy="574347"/>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419588" y="621002"/>
            <a:ext cx="7406640" cy="41700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419588" y="5439399"/>
            <a:ext cx="7406640" cy="8156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7CC75-43F6-4BAC-AFA3-41B2329C64AA}"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808958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7CC75-43F6-4BAC-AFA3-41B2329C64AA}"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2443097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9690" y="278328"/>
            <a:ext cx="2777490" cy="59300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17220" y="278328"/>
            <a:ext cx="8126730" cy="59300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7CC75-43F6-4BAC-AFA3-41B2329C64AA}"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5185E-A9D7-4AF9-8538-77F0641AAE57}" type="slidenum">
              <a:rPr lang="en-US" smtClean="0"/>
              <a:t>‹#›</a:t>
            </a:fld>
            <a:endParaRPr lang="en-US"/>
          </a:p>
        </p:txBody>
      </p:sp>
    </p:spTree>
    <p:extLst>
      <p:ext uri="{BB962C8B-B14F-4D97-AF65-F5344CB8AC3E}">
        <p14:creationId xmlns:p14="http://schemas.microsoft.com/office/powerpoint/2010/main" val="3414539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B02196-06C9-40EF-861D-C2F913EC7762}"/>
              </a:ext>
            </a:extLst>
          </p:cNvPr>
          <p:cNvSpPr>
            <a:spLocks noGrp="1"/>
          </p:cNvSpPr>
          <p:nvPr>
            <p:ph type="title"/>
          </p:nvPr>
        </p:nvSpPr>
        <p:spPr>
          <a:xfrm>
            <a:off x="848679" y="370032"/>
            <a:ext cx="10647045" cy="1343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E2974-A6EC-4568-BC6C-8E348B03601C}"/>
              </a:ext>
            </a:extLst>
          </p:cNvPr>
          <p:cNvSpPr>
            <a:spLocks noGrp="1"/>
          </p:cNvSpPr>
          <p:nvPr>
            <p:ph type="body" idx="1"/>
          </p:nvPr>
        </p:nvSpPr>
        <p:spPr>
          <a:xfrm>
            <a:off x="848679" y="1850136"/>
            <a:ext cx="10647045" cy="44097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C958A7-AEF6-4857-ACB9-7B6051DC1732}"/>
              </a:ext>
            </a:extLst>
          </p:cNvPr>
          <p:cNvSpPr>
            <a:spLocks noGrp="1"/>
          </p:cNvSpPr>
          <p:nvPr>
            <p:ph type="dt" sz="half" idx="2"/>
          </p:nvPr>
        </p:nvSpPr>
        <p:spPr>
          <a:xfrm>
            <a:off x="848678" y="6441708"/>
            <a:ext cx="2777490" cy="370027"/>
          </a:xfrm>
          <a:prstGeom prst="rect">
            <a:avLst/>
          </a:prstGeom>
        </p:spPr>
        <p:txBody>
          <a:bodyPr vert="horz" lIns="91440" tIns="45720" rIns="91440" bIns="45720" rtlCol="0" anchor="ctr"/>
          <a:lstStyle>
            <a:lvl1pPr algn="l">
              <a:defRPr sz="1200">
                <a:solidFill>
                  <a:schemeClr val="tx1">
                    <a:tint val="75000"/>
                  </a:schemeClr>
                </a:solidFill>
              </a:defRPr>
            </a:lvl1p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2330B13E-0B8A-4365-8541-BEB6CD91A83C}"/>
              </a:ext>
            </a:extLst>
          </p:cNvPr>
          <p:cNvSpPr>
            <a:spLocks noGrp="1"/>
          </p:cNvSpPr>
          <p:nvPr>
            <p:ph type="ftr" sz="quarter" idx="3"/>
          </p:nvPr>
        </p:nvSpPr>
        <p:spPr>
          <a:xfrm>
            <a:off x="4089084" y="6441708"/>
            <a:ext cx="4166235" cy="37002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CB0CC54C-77CE-49DF-892C-A7887D17FC9E}"/>
              </a:ext>
            </a:extLst>
          </p:cNvPr>
          <p:cNvSpPr>
            <a:spLocks noGrp="1"/>
          </p:cNvSpPr>
          <p:nvPr>
            <p:ph type="sldNum" sz="quarter" idx="4"/>
          </p:nvPr>
        </p:nvSpPr>
        <p:spPr>
          <a:xfrm>
            <a:off x="8718233" y="6441708"/>
            <a:ext cx="2777490" cy="370027"/>
          </a:xfrm>
          <a:prstGeom prst="rect">
            <a:avLst/>
          </a:prstGeom>
        </p:spPr>
        <p:txBody>
          <a:bodyPr vert="horz" lIns="91440" tIns="45720" rIns="91440" bIns="45720" rtlCol="0" anchor="ctr"/>
          <a:lstStyle>
            <a:lvl1pPr algn="r">
              <a:defRPr sz="1200">
                <a:solidFill>
                  <a:schemeClr val="tx1">
                    <a:tint val="75000"/>
                  </a:schemeClr>
                </a:solidFill>
              </a:defRPr>
            </a:lvl1p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98774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7220" y="278325"/>
            <a:ext cx="11109960" cy="115834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17220" y="1621687"/>
            <a:ext cx="11109960" cy="45867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 y="6441692"/>
            <a:ext cx="2880360" cy="370027"/>
          </a:xfrm>
          <a:prstGeom prst="rect">
            <a:avLst/>
          </a:prstGeom>
        </p:spPr>
        <p:txBody>
          <a:bodyPr vert="horz" lIns="91440" tIns="45720" rIns="91440" bIns="45720" rtlCol="0" anchor="ctr"/>
          <a:lstStyle>
            <a:lvl1pPr algn="l">
              <a:defRPr sz="1200">
                <a:solidFill>
                  <a:schemeClr val="tx1">
                    <a:tint val="75000"/>
                  </a:schemeClr>
                </a:solidFill>
              </a:defRPr>
            </a:lvl1pPr>
          </a:lstStyle>
          <a:p>
            <a:fld id="{3392AF95-A842-4A26-80A0-FB9A82037FDF}" type="datetimeFigureOut">
              <a:rPr lang="en-US" smtClean="0">
                <a:solidFill>
                  <a:prstClr val="black">
                    <a:tint val="75000"/>
                  </a:prstClr>
                </a:solidFill>
              </a:rPr>
              <a:pPr/>
              <a:t>3/1/2026</a:t>
            </a:fld>
            <a:endParaRPr lang="en-US">
              <a:solidFill>
                <a:prstClr val="black">
                  <a:tint val="75000"/>
                </a:prstClr>
              </a:solidFill>
            </a:endParaRPr>
          </a:p>
        </p:txBody>
      </p:sp>
      <p:sp>
        <p:nvSpPr>
          <p:cNvPr id="5" name="Footer Placeholder 4"/>
          <p:cNvSpPr>
            <a:spLocks noGrp="1"/>
          </p:cNvSpPr>
          <p:nvPr>
            <p:ph type="ftr" sz="quarter" idx="3"/>
          </p:nvPr>
        </p:nvSpPr>
        <p:spPr>
          <a:xfrm>
            <a:off x="4217670" y="6441692"/>
            <a:ext cx="3909060" cy="37002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846820" y="6441692"/>
            <a:ext cx="2880360" cy="370027"/>
          </a:xfrm>
          <a:prstGeom prst="rect">
            <a:avLst/>
          </a:prstGeom>
        </p:spPr>
        <p:txBody>
          <a:bodyPr vert="horz" lIns="91440" tIns="45720" rIns="91440" bIns="45720" rtlCol="0" anchor="ctr"/>
          <a:lstStyle>
            <a:lvl1pPr algn="r">
              <a:defRPr sz="1200">
                <a:solidFill>
                  <a:schemeClr val="tx1">
                    <a:tint val="75000"/>
                  </a:schemeClr>
                </a:solidFill>
              </a:defRPr>
            </a:lvl1pPr>
          </a:lstStyle>
          <a:p>
            <a:fld id="{7246F576-EA06-4BB3-9DE9-2FC628F54FB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511227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25CB-DD11-4155-8A23-6E4EFBD2F2AA}"/>
              </a:ext>
            </a:extLst>
          </p:cNvPr>
          <p:cNvSpPr>
            <a:spLocks noGrp="1"/>
          </p:cNvSpPr>
          <p:nvPr>
            <p:ph type="ctrTitle"/>
          </p:nvPr>
        </p:nvSpPr>
        <p:spPr>
          <a:xfrm>
            <a:off x="1807573" y="2147537"/>
            <a:ext cx="9258300" cy="2419656"/>
          </a:xfrm>
        </p:spPr>
        <p:txBody>
          <a:bodyPr>
            <a:normAutofit/>
          </a:bodyPr>
          <a:lstStyle/>
          <a:p>
            <a:r>
              <a:rPr lang="en-US" sz="13800" dirty="0" err="1">
                <a:solidFill>
                  <a:schemeClr val="bg1"/>
                </a:solidFill>
              </a:rPr>
              <a:t>የቅዳሴ</a:t>
            </a:r>
            <a:r>
              <a:rPr lang="en-US" sz="13800" dirty="0">
                <a:solidFill>
                  <a:schemeClr val="bg1"/>
                </a:solidFill>
              </a:rPr>
              <a:t> </a:t>
            </a:r>
            <a:r>
              <a:rPr lang="en-US" sz="13800" dirty="0" err="1">
                <a:solidFill>
                  <a:schemeClr val="bg1"/>
                </a:solidFill>
              </a:rPr>
              <a:t>ጸሎት</a:t>
            </a:r>
            <a:endParaRPr lang="en-US" sz="13800" dirty="0">
              <a:solidFill>
                <a:schemeClr val="bg1"/>
              </a:solidFill>
            </a:endParaRPr>
          </a:p>
        </p:txBody>
      </p:sp>
    </p:spTree>
    <p:extLst>
      <p:ext uri="{BB962C8B-B14F-4D97-AF65-F5344CB8AC3E}">
        <p14:creationId xmlns:p14="http://schemas.microsoft.com/office/powerpoint/2010/main" val="251547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1CE60-44FF-4D3B-8412-3D837C41838E}"/>
              </a:ext>
            </a:extLst>
          </p:cNvPr>
          <p:cNvSpPr>
            <a:spLocks noGrp="1"/>
          </p:cNvSpPr>
          <p:nvPr>
            <p:ph type="title"/>
          </p:nvPr>
        </p:nvSpPr>
        <p:spPr>
          <a:xfrm>
            <a:off x="848679" y="112847"/>
            <a:ext cx="10647045" cy="659663"/>
          </a:xfrm>
        </p:spPr>
        <p:txBody>
          <a:bodyPr>
            <a:noAutofit/>
          </a:bodyPr>
          <a:lstStyle/>
          <a:p>
            <a:pPr algn="ctr"/>
            <a:r>
              <a:rPr lang="en-US" sz="5400" dirty="0" err="1">
                <a:solidFill>
                  <a:schemeClr val="bg1"/>
                </a:solidFill>
              </a:rPr>
              <a:t>የመግቢያ</a:t>
            </a:r>
            <a:r>
              <a:rPr lang="en-US" sz="5400" dirty="0">
                <a:solidFill>
                  <a:schemeClr val="bg1"/>
                </a:solidFill>
              </a:rPr>
              <a:t> </a:t>
            </a:r>
            <a:r>
              <a:rPr lang="en-US" sz="5400" dirty="0" err="1">
                <a:solidFill>
                  <a:schemeClr val="bg1"/>
                </a:solidFill>
              </a:rPr>
              <a:t>ጸሎት</a:t>
            </a:r>
            <a:endParaRPr lang="en-US" sz="5400" dirty="0">
              <a:solidFill>
                <a:schemeClr val="bg1"/>
              </a:solidFill>
            </a:endParaRPr>
          </a:p>
        </p:txBody>
      </p:sp>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693683"/>
            <a:ext cx="12344400" cy="6256392"/>
          </a:xfrm>
        </p:spPr>
        <p:txBody>
          <a:bodyPr>
            <a:noAutofit/>
          </a:bodyPr>
          <a:lstStyle/>
          <a:p>
            <a:pPr marL="0" indent="0" algn="ctr">
              <a:buNone/>
            </a:pPr>
            <a:r>
              <a:rPr lang="am-ET" sz="6000" dirty="0">
                <a:solidFill>
                  <a:schemeClr val="bg1"/>
                </a:solidFill>
              </a:rPr>
              <a:t>ሃሌሉያ፡፡ እኔ በቸርነትህ ብዛት ወዳንተ ቤት እገባለሁ አንተን በመፍራት በመቅደስህ አዳራሽ ውስጥ እሰግዳለሁ፡፡ ጌታ ሆይ የአፌን ቃል ሁሉ ሰምተኸኛልና በልቤ በፍጹም አመሰግንሃለሁ  በመላእክትህ ፊት እዘም</a:t>
            </a:r>
            <a:r>
              <a:rPr lang="en-US" sz="6000" dirty="0">
                <a:solidFill>
                  <a:schemeClr val="bg1"/>
                </a:solidFill>
              </a:rPr>
              <a:t>ራ</a:t>
            </a:r>
            <a:r>
              <a:rPr lang="am-ET" sz="6000" dirty="0">
                <a:solidFill>
                  <a:schemeClr val="bg1"/>
                </a:solidFill>
              </a:rPr>
              <a:t>ለሁ በመቅደስህም አዳራሽ ውስጥ እሰግ</a:t>
            </a:r>
            <a:r>
              <a:rPr lang="en-US" sz="6000" dirty="0">
                <a:solidFill>
                  <a:schemeClr val="bg1"/>
                </a:solidFill>
              </a:rPr>
              <a:t>ዳ</a:t>
            </a:r>
            <a:r>
              <a:rPr lang="am-ET" sz="6000" dirty="0">
                <a:solidFill>
                  <a:schemeClr val="bg1"/>
                </a:solidFill>
              </a:rPr>
              <a:t>ለሁ፡፡</a:t>
            </a:r>
          </a:p>
        </p:txBody>
      </p:sp>
    </p:spTree>
    <p:extLst>
      <p:ext uri="{BB962C8B-B14F-4D97-AF65-F5344CB8AC3E}">
        <p14:creationId xmlns:p14="http://schemas.microsoft.com/office/powerpoint/2010/main" val="3643860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lgn="ctr">
              <a:buNone/>
            </a:pPr>
            <a:r>
              <a:rPr lang="am-ET" sz="6000" dirty="0">
                <a:solidFill>
                  <a:schemeClr val="bg1"/>
                </a:solidFill>
              </a:rPr>
              <a:t>ካህናት ጽድቅን ይለብሳሉ ጻድ</a:t>
            </a:r>
            <a:r>
              <a:rPr lang="en-US" sz="6000" dirty="0" err="1">
                <a:solidFill>
                  <a:schemeClr val="bg1"/>
                </a:solidFill>
              </a:rPr>
              <a:t>ቃንም</a:t>
            </a:r>
            <a:r>
              <a:rPr lang="am-ET" sz="6000" dirty="0">
                <a:solidFill>
                  <a:schemeClr val="bg1"/>
                </a:solidFill>
              </a:rPr>
              <a:t> በጣም ደስ ይላቸዋል፡፡ በመርጫ</a:t>
            </a:r>
            <a:r>
              <a:rPr lang="en-US" sz="6000" dirty="0">
                <a:solidFill>
                  <a:schemeClr val="bg1"/>
                </a:solidFill>
              </a:rPr>
              <a:t>ህ</a:t>
            </a:r>
            <a:r>
              <a:rPr lang="am-ET" sz="6000" dirty="0">
                <a:solidFill>
                  <a:schemeClr val="bg1"/>
                </a:solidFill>
              </a:rPr>
              <a:t> ትርጨኝና እነጻለሁ  ታጥበኝና ከበረዶ ይበልጥ ንጹሕ እሆናለሁ፡፡ ከኃጢአቴ</a:t>
            </a:r>
            <a:r>
              <a:rPr lang="en-US" sz="6000" dirty="0">
                <a:solidFill>
                  <a:schemeClr val="bg1"/>
                </a:solidFill>
              </a:rPr>
              <a:t>ም</a:t>
            </a:r>
            <a:r>
              <a:rPr lang="am-ET" sz="6000" dirty="0">
                <a:solidFill>
                  <a:schemeClr val="bg1"/>
                </a:solidFill>
              </a:rPr>
              <a:t> እጠበኝና አንጻኝ ከበደሌም አንጻኝ በስውር ከሠራሁት አንጻኝ አገልጋይህን ከእንግዳ ነገር አድነው፡፡</a:t>
            </a:r>
          </a:p>
        </p:txBody>
      </p:sp>
    </p:spTree>
    <p:extLst>
      <p:ext uri="{BB962C8B-B14F-4D97-AF65-F5344CB8AC3E}">
        <p14:creationId xmlns:p14="http://schemas.microsoft.com/office/powerpoint/2010/main" val="2883666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250059"/>
            <a:ext cx="12344400" cy="6700019"/>
          </a:xfrm>
        </p:spPr>
        <p:txBody>
          <a:bodyPr>
            <a:noAutofit/>
          </a:bodyPr>
          <a:lstStyle/>
          <a:p>
            <a:pPr marL="0" indent="0" algn="ctr">
              <a:buNone/>
            </a:pPr>
            <a:r>
              <a:rPr lang="am-ET" sz="6000" dirty="0">
                <a:solidFill>
                  <a:schemeClr val="bg1"/>
                </a:solidFill>
              </a:rPr>
              <a:t>የሰማይን ኀብስት ሰጠሃቸው ሰዎች የመላእክትን ኀብስት በሉ፡፡ እጆቼን በንጹሕ አጥባለሁ ጌታ ሆይ መሠዊያህን እዞራለሁ፡፡ ዞርሁኝ መሥዋዕትንም በመኖሪያው ውስጥ አቀረብሁ ምስጋናም አቀረብሁለት፡፡</a:t>
            </a:r>
            <a:endParaRPr lang="en-US" sz="6000" dirty="0">
              <a:solidFill>
                <a:schemeClr val="bg1"/>
              </a:solidFill>
            </a:endParaRPr>
          </a:p>
          <a:p>
            <a:pPr marL="0" indent="0" algn="ctr">
              <a:buNone/>
            </a:pPr>
            <a:r>
              <a:rPr lang="am-ET" sz="6000" dirty="0">
                <a:solidFill>
                  <a:schemeClr val="bg1"/>
                </a:solidFill>
              </a:rPr>
              <a:t>በሚያሠቃዩኝ ፊት ማዕድን አዘጋጀህልኝ ራሴንም በቅባት አራስህልኝ፡፡</a:t>
            </a:r>
          </a:p>
        </p:txBody>
      </p:sp>
    </p:spTree>
    <p:extLst>
      <p:ext uri="{BB962C8B-B14F-4D97-AF65-F5344CB8AC3E}">
        <p14:creationId xmlns:p14="http://schemas.microsoft.com/office/powerpoint/2010/main" val="3880667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825050"/>
          </a:xfrm>
        </p:spPr>
        <p:txBody>
          <a:bodyPr>
            <a:noAutofit/>
          </a:bodyPr>
          <a:lstStyle/>
          <a:p>
            <a:pPr marL="0" indent="0" algn="ctr">
              <a:buNone/>
            </a:pPr>
            <a:r>
              <a:rPr lang="am-ET" sz="5600" dirty="0">
                <a:solidFill>
                  <a:schemeClr val="bg1"/>
                </a:solidFill>
              </a:rPr>
              <a:t>ጽዋህም ጽኑ ነው ያረካል፡፡ የሕይወት ጽዋ እቀበላለሁ የእግዚአብሔርንም ስም እጠራለሁ፡፡ ለረጅም ዘመን በእግዚአብሔር ቤት እንድትኖረኝ በዘመኔ ሁሉ ምሕረትህ</a:t>
            </a:r>
            <a:r>
              <a:rPr lang="en-US" sz="5600" dirty="0">
                <a:solidFill>
                  <a:schemeClr val="bg1"/>
                </a:solidFill>
              </a:rPr>
              <a:t> </a:t>
            </a:r>
            <a:r>
              <a:rPr lang="am-ET" sz="5600" dirty="0">
                <a:solidFill>
                  <a:schemeClr val="bg1"/>
                </a:solidFill>
              </a:rPr>
              <a:t>ይከተለኝ፡፡ ጌታ ሆይ አድን ጌታ ሆይ</a:t>
            </a:r>
            <a:r>
              <a:rPr lang="en-US" sz="5600" dirty="0">
                <a:solidFill>
                  <a:schemeClr val="bg1"/>
                </a:solidFill>
              </a:rPr>
              <a:t> </a:t>
            </a:r>
            <a:r>
              <a:rPr lang="am-ET" sz="5600" dirty="0">
                <a:solidFill>
                  <a:schemeClr val="bg1"/>
                </a:solidFill>
              </a:rPr>
              <a:t>አከናውን፡፡</a:t>
            </a:r>
            <a:endParaRPr lang="en-US" sz="5600" dirty="0">
              <a:solidFill>
                <a:schemeClr val="bg1"/>
              </a:solidFill>
            </a:endParaRPr>
          </a:p>
          <a:p>
            <a:pPr marL="0" indent="0" algn="ctr">
              <a:buNone/>
            </a:pPr>
            <a:r>
              <a:rPr lang="am-ET" sz="5600" dirty="0">
                <a:solidFill>
                  <a:schemeClr val="bg1"/>
                </a:solidFill>
              </a:rPr>
              <a:t>ለአብና ለወልድ ለመንፈስ ቅዱስም ለዘለዓለም ምስጋና ይሁን፡፡</a:t>
            </a:r>
          </a:p>
        </p:txBody>
      </p:sp>
    </p:spTree>
    <p:extLst>
      <p:ext uri="{BB962C8B-B14F-4D97-AF65-F5344CB8AC3E}">
        <p14:creationId xmlns:p14="http://schemas.microsoft.com/office/powerpoint/2010/main" val="3199742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25CB-DD11-4155-8A23-6E4EFBD2F2AA}"/>
              </a:ext>
            </a:extLst>
          </p:cNvPr>
          <p:cNvSpPr>
            <a:spLocks noGrp="1"/>
          </p:cNvSpPr>
          <p:nvPr>
            <p:ph type="ctrTitle"/>
          </p:nvPr>
        </p:nvSpPr>
        <p:spPr>
          <a:xfrm>
            <a:off x="1807573" y="2147537"/>
            <a:ext cx="9258300" cy="2419656"/>
          </a:xfrm>
        </p:spPr>
        <p:txBody>
          <a:bodyPr>
            <a:normAutofit/>
          </a:bodyPr>
          <a:lstStyle/>
          <a:p>
            <a:r>
              <a:rPr lang="am-ET" sz="13800" dirty="0">
                <a:solidFill>
                  <a:schemeClr val="bg1"/>
                </a:solidFill>
              </a:rPr>
              <a:t>ሥርዓተ ቅዳሴ</a:t>
            </a:r>
            <a:endParaRPr lang="en-US" sz="13800" dirty="0">
              <a:solidFill>
                <a:schemeClr val="bg1"/>
              </a:solidFill>
            </a:endParaRPr>
          </a:p>
        </p:txBody>
      </p:sp>
    </p:spTree>
    <p:extLst>
      <p:ext uri="{BB962C8B-B14F-4D97-AF65-F5344CB8AC3E}">
        <p14:creationId xmlns:p14="http://schemas.microsoft.com/office/powerpoint/2010/main" val="2033362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844912"/>
            <a:ext cx="12344400" cy="6105167"/>
          </a:xfrm>
        </p:spPr>
        <p:txBody>
          <a:bodyPr>
            <a:noAutofit/>
          </a:bodyPr>
          <a:lstStyle/>
          <a:p>
            <a:pPr marL="0" indent="0" algn="ctr">
              <a:buNone/>
            </a:pPr>
            <a:r>
              <a:rPr lang="am-ET" sz="9600" dirty="0">
                <a:solidFill>
                  <a:schemeClr val="bg1"/>
                </a:solidFill>
              </a:rPr>
              <a:t>በስመ አብ ወወልድ ወመንፈስ ቅዱስ አሐዱ አምላክ አሜን፡፡</a:t>
            </a:r>
          </a:p>
        </p:txBody>
      </p:sp>
    </p:spTree>
    <p:extLst>
      <p:ext uri="{BB962C8B-B14F-4D97-AF65-F5344CB8AC3E}">
        <p14:creationId xmlns:p14="http://schemas.microsoft.com/office/powerpoint/2010/main" val="4032688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344400" cy="6950075"/>
          </a:xfrm>
        </p:spPr>
        <p:txBody>
          <a:bodyPr>
            <a:noAutofit/>
          </a:bodyPr>
          <a:lstStyle/>
          <a:p>
            <a:pPr marL="0" indent="0">
              <a:buNone/>
            </a:pPr>
            <a:r>
              <a:rPr lang="am-ET" sz="6600" dirty="0">
                <a:solidFill>
                  <a:srgbClr val="C00000"/>
                </a:solidFill>
              </a:rPr>
              <a:t>ይካ.</a:t>
            </a:r>
            <a:r>
              <a:rPr lang="am-ET" sz="6600" dirty="0">
                <a:solidFill>
                  <a:schemeClr val="bg1"/>
                </a:solidFill>
              </a:rPr>
              <a:t> መንፈስ ቅዱስ ከሰማይ ወርዶ ይህን መሥዋዕት የሚያጠላበት የሚቀድስባት ይህች ቀን ምን ያህል የምታስገርም ናት ይህች ሰዓት ምን ያህል የምታስደንቅ ናት፡፡የእግዚአብሔር ሰላም ከኔና ከሁላችሁም ጋር እንዲሆን በጽሞናና በፍራት ቆማችሁ ጸልዩ፡፡</a:t>
            </a:r>
          </a:p>
        </p:txBody>
      </p:sp>
    </p:spTree>
    <p:extLst>
      <p:ext uri="{BB962C8B-B14F-4D97-AF65-F5344CB8AC3E}">
        <p14:creationId xmlns:p14="http://schemas.microsoft.com/office/powerpoint/2010/main" val="735343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250059"/>
            <a:ext cx="12344400" cy="6700019"/>
          </a:xfrm>
        </p:spPr>
        <p:txBody>
          <a:bodyPr>
            <a:noAutofit/>
          </a:bodyPr>
          <a:lstStyle/>
          <a:p>
            <a:pPr marL="0" indent="0">
              <a:buNone/>
            </a:pPr>
            <a:r>
              <a:rPr lang="am-ET" sz="7200" dirty="0">
                <a:solidFill>
                  <a:srgbClr val="C00000"/>
                </a:solidFill>
              </a:rPr>
              <a:t>ይ.ሕ. </a:t>
            </a:r>
            <a:r>
              <a:rPr lang="am-ET" sz="7200" dirty="0">
                <a:solidFill>
                  <a:schemeClr val="bg1"/>
                </a:solidFill>
              </a:rPr>
              <a:t>ሃሌ ሉያ፡፡ ግድግዳሽ እጅግ ባማረ ወርቅ የተሣለና ያጌጠ እናታችን ቅድስት ቤተክርስቲያን ሆይ ሰላም ላንቺ ይሁን፡፡</a:t>
            </a:r>
          </a:p>
        </p:txBody>
      </p:sp>
    </p:spTree>
    <p:extLst>
      <p:ext uri="{BB962C8B-B14F-4D97-AF65-F5344CB8AC3E}">
        <p14:creationId xmlns:p14="http://schemas.microsoft.com/office/powerpoint/2010/main" val="3262718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buNone/>
            </a:pPr>
            <a:r>
              <a:rPr lang="am-ET" sz="6600" dirty="0">
                <a:solidFill>
                  <a:srgbClr val="C00000"/>
                </a:solidFill>
              </a:rPr>
              <a:t>ይ.ካ. </a:t>
            </a:r>
            <a:r>
              <a:rPr lang="am-ET" sz="6600" dirty="0">
                <a:solidFill>
                  <a:schemeClr val="bg1"/>
                </a:solidFill>
              </a:rPr>
              <a:t>ቅቡል ቅዳሴና ምስጋና ክብርም ለኃጢአት </a:t>
            </a:r>
            <a:r>
              <a:rPr lang="en-US" sz="6600" dirty="0">
                <a:solidFill>
                  <a:schemeClr val="bg1"/>
                </a:solidFill>
              </a:rPr>
              <a:t>ሥርየት</a:t>
            </a:r>
            <a:r>
              <a:rPr lang="am-ET" sz="6600" dirty="0">
                <a:solidFill>
                  <a:schemeClr val="bg1"/>
                </a:solidFill>
              </a:rPr>
              <a:t> ከእግዚአብሔር አብ ዘንድ ይሁን አሜን፡፡</a:t>
            </a:r>
          </a:p>
          <a:p>
            <a:pPr marL="0" indent="0">
              <a:buNone/>
            </a:pPr>
            <a:r>
              <a:rPr lang="am-ET" sz="6600" dirty="0">
                <a:solidFill>
                  <a:srgbClr val="C00000"/>
                </a:solidFill>
              </a:rPr>
              <a:t>ይ.ሕ. </a:t>
            </a:r>
            <a:r>
              <a:rPr lang="am-ET" sz="6600" dirty="0">
                <a:solidFill>
                  <a:schemeClr val="bg1"/>
                </a:solidFill>
              </a:rPr>
              <a:t>ለዓለም ሁሉ ሕይወት የሚሰጥ ከሰማይ የወረደ ኀብስት</a:t>
            </a:r>
            <a:r>
              <a:rPr lang="en-US" sz="6600" dirty="0">
                <a:solidFill>
                  <a:schemeClr val="bg1"/>
                </a:solidFill>
              </a:rPr>
              <a:t> </a:t>
            </a:r>
            <a:r>
              <a:rPr lang="am-ET" sz="6600" dirty="0">
                <a:solidFill>
                  <a:schemeClr val="bg1"/>
                </a:solidFill>
              </a:rPr>
              <a:t>የተሠወረ መና ያለባት ንጹሕ የወርቅ መሶብ አንቺ ነሽ</a:t>
            </a:r>
          </a:p>
        </p:txBody>
      </p:sp>
    </p:spTree>
    <p:extLst>
      <p:ext uri="{BB962C8B-B14F-4D97-AF65-F5344CB8AC3E}">
        <p14:creationId xmlns:p14="http://schemas.microsoft.com/office/powerpoint/2010/main" val="3629192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buNone/>
            </a:pPr>
            <a:r>
              <a:rPr lang="am-ET" sz="5800" dirty="0">
                <a:solidFill>
                  <a:srgbClr val="C00000"/>
                </a:solidFill>
              </a:rPr>
              <a:t>ይ.ካ. </a:t>
            </a:r>
            <a:r>
              <a:rPr lang="am-ET" sz="5800" dirty="0">
                <a:solidFill>
                  <a:schemeClr val="bg1"/>
                </a:solidFill>
              </a:rPr>
              <a:t>እግዚአብሔር አምላካችን ሆይ የአቤልን መባ </a:t>
            </a:r>
            <a:r>
              <a:rPr lang="en-US" sz="5800" dirty="0">
                <a:solidFill>
                  <a:schemeClr val="bg1"/>
                </a:solidFill>
              </a:rPr>
              <a:t>በምድረበዳ </a:t>
            </a:r>
            <a:r>
              <a:rPr lang="am-ET" sz="5800" dirty="0">
                <a:solidFill>
                  <a:schemeClr val="bg1"/>
                </a:solidFill>
              </a:rPr>
              <a:t>የኖኀን በመርከብ ውስጥ የአብርሃምን በተራራ ላይ የኤልያስን በቀርሜሎስ ተራራ የዳዊትን በኢያቡሳዊው ኦርያ አውድማ የመበለትዋን ምጽዋት በቤተመቅደስ የተቀበልህ አንተ ነህ፤ እንዲሁም ለተቀደሰ መባውን ተቀበል፡፡</a:t>
            </a:r>
          </a:p>
        </p:txBody>
      </p:sp>
    </p:spTree>
    <p:extLst>
      <p:ext uri="{BB962C8B-B14F-4D97-AF65-F5344CB8AC3E}">
        <p14:creationId xmlns:p14="http://schemas.microsoft.com/office/powerpoint/2010/main" val="3733265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250059"/>
            <a:ext cx="12344400" cy="6700019"/>
          </a:xfrm>
        </p:spPr>
        <p:txBody>
          <a:bodyPr>
            <a:noAutofit/>
          </a:bodyPr>
          <a:lstStyle/>
          <a:p>
            <a:pPr marL="0" indent="0">
              <a:buNone/>
            </a:pPr>
            <a:r>
              <a:rPr lang="am-ET" sz="6600" dirty="0">
                <a:solidFill>
                  <a:schemeClr val="bg1"/>
                </a:solidFill>
              </a:rPr>
              <a:t>ስምህ ያቀረበውን የአገልጋይህን ቁርባኑንና የኃጢአቱ ቤዛ ይሁን በዚህ ዓለምና በሚመጣውም መልካም ብድር ክፈለው አሁንም ዘወትርም ለዘለዓለምም አሜን፡፡</a:t>
            </a:r>
          </a:p>
        </p:txBody>
      </p:sp>
    </p:spTree>
    <p:extLst>
      <p:ext uri="{BB962C8B-B14F-4D97-AF65-F5344CB8AC3E}">
        <p14:creationId xmlns:p14="http://schemas.microsoft.com/office/powerpoint/2010/main" val="2890225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buNone/>
            </a:pPr>
            <a:r>
              <a:rPr lang="am-ET" sz="6300" dirty="0">
                <a:solidFill>
                  <a:srgbClr val="C00000"/>
                </a:solidFill>
              </a:rPr>
              <a:t>ይ.ካ. </a:t>
            </a:r>
            <a:r>
              <a:rPr lang="am-ET" sz="6300" dirty="0">
                <a:solidFill>
                  <a:schemeClr val="bg1"/>
                </a:solidFill>
              </a:rPr>
              <a:t>ዓለምን ሁሉ የያዘ አምላካችን እግዚአብሔር አብ የተመሰገነ ይሁን </a:t>
            </a:r>
            <a:endParaRPr lang="en-US" sz="6300" dirty="0">
              <a:solidFill>
                <a:schemeClr val="bg1"/>
              </a:solidFill>
            </a:endParaRPr>
          </a:p>
          <a:p>
            <a:pPr marL="0" indent="0">
              <a:buNone/>
            </a:pPr>
            <a:r>
              <a:rPr lang="am-ET" sz="6300" dirty="0">
                <a:solidFill>
                  <a:srgbClr val="C00000"/>
                </a:solidFill>
              </a:rPr>
              <a:t>ይ.ሕ. </a:t>
            </a:r>
            <a:r>
              <a:rPr lang="am-ET" sz="6300" dirty="0">
                <a:solidFill>
                  <a:schemeClr val="bg1"/>
                </a:solidFill>
              </a:rPr>
              <a:t>አሜን፡፡</a:t>
            </a:r>
          </a:p>
          <a:p>
            <a:pPr marL="0" indent="0">
              <a:buNone/>
            </a:pPr>
            <a:r>
              <a:rPr lang="am-ET" sz="6300" dirty="0">
                <a:solidFill>
                  <a:srgbClr val="C00000"/>
                </a:solidFill>
              </a:rPr>
              <a:t>ይ.ካ. </a:t>
            </a:r>
            <a:r>
              <a:rPr lang="am-ET" sz="6300" dirty="0">
                <a:solidFill>
                  <a:schemeClr val="bg1"/>
                </a:solidFill>
              </a:rPr>
              <a:t>ጌታችን መድኃኒታችን ኢየሱስ ክርስቶስ ወልድ ዋሕድ የተመሰገነ ይሁን </a:t>
            </a:r>
            <a:endParaRPr lang="en-US" sz="6300" dirty="0">
              <a:solidFill>
                <a:schemeClr val="bg1"/>
              </a:solidFill>
            </a:endParaRPr>
          </a:p>
          <a:p>
            <a:pPr marL="0" indent="0">
              <a:buNone/>
            </a:pPr>
            <a:r>
              <a:rPr lang="am-ET" sz="6300" dirty="0">
                <a:solidFill>
                  <a:srgbClr val="C00000"/>
                </a:solidFill>
              </a:rPr>
              <a:t>ይ.ሕ. </a:t>
            </a:r>
            <a:r>
              <a:rPr lang="am-ET" sz="6300" dirty="0">
                <a:solidFill>
                  <a:schemeClr val="bg1"/>
                </a:solidFill>
              </a:rPr>
              <a:t>አሜን፡፡</a:t>
            </a:r>
          </a:p>
        </p:txBody>
      </p:sp>
    </p:spTree>
    <p:extLst>
      <p:ext uri="{BB962C8B-B14F-4D97-AF65-F5344CB8AC3E}">
        <p14:creationId xmlns:p14="http://schemas.microsoft.com/office/powerpoint/2010/main" val="3168414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buNone/>
            </a:pPr>
            <a:r>
              <a:rPr lang="am-ET" sz="6600" dirty="0">
                <a:solidFill>
                  <a:srgbClr val="C00000"/>
                </a:solidFill>
              </a:rPr>
              <a:t>ይ.ካ. </a:t>
            </a:r>
            <a:r>
              <a:rPr lang="am-ET" sz="6600" dirty="0">
                <a:solidFill>
                  <a:schemeClr val="bg1"/>
                </a:solidFill>
              </a:rPr>
              <a:t>የሁላችን አጥናኝ መንፈስ ቅዱስ ጰራቅሊጦስ የተመሰገነ ይሁን፤</a:t>
            </a:r>
          </a:p>
          <a:p>
            <a:pPr marL="0" indent="0">
              <a:buNone/>
            </a:pPr>
            <a:r>
              <a:rPr lang="am-ET" sz="6600" dirty="0">
                <a:solidFill>
                  <a:srgbClr val="C00000"/>
                </a:solidFill>
              </a:rPr>
              <a:t>ይ.ሕ. </a:t>
            </a:r>
            <a:r>
              <a:rPr lang="am-ET" sz="6600" dirty="0">
                <a:solidFill>
                  <a:schemeClr val="bg1"/>
                </a:solidFill>
              </a:rPr>
              <a:t>አሜን፡፡</a:t>
            </a:r>
          </a:p>
        </p:txBody>
      </p:sp>
    </p:spTree>
    <p:extLst>
      <p:ext uri="{BB962C8B-B14F-4D97-AF65-F5344CB8AC3E}">
        <p14:creationId xmlns:p14="http://schemas.microsoft.com/office/powerpoint/2010/main" val="2404220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buNone/>
            </a:pPr>
            <a:r>
              <a:rPr lang="am-ET" sz="6600" dirty="0">
                <a:solidFill>
                  <a:srgbClr val="C00000"/>
                </a:solidFill>
              </a:rPr>
              <a:t>ይ.ካ. </a:t>
            </a:r>
            <a:r>
              <a:rPr lang="am-ET" sz="6600" dirty="0">
                <a:solidFill>
                  <a:schemeClr val="bg1"/>
                </a:solidFill>
              </a:rPr>
              <a:t>አንዱ አብ ቅዱስ ነው፤ አንዱ ወልድ ቅዱስ ነው፤ አንዱ መንፈስ ቅዱስም ቅዱስ ነው፡፡</a:t>
            </a:r>
          </a:p>
          <a:p>
            <a:pPr marL="0" indent="0">
              <a:buNone/>
            </a:pPr>
            <a:r>
              <a:rPr lang="am-ET" sz="6600" dirty="0">
                <a:solidFill>
                  <a:srgbClr val="C00000"/>
                </a:solidFill>
              </a:rPr>
              <a:t>ይ.ሕ. </a:t>
            </a:r>
            <a:r>
              <a:rPr lang="am-ET" sz="6600" dirty="0">
                <a:solidFill>
                  <a:schemeClr val="bg1"/>
                </a:solidFill>
              </a:rPr>
              <a:t>በ</a:t>
            </a:r>
            <a:r>
              <a:rPr lang="en-US" sz="6600" dirty="0">
                <a:solidFill>
                  <a:schemeClr val="bg1"/>
                </a:solidFill>
              </a:rPr>
              <a:t>እ</a:t>
            </a:r>
            <a:r>
              <a:rPr lang="am-ET" sz="6600" dirty="0">
                <a:solidFill>
                  <a:schemeClr val="bg1"/>
                </a:solidFill>
              </a:rPr>
              <a:t>ውነት  አብ ቅዱስ ነው፤  በ</a:t>
            </a:r>
            <a:r>
              <a:rPr lang="en-US" sz="6600" dirty="0">
                <a:solidFill>
                  <a:schemeClr val="bg1"/>
                </a:solidFill>
              </a:rPr>
              <a:t>እ</a:t>
            </a:r>
            <a:r>
              <a:rPr lang="am-ET" sz="6600" dirty="0">
                <a:solidFill>
                  <a:schemeClr val="bg1"/>
                </a:solidFill>
              </a:rPr>
              <a:t>ውነት ወልድ ቅዱስ ነው፤ በ</a:t>
            </a:r>
            <a:r>
              <a:rPr lang="en-US" sz="6600" dirty="0">
                <a:solidFill>
                  <a:schemeClr val="bg1"/>
                </a:solidFill>
              </a:rPr>
              <a:t>እ</a:t>
            </a:r>
            <a:r>
              <a:rPr lang="am-ET" sz="6600" dirty="0">
                <a:solidFill>
                  <a:schemeClr val="bg1"/>
                </a:solidFill>
              </a:rPr>
              <a:t>ውነት መንፈስ ቅዱስም ቅዱስ ነው፡፡</a:t>
            </a:r>
          </a:p>
        </p:txBody>
      </p:sp>
    </p:spTree>
    <p:extLst>
      <p:ext uri="{BB962C8B-B14F-4D97-AF65-F5344CB8AC3E}">
        <p14:creationId xmlns:p14="http://schemas.microsoft.com/office/powerpoint/2010/main" val="138815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አሕዛብ ሁላችሁ እግዚአብሔርን አመስግኑት፡፡</a:t>
            </a:r>
          </a:p>
          <a:p>
            <a:pPr marL="0" indent="0">
              <a:buNone/>
            </a:pPr>
            <a:r>
              <a:rPr lang="am-ET" sz="6600" dirty="0">
                <a:solidFill>
                  <a:srgbClr val="C00000"/>
                </a:solidFill>
              </a:rPr>
              <a:t>ይ.ሕ. </a:t>
            </a:r>
            <a:r>
              <a:rPr lang="am-ET" sz="6600" dirty="0">
                <a:solidFill>
                  <a:schemeClr val="bg1"/>
                </a:solidFill>
              </a:rPr>
              <a:t>ሕዝብ ሁሉ ያመሰግኑታል፡፡</a:t>
            </a:r>
          </a:p>
          <a:p>
            <a:pPr marL="0" indent="0">
              <a:buNone/>
            </a:pPr>
            <a:r>
              <a:rPr lang="am-ET" sz="6600" dirty="0">
                <a:solidFill>
                  <a:srgbClr val="C00000"/>
                </a:solidFill>
              </a:rPr>
              <a:t>ይ.ካ. </a:t>
            </a:r>
            <a:r>
              <a:rPr lang="am-ET" sz="6600" dirty="0">
                <a:solidFill>
                  <a:schemeClr val="bg1"/>
                </a:solidFill>
              </a:rPr>
              <a:t>ምሕረቱ በኛ ላይ ጸንቷልና፡፡</a:t>
            </a:r>
          </a:p>
          <a:p>
            <a:pPr marL="0" indent="0">
              <a:buNone/>
            </a:pPr>
            <a:r>
              <a:rPr lang="am-ET" sz="6600" dirty="0">
                <a:solidFill>
                  <a:srgbClr val="C00000"/>
                </a:solidFill>
              </a:rPr>
              <a:t>ይ.ሕ. </a:t>
            </a:r>
            <a:r>
              <a:rPr lang="am-ET" sz="6600" dirty="0">
                <a:solidFill>
                  <a:schemeClr val="bg1"/>
                </a:solidFill>
              </a:rPr>
              <a:t>የእግዚአብሔር ጽድቅ ለዘለዓለም ይኖራል፡፡</a:t>
            </a:r>
          </a:p>
          <a:p>
            <a:pPr marL="0" indent="0">
              <a:buNone/>
            </a:pPr>
            <a:endParaRPr lang="am-ET" sz="6600" dirty="0"/>
          </a:p>
        </p:txBody>
      </p:sp>
    </p:spTree>
    <p:extLst>
      <p:ext uri="{BB962C8B-B14F-4D97-AF65-F5344CB8AC3E}">
        <p14:creationId xmlns:p14="http://schemas.microsoft.com/office/powerpoint/2010/main" val="2859364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ለአብና ለወልድ ለመንፈስ ቅዱስም ምስጋና ይሁን፡፡</a:t>
            </a:r>
            <a:endParaRPr lang="en-US" sz="6600" dirty="0">
              <a:solidFill>
                <a:schemeClr val="bg1"/>
              </a:solidFill>
            </a:endParaRPr>
          </a:p>
          <a:p>
            <a:pPr marL="0" indent="0">
              <a:buNone/>
            </a:pPr>
            <a:r>
              <a:rPr lang="am-ET" sz="6600" dirty="0">
                <a:solidFill>
                  <a:srgbClr val="C00000"/>
                </a:solidFill>
              </a:rPr>
              <a:t>ይ.ካ. </a:t>
            </a:r>
            <a:r>
              <a:rPr lang="en-US" sz="6600" dirty="0" err="1">
                <a:solidFill>
                  <a:schemeClr val="bg1"/>
                </a:solidFill>
              </a:rPr>
              <a:t>አሁንም</a:t>
            </a:r>
            <a:r>
              <a:rPr lang="en-US" sz="6600" dirty="0">
                <a:solidFill>
                  <a:schemeClr val="bg1"/>
                </a:solidFill>
              </a:rPr>
              <a:t> </a:t>
            </a:r>
            <a:r>
              <a:rPr lang="en-US" sz="6600" dirty="0" err="1">
                <a:solidFill>
                  <a:schemeClr val="bg1"/>
                </a:solidFill>
              </a:rPr>
              <a:t>ዘወትርም</a:t>
            </a:r>
            <a:r>
              <a:rPr lang="en-US" sz="6600" dirty="0">
                <a:solidFill>
                  <a:schemeClr val="bg1"/>
                </a:solidFill>
              </a:rPr>
              <a:t> </a:t>
            </a:r>
            <a:r>
              <a:rPr lang="en-US" sz="6600" dirty="0" err="1">
                <a:solidFill>
                  <a:schemeClr val="bg1"/>
                </a:solidFill>
              </a:rPr>
              <a:t>ለዘለዓለም</a:t>
            </a:r>
            <a:r>
              <a:rPr lang="en-US" sz="6600" dirty="0">
                <a:solidFill>
                  <a:schemeClr val="bg1"/>
                </a:solidFill>
              </a:rPr>
              <a:t> </a:t>
            </a:r>
            <a:r>
              <a:rPr lang="en-US" sz="6600" dirty="0" err="1">
                <a:solidFill>
                  <a:schemeClr val="bg1"/>
                </a:solidFill>
              </a:rPr>
              <a:t>አሜን</a:t>
            </a:r>
            <a:r>
              <a:rPr lang="en-US" sz="6600" dirty="0">
                <a:solidFill>
                  <a:schemeClr val="bg1"/>
                </a:solidFill>
              </a:rPr>
              <a:t> </a:t>
            </a:r>
            <a:r>
              <a:rPr lang="en-US" sz="6600" dirty="0" err="1">
                <a:solidFill>
                  <a:schemeClr val="bg1"/>
                </a:solidFill>
              </a:rPr>
              <a:t>ሃሌሉያ</a:t>
            </a:r>
            <a:r>
              <a:rPr lang="am-ET" sz="6600" dirty="0">
                <a:solidFill>
                  <a:schemeClr val="bg1"/>
                </a:solidFill>
              </a:rPr>
              <a:t>፡፡</a:t>
            </a:r>
          </a:p>
        </p:txBody>
      </p:sp>
    </p:spTree>
    <p:extLst>
      <p:ext uri="{BB962C8B-B14F-4D97-AF65-F5344CB8AC3E}">
        <p14:creationId xmlns:p14="http://schemas.microsoft.com/office/powerpoint/2010/main" val="3625725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4"/>
            <a:ext cx="12344400" cy="6732589"/>
          </a:xfrm>
        </p:spPr>
        <p:txBody>
          <a:bodyPr>
            <a:noAutofit/>
          </a:bodyPr>
          <a:lstStyle/>
          <a:p>
            <a:pPr marL="0" indent="0">
              <a:buNone/>
            </a:pPr>
            <a:r>
              <a:rPr lang="am-ET" sz="4800" dirty="0">
                <a:solidFill>
                  <a:srgbClr val="C00000"/>
                </a:solidFill>
              </a:rPr>
              <a:t>ይ.ካ. </a:t>
            </a:r>
            <a:r>
              <a:rPr lang="am-ET" sz="4800" dirty="0">
                <a:solidFill>
                  <a:schemeClr val="bg1"/>
                </a:solidFill>
              </a:rPr>
              <a:t>መልካም ያደረገልን የጌታችን የአምላካችን የመድኃኒታችን የኢየሱስ ክርስቶስ አባት ይቅር ባይ እግዚአብሔር ሠውሮናል ረድቶናል ጠብቆናል ወደሱም አቅርቦናል፡፡ ተቀብሎናል ጋሻ ከለላም ሆኖናል አበርትቶናል እስከዚችም ሰዓት አድርሶናልና እናመሰግነዋለን፡፡ ስለዚህ ሁሉን የሚይዝ እግዚአብሔር አምላካችን በዚች በተቀደሰች ሰዓት በሕይወታችንም ዘመን ሁሉ በሰላም እንዲጠብቀን እንለምነው፡፡</a:t>
            </a:r>
          </a:p>
          <a:p>
            <a:pPr marL="0" indent="0">
              <a:buNone/>
            </a:pPr>
            <a:endParaRPr lang="am-ET" sz="4800" dirty="0"/>
          </a:p>
        </p:txBody>
      </p:sp>
    </p:spTree>
    <p:extLst>
      <p:ext uri="{BB962C8B-B14F-4D97-AF65-F5344CB8AC3E}">
        <p14:creationId xmlns:p14="http://schemas.microsoft.com/office/powerpoint/2010/main" val="11764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18199"/>
            <a:ext cx="12344400" cy="6713677"/>
          </a:xfrm>
        </p:spPr>
        <p:txBody>
          <a:bodyPr>
            <a:noAutofit/>
          </a:bodyPr>
          <a:lstStyle/>
          <a:p>
            <a:pPr marL="0" indent="0">
              <a:buNone/>
            </a:pPr>
            <a:r>
              <a:rPr lang="am-ET" sz="5400" dirty="0">
                <a:solidFill>
                  <a:srgbClr val="C00000"/>
                </a:solidFill>
              </a:rPr>
              <a:t>ይ.ዲ.</a:t>
            </a:r>
            <a:r>
              <a:rPr lang="en-US" sz="5400" dirty="0">
                <a:solidFill>
                  <a:srgbClr val="C00000"/>
                </a:solidFill>
              </a:rPr>
              <a:t> </a:t>
            </a:r>
            <a:r>
              <a:rPr lang="en-US" sz="5400" dirty="0" err="1">
                <a:solidFill>
                  <a:schemeClr val="bg1"/>
                </a:solidFill>
              </a:rPr>
              <a:t>ጸልዩ</a:t>
            </a:r>
            <a:endParaRPr lang="en-US" sz="5400" dirty="0">
              <a:solidFill>
                <a:schemeClr val="bg1"/>
              </a:solidFill>
            </a:endParaRPr>
          </a:p>
          <a:p>
            <a:pPr marL="0" indent="0">
              <a:buNone/>
            </a:pPr>
            <a:r>
              <a:rPr lang="am-ET" sz="5400" dirty="0">
                <a:solidFill>
                  <a:srgbClr val="C00000"/>
                </a:solidFill>
              </a:rPr>
              <a:t>ይ.ዲ. </a:t>
            </a:r>
            <a:r>
              <a:rPr lang="am-ET" sz="5400" dirty="0">
                <a:solidFill>
                  <a:schemeClr val="bg1"/>
                </a:solidFill>
              </a:rPr>
              <a:t>እግዚአብሔር </a:t>
            </a:r>
            <a:r>
              <a:rPr lang="en-US" sz="5400" dirty="0">
                <a:solidFill>
                  <a:schemeClr val="bg1"/>
                </a:solidFill>
              </a:rPr>
              <a:t>ይ</a:t>
            </a:r>
            <a:r>
              <a:rPr lang="am-ET" sz="5400" dirty="0">
                <a:solidFill>
                  <a:schemeClr val="bg1"/>
                </a:solidFill>
              </a:rPr>
              <a:t>ምረን </a:t>
            </a:r>
            <a:r>
              <a:rPr lang="en-US" sz="5400" dirty="0" err="1">
                <a:solidFill>
                  <a:schemeClr val="bg1"/>
                </a:solidFill>
              </a:rPr>
              <a:t>ዘንድ</a:t>
            </a:r>
            <a:r>
              <a:rPr lang="en-US" sz="5400" dirty="0">
                <a:solidFill>
                  <a:schemeClr val="bg1"/>
                </a:solidFill>
              </a:rPr>
              <a:t> </a:t>
            </a:r>
            <a:r>
              <a:rPr lang="am-ET" sz="5400" dirty="0">
                <a:solidFill>
                  <a:schemeClr val="bg1"/>
                </a:solidFill>
              </a:rPr>
              <a:t>ይቅር </a:t>
            </a:r>
            <a:r>
              <a:rPr lang="en-US" sz="5400" dirty="0">
                <a:solidFill>
                  <a:schemeClr val="bg1"/>
                </a:solidFill>
              </a:rPr>
              <a:t>ይ</a:t>
            </a:r>
            <a:r>
              <a:rPr lang="am-ET" sz="5400" dirty="0">
                <a:solidFill>
                  <a:schemeClr val="bg1"/>
                </a:solidFill>
              </a:rPr>
              <a:t>ለን</a:t>
            </a:r>
            <a:r>
              <a:rPr lang="en-US" sz="5400" dirty="0">
                <a:solidFill>
                  <a:schemeClr val="bg1"/>
                </a:solidFill>
              </a:rPr>
              <a:t> </a:t>
            </a:r>
            <a:r>
              <a:rPr lang="en-US" sz="5400" dirty="0" err="1">
                <a:solidFill>
                  <a:schemeClr val="bg1"/>
                </a:solidFill>
              </a:rPr>
              <a:t>ዘንድ</a:t>
            </a:r>
            <a:r>
              <a:rPr lang="am-ET" sz="5400" dirty="0">
                <a:solidFill>
                  <a:schemeClr val="bg1"/>
                </a:solidFill>
              </a:rPr>
              <a:t> ስለኛ ከቅዱሳን ጸሎትንና ልመናን ሁልጊዜ በመልካም </a:t>
            </a:r>
            <a:r>
              <a:rPr lang="en-US" sz="5400" dirty="0">
                <a:solidFill>
                  <a:schemeClr val="bg1"/>
                </a:solidFill>
              </a:rPr>
              <a:t>ይ</a:t>
            </a:r>
            <a:r>
              <a:rPr lang="am-ET" sz="5400" dirty="0">
                <a:solidFill>
                  <a:schemeClr val="bg1"/>
                </a:solidFill>
              </a:rPr>
              <a:t>ቀበ</a:t>
            </a:r>
            <a:r>
              <a:rPr lang="en-US" sz="5400" dirty="0" err="1">
                <a:solidFill>
                  <a:schemeClr val="bg1"/>
                </a:solidFill>
              </a:rPr>
              <a:t>ለን</a:t>
            </a:r>
            <a:r>
              <a:rPr lang="en-US" sz="5400" dirty="0">
                <a:solidFill>
                  <a:schemeClr val="bg1"/>
                </a:solidFill>
              </a:rPr>
              <a:t> </a:t>
            </a:r>
            <a:r>
              <a:rPr lang="en-US" sz="5400" dirty="0" err="1">
                <a:solidFill>
                  <a:schemeClr val="bg1"/>
                </a:solidFill>
              </a:rPr>
              <a:t>ዘንድ</a:t>
            </a:r>
            <a:r>
              <a:rPr lang="am-ET" sz="5400" dirty="0">
                <a:solidFill>
                  <a:schemeClr val="bg1"/>
                </a:solidFill>
              </a:rPr>
              <a:t> የክቡር ምስጢር ተካፋዮች ለመሆን የተገባን ያደርገን</a:t>
            </a:r>
            <a:r>
              <a:rPr lang="en-US" sz="5400" dirty="0">
                <a:solidFill>
                  <a:schemeClr val="bg1"/>
                </a:solidFill>
              </a:rPr>
              <a:t> </a:t>
            </a:r>
            <a:r>
              <a:rPr lang="en-US" sz="5400" dirty="0" err="1">
                <a:solidFill>
                  <a:schemeClr val="bg1"/>
                </a:solidFill>
              </a:rPr>
              <a:t>ዘንድ</a:t>
            </a:r>
            <a:r>
              <a:rPr lang="am-ET" sz="5400" dirty="0">
                <a:solidFill>
                  <a:schemeClr val="bg1"/>
                </a:solidFill>
              </a:rPr>
              <a:t> ኃጢአታችንንም ይቅር </a:t>
            </a:r>
            <a:r>
              <a:rPr lang="en-US" sz="5400" dirty="0" err="1">
                <a:solidFill>
                  <a:schemeClr val="bg1"/>
                </a:solidFill>
              </a:rPr>
              <a:t>ይለን</a:t>
            </a:r>
            <a:r>
              <a:rPr lang="en-US" sz="5400" dirty="0">
                <a:solidFill>
                  <a:schemeClr val="bg1"/>
                </a:solidFill>
              </a:rPr>
              <a:t> </a:t>
            </a:r>
            <a:r>
              <a:rPr lang="en-US" sz="5400" dirty="0" err="1">
                <a:solidFill>
                  <a:schemeClr val="bg1"/>
                </a:solidFill>
              </a:rPr>
              <a:t>ዘንድ</a:t>
            </a:r>
            <a:r>
              <a:rPr lang="am-ET" sz="5400" dirty="0">
                <a:solidFill>
                  <a:schemeClr val="bg1"/>
                </a:solidFill>
              </a:rPr>
              <a:t> </a:t>
            </a:r>
            <a:r>
              <a:rPr lang="en-US" sz="5400" dirty="0" err="1">
                <a:solidFill>
                  <a:schemeClr val="bg1"/>
                </a:solidFill>
              </a:rPr>
              <a:t>እሹ</a:t>
            </a:r>
            <a:r>
              <a:rPr lang="en-US" sz="5400" dirty="0">
                <a:solidFill>
                  <a:schemeClr val="bg1"/>
                </a:solidFill>
              </a:rPr>
              <a:t> </a:t>
            </a:r>
            <a:r>
              <a:rPr lang="en-US" sz="5400" dirty="0" err="1">
                <a:solidFill>
                  <a:schemeClr val="bg1"/>
                </a:solidFill>
              </a:rPr>
              <a:t>ማልዱ</a:t>
            </a:r>
            <a:r>
              <a:rPr lang="am-ET" sz="5400" dirty="0">
                <a:solidFill>
                  <a:schemeClr val="bg1"/>
                </a:solidFill>
              </a:rPr>
              <a:t>፡፡</a:t>
            </a:r>
          </a:p>
          <a:p>
            <a:pPr marL="0" indent="0">
              <a:buNone/>
            </a:pPr>
            <a:r>
              <a:rPr lang="am-ET" sz="8000" dirty="0">
                <a:solidFill>
                  <a:srgbClr val="C00000"/>
                </a:solidFill>
              </a:rPr>
              <a:t>ይ.ሕ. </a:t>
            </a:r>
            <a:r>
              <a:rPr lang="am-ET" sz="8000" dirty="0">
                <a:solidFill>
                  <a:schemeClr val="bg1"/>
                </a:solidFill>
              </a:rPr>
              <a:t>ጌታ ሆይ ይቅር በለን፡፡</a:t>
            </a:r>
          </a:p>
          <a:p>
            <a:pPr marL="0" indent="0">
              <a:buNone/>
            </a:pPr>
            <a:endParaRPr lang="am-ET" sz="5400" dirty="0"/>
          </a:p>
        </p:txBody>
      </p:sp>
    </p:spTree>
    <p:extLst>
      <p:ext uri="{BB962C8B-B14F-4D97-AF65-F5344CB8AC3E}">
        <p14:creationId xmlns:p14="http://schemas.microsoft.com/office/powerpoint/2010/main" val="373392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250059"/>
            <a:ext cx="12344400" cy="6700019"/>
          </a:xfrm>
        </p:spPr>
        <p:txBody>
          <a:bodyPr>
            <a:noAutofit/>
          </a:bodyPr>
          <a:lstStyle/>
          <a:p>
            <a:pPr marL="0" indent="0">
              <a:buNone/>
            </a:pPr>
            <a:r>
              <a:rPr lang="am-ET" sz="7200" dirty="0">
                <a:solidFill>
                  <a:srgbClr val="C00000"/>
                </a:solidFill>
              </a:rPr>
              <a:t>ይ.ዲ. </a:t>
            </a:r>
            <a:r>
              <a:rPr lang="am-ET" sz="7200" dirty="0">
                <a:solidFill>
                  <a:schemeClr val="bg1"/>
                </a:solidFill>
              </a:rPr>
              <a:t>መባን ስለሚያቀርቡ ጸልዩ፡፡</a:t>
            </a:r>
            <a:endParaRPr lang="en-US" sz="7200" dirty="0">
              <a:solidFill>
                <a:schemeClr val="bg1"/>
              </a:solidFill>
            </a:endParaRPr>
          </a:p>
          <a:p>
            <a:pPr marL="0" indent="0">
              <a:buNone/>
            </a:pPr>
            <a:r>
              <a:rPr lang="am-ET" sz="7200" dirty="0">
                <a:solidFill>
                  <a:srgbClr val="C00000"/>
                </a:solidFill>
              </a:rPr>
              <a:t>ይ.ሕ. </a:t>
            </a:r>
            <a:r>
              <a:rPr lang="am-ET" sz="7200" dirty="0">
                <a:solidFill>
                  <a:schemeClr val="bg1"/>
                </a:solidFill>
              </a:rPr>
              <a:t>የወንድሞቻችንን መባ ተቀበል የእኀቶቻችንን መባ ተቀበል  የኛንም መባችንንና ቁርባናችንን ተቀበል፡፡</a:t>
            </a:r>
          </a:p>
        </p:txBody>
      </p:sp>
    </p:spTree>
    <p:extLst>
      <p:ext uri="{BB962C8B-B14F-4D97-AF65-F5344CB8AC3E}">
        <p14:creationId xmlns:p14="http://schemas.microsoft.com/office/powerpoint/2010/main" val="145817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25031"/>
            <a:ext cx="12344400" cy="6700019"/>
          </a:xfrm>
        </p:spPr>
        <p:txBody>
          <a:bodyPr>
            <a:noAutofit/>
          </a:bodyPr>
          <a:lstStyle/>
          <a:p>
            <a:pPr marL="0" indent="0">
              <a:buNone/>
            </a:pPr>
            <a:r>
              <a:rPr lang="am-ET" sz="6600" dirty="0">
                <a:solidFill>
                  <a:srgbClr val="C00000"/>
                </a:solidFill>
              </a:rPr>
              <a:t>ይ.ካ. </a:t>
            </a:r>
            <a:r>
              <a:rPr lang="am-ET" sz="6600" dirty="0">
                <a:solidFill>
                  <a:schemeClr val="bg1"/>
                </a:solidFill>
              </a:rPr>
              <a:t>እንስገድ፡፡</a:t>
            </a:r>
          </a:p>
          <a:p>
            <a:pPr marL="0" indent="0">
              <a:buNone/>
            </a:pPr>
            <a:r>
              <a:rPr lang="am-ET" sz="6600" dirty="0">
                <a:solidFill>
                  <a:srgbClr val="C00000"/>
                </a:solidFill>
              </a:rPr>
              <a:t>ይ.ሕ. </a:t>
            </a:r>
            <a:r>
              <a:rPr lang="am-ET" sz="6600" dirty="0">
                <a:solidFill>
                  <a:schemeClr val="bg1"/>
                </a:solidFill>
              </a:rPr>
              <a:t>ሦስት ሳሉ አንድ ለሚሆ</a:t>
            </a:r>
            <a:r>
              <a:rPr lang="en-US" sz="6600" dirty="0">
                <a:solidFill>
                  <a:schemeClr val="bg1"/>
                </a:solidFill>
              </a:rPr>
              <a:t>ን</a:t>
            </a:r>
            <a:r>
              <a:rPr lang="am-ET" sz="6600" dirty="0">
                <a:solidFill>
                  <a:schemeClr val="bg1"/>
                </a:solidFill>
              </a:rPr>
              <a:t> ለአብ ለወልድ ለመንፈስ ቅዱስ፡፡</a:t>
            </a:r>
          </a:p>
          <a:p>
            <a:pPr marL="0" indent="0">
              <a:buNone/>
            </a:pPr>
            <a:r>
              <a:rPr lang="am-ET" sz="6600" dirty="0">
                <a:solidFill>
                  <a:srgbClr val="C00000"/>
                </a:solidFill>
              </a:rPr>
              <a:t>ይ.ካ. </a:t>
            </a:r>
            <a:r>
              <a:rPr lang="am-ET" sz="6600" dirty="0">
                <a:solidFill>
                  <a:schemeClr val="bg1"/>
                </a:solidFill>
              </a:rPr>
              <a:t>ሰላም ላንቺ ይሁን፡፡</a:t>
            </a:r>
          </a:p>
          <a:p>
            <a:pPr marL="0" indent="0">
              <a:buNone/>
            </a:pPr>
            <a:r>
              <a:rPr lang="am-ET" sz="6600" dirty="0">
                <a:solidFill>
                  <a:srgbClr val="C00000"/>
                </a:solidFill>
              </a:rPr>
              <a:t>ይ.ሕ. </a:t>
            </a:r>
            <a:r>
              <a:rPr lang="am-ET" sz="6600" dirty="0">
                <a:solidFill>
                  <a:schemeClr val="bg1"/>
                </a:solidFill>
              </a:rPr>
              <a:t>የመለኮት ማደሪያ ቅድስት ቤተክርስቲያን፡፡</a:t>
            </a:r>
          </a:p>
        </p:txBody>
      </p:sp>
    </p:spTree>
    <p:extLst>
      <p:ext uri="{BB962C8B-B14F-4D97-AF65-F5344CB8AC3E}">
        <p14:creationId xmlns:p14="http://schemas.microsoft.com/office/powerpoint/2010/main" val="4072383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25031"/>
            <a:ext cx="12344400" cy="6700019"/>
          </a:xfrm>
        </p:spPr>
        <p:txBody>
          <a:bodyPr>
            <a:noAutofit/>
          </a:bodyPr>
          <a:lstStyle/>
          <a:p>
            <a:pPr marL="0" indent="0">
              <a:buNone/>
            </a:pPr>
            <a:r>
              <a:rPr lang="am-ET" sz="6600" dirty="0">
                <a:solidFill>
                  <a:srgbClr val="C00000"/>
                </a:solidFill>
              </a:rPr>
              <a:t>ይ.ካ. </a:t>
            </a:r>
            <a:r>
              <a:rPr lang="am-ET" sz="6600" dirty="0">
                <a:solidFill>
                  <a:schemeClr val="bg1"/>
                </a:solidFill>
              </a:rPr>
              <a:t>ለምኝልን፡፡</a:t>
            </a:r>
          </a:p>
          <a:p>
            <a:pPr marL="0" indent="0">
              <a:buNone/>
            </a:pPr>
            <a:r>
              <a:rPr lang="am-ET" sz="6600" dirty="0">
                <a:solidFill>
                  <a:srgbClr val="C00000"/>
                </a:solidFill>
              </a:rPr>
              <a:t>ይ.ሕ. </a:t>
            </a:r>
            <a:r>
              <a:rPr lang="am-ET" sz="6600" dirty="0">
                <a:solidFill>
                  <a:schemeClr val="bg1"/>
                </a:solidFill>
              </a:rPr>
              <a:t>የአምላክ እናት ድንግል ማርያም፡፡</a:t>
            </a:r>
          </a:p>
          <a:p>
            <a:pPr marL="0" indent="0">
              <a:buNone/>
            </a:pPr>
            <a:r>
              <a:rPr lang="am-ET" sz="6600" dirty="0">
                <a:solidFill>
                  <a:srgbClr val="C00000"/>
                </a:solidFill>
              </a:rPr>
              <a:t>ይ.ካ. </a:t>
            </a:r>
            <a:r>
              <a:rPr lang="am-ET" sz="6600" dirty="0">
                <a:solidFill>
                  <a:schemeClr val="bg1"/>
                </a:solidFill>
              </a:rPr>
              <a:t>ማርያም ሆይ</a:t>
            </a:r>
            <a:r>
              <a:rPr lang="en-US" sz="6600" dirty="0">
                <a:solidFill>
                  <a:schemeClr val="bg1"/>
                </a:solidFill>
              </a:rPr>
              <a:t> </a:t>
            </a:r>
            <a:r>
              <a:rPr lang="en-US" sz="6600" dirty="0" err="1">
                <a:solidFill>
                  <a:schemeClr val="bg1"/>
                </a:solidFill>
              </a:rPr>
              <a:t>አንቺ</a:t>
            </a:r>
            <a:r>
              <a:rPr lang="en-US" sz="6600" dirty="0">
                <a:solidFill>
                  <a:schemeClr val="bg1"/>
                </a:solidFill>
              </a:rPr>
              <a:t> </a:t>
            </a:r>
            <a:r>
              <a:rPr lang="en-US" sz="6600" dirty="0" err="1">
                <a:solidFill>
                  <a:schemeClr val="bg1"/>
                </a:solidFill>
              </a:rPr>
              <a:t>ነሽ</a:t>
            </a:r>
            <a:endParaRPr lang="am-ET" sz="6600" dirty="0">
              <a:solidFill>
                <a:schemeClr val="bg1"/>
              </a:solidFill>
            </a:endParaRPr>
          </a:p>
        </p:txBody>
      </p:sp>
    </p:spTree>
    <p:extLst>
      <p:ext uri="{BB962C8B-B14F-4D97-AF65-F5344CB8AC3E}">
        <p14:creationId xmlns:p14="http://schemas.microsoft.com/office/powerpoint/2010/main" val="1824399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250059"/>
            <a:ext cx="12344400" cy="6700019"/>
          </a:xfrm>
        </p:spPr>
        <p:txBody>
          <a:bodyPr>
            <a:noAutofit/>
          </a:bodyPr>
          <a:lstStyle/>
          <a:p>
            <a:pPr marL="0" indent="0">
              <a:buNone/>
            </a:pPr>
            <a:r>
              <a:rPr lang="en-US" sz="5400" dirty="0" err="1">
                <a:solidFill>
                  <a:srgbClr val="C00000"/>
                </a:solidFill>
              </a:rPr>
              <a:t>ይ.ሕ</a:t>
            </a:r>
            <a:r>
              <a:rPr lang="en-US" sz="5400" dirty="0">
                <a:solidFill>
                  <a:srgbClr val="C00000"/>
                </a:solidFill>
              </a:rPr>
              <a:t>. </a:t>
            </a:r>
            <a:r>
              <a:rPr lang="am-ET" sz="5400" dirty="0">
                <a:solidFill>
                  <a:schemeClr val="bg1"/>
                </a:solidFill>
              </a:rPr>
              <a:t>ኃጢአትን የሚ</a:t>
            </a:r>
            <a:r>
              <a:rPr lang="en-US" sz="5400" dirty="0" err="1">
                <a:solidFill>
                  <a:schemeClr val="bg1"/>
                </a:solidFill>
              </a:rPr>
              <a:t>ያስተሰርይ</a:t>
            </a:r>
            <a:r>
              <a:rPr lang="am-ET" sz="5400" dirty="0">
                <a:solidFill>
                  <a:schemeClr val="bg1"/>
                </a:solidFill>
              </a:rPr>
              <a:t> በደልን የሚደመስስ</a:t>
            </a:r>
            <a:r>
              <a:rPr lang="en-US" sz="5400" dirty="0">
                <a:solidFill>
                  <a:schemeClr val="bg1"/>
                </a:solidFill>
              </a:rPr>
              <a:t> </a:t>
            </a:r>
            <a:r>
              <a:rPr lang="am-ET" sz="5400" dirty="0">
                <a:solidFill>
                  <a:schemeClr val="bg1"/>
                </a:solidFill>
              </a:rPr>
              <a:t>ከቤተመቅደስ የተወሰደ የተባረከ የእሳት ፍም ካንቺ ሰው የሆነ ራሱን ዕጣንና ያማረ መሥዋዕት አድርጎ </a:t>
            </a:r>
            <a:r>
              <a:rPr lang="en-US" sz="5400" dirty="0" err="1">
                <a:solidFill>
                  <a:schemeClr val="bg1"/>
                </a:solidFill>
              </a:rPr>
              <a:t>ለአ</a:t>
            </a:r>
            <a:r>
              <a:rPr lang="am-ET" sz="5400" dirty="0">
                <a:solidFill>
                  <a:schemeClr val="bg1"/>
                </a:solidFill>
              </a:rPr>
              <a:t>ባቱ ያቀረበውን፤ የእግዚብሔርን ቃል የተሸከምሽ የወርቅ ማጠኛ አንቺ ነሽ፡፡ ክርስቶስ ሆይ መጥተህ አድነኸናልና ላንተና ለቸሩ ሰማያዊ አባትህ ለአዳኙ ቅዱስ መንፈስህም እንሰግዳለን፡፡</a:t>
            </a:r>
          </a:p>
        </p:txBody>
      </p:sp>
    </p:spTree>
    <p:extLst>
      <p:ext uri="{BB962C8B-B14F-4D97-AF65-F5344CB8AC3E}">
        <p14:creationId xmlns:p14="http://schemas.microsoft.com/office/powerpoint/2010/main" val="544764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892C13-1FDD-4220-9F50-9032278BD734}"/>
              </a:ext>
            </a:extLst>
          </p:cNvPr>
          <p:cNvSpPr>
            <a:spLocks noGrp="1"/>
          </p:cNvSpPr>
          <p:nvPr>
            <p:ph type="title"/>
          </p:nvPr>
        </p:nvSpPr>
        <p:spPr>
          <a:xfrm>
            <a:off x="731113" y="21659"/>
            <a:ext cx="10647045" cy="1342133"/>
          </a:xfrm>
        </p:spPr>
        <p:txBody>
          <a:bodyPr>
            <a:normAutofit fontScale="90000"/>
          </a:bodyPr>
          <a:lstStyle/>
          <a:p>
            <a:pPr algn="ctr"/>
            <a:r>
              <a:rPr lang="am-ET" sz="9720" dirty="0">
                <a:solidFill>
                  <a:srgbClr val="FF0000"/>
                </a:solidFill>
              </a:rPr>
              <a:t>ንባባት</a:t>
            </a:r>
            <a:endParaRPr lang="en-US" sz="9720" dirty="0"/>
          </a:p>
        </p:txBody>
      </p:sp>
      <p:sp>
        <p:nvSpPr>
          <p:cNvPr id="3" name="Subtitle 2">
            <a:extLst>
              <a:ext uri="{FF2B5EF4-FFF2-40B4-BE49-F238E27FC236}">
                <a16:creationId xmlns:a16="http://schemas.microsoft.com/office/drawing/2014/main" id="{66267A21-EB36-4FCD-B610-B26719FA09B7}"/>
              </a:ext>
            </a:extLst>
          </p:cNvPr>
          <p:cNvSpPr>
            <a:spLocks noGrp="1"/>
          </p:cNvSpPr>
          <p:nvPr>
            <p:ph idx="1"/>
          </p:nvPr>
        </p:nvSpPr>
        <p:spPr>
          <a:xfrm>
            <a:off x="227784" y="1958361"/>
            <a:ext cx="11888833" cy="5396887"/>
          </a:xfrm>
        </p:spPr>
        <p:txBody>
          <a:bodyPr>
            <a:normAutofit/>
          </a:bodyPr>
          <a:lstStyle/>
          <a:p>
            <a:pPr marL="0" indent="0" algn="ctr">
              <a:buNone/>
            </a:pPr>
            <a:r>
              <a:rPr lang="en-US" sz="12555" b="1" dirty="0">
                <a:latin typeface="Calibri" panose="020F0502020204030204" pitchFamily="34" charset="0"/>
                <a:cs typeface="Calibri" panose="020F0502020204030204" pitchFamily="34" charset="0"/>
              </a:rPr>
              <a:t> </a:t>
            </a:r>
            <a:r>
              <a:rPr lang="am-ET" sz="12555" b="1" dirty="0">
                <a:solidFill>
                  <a:schemeClr val="bg1"/>
                </a:solidFill>
                <a:latin typeface="Calibri" panose="020F0502020204030204" pitchFamily="34" charset="0"/>
                <a:cs typeface="Calibri" panose="020F0502020204030204" pitchFamily="34" charset="0"/>
              </a:rPr>
              <a:t>ቆላ </a:t>
            </a:r>
            <a:r>
              <a:rPr lang="en-US" sz="12555" b="1" dirty="0">
                <a:solidFill>
                  <a:schemeClr val="bg1"/>
                </a:solidFill>
                <a:latin typeface="Calibri" panose="020F0502020204030204" pitchFamily="34" charset="0"/>
                <a:cs typeface="Calibri" panose="020F0502020204030204" pitchFamily="34" charset="0"/>
              </a:rPr>
              <a:t>2፡16-</a:t>
            </a:r>
            <a:r>
              <a:rPr lang="am-ET" sz="12555" b="1" dirty="0">
                <a:solidFill>
                  <a:schemeClr val="bg1"/>
                </a:solidFill>
                <a:latin typeface="Calibri" panose="020F0502020204030204" pitchFamily="34" charset="0"/>
                <a:cs typeface="Calibri" panose="020F0502020204030204" pitchFamily="34" charset="0"/>
              </a:rPr>
              <a:t>23</a:t>
            </a:r>
            <a:endParaRPr lang="en-US" sz="15086"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00269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344400" cy="6846346"/>
          </a:xfrm>
        </p:spPr>
        <p:txBody>
          <a:bodyPr>
            <a:normAutofit fontScale="92500" lnSpcReduction="10000"/>
          </a:bodyPr>
          <a:lstStyle/>
          <a:p>
            <a:pPr marL="0" indent="0">
              <a:lnSpc>
                <a:spcPct val="120000"/>
              </a:lnSpc>
              <a:buNone/>
            </a:pPr>
            <a:r>
              <a:rPr lang="am-ET" sz="7800" dirty="0">
                <a:solidFill>
                  <a:srgbClr val="FF0000"/>
                </a:solidFill>
                <a:latin typeface="NotoSansEthiopic"/>
              </a:rPr>
              <a:t>ይ፡ሕ፦</a:t>
            </a:r>
            <a:r>
              <a:rPr lang="am-ET" sz="7800" dirty="0">
                <a:solidFill>
                  <a:schemeClr val="bg1"/>
                </a:solidFill>
                <a:latin typeface="NotoSansEthiopic"/>
              </a:rPr>
              <a:t>ቅዱስ ሐዋርያ ጳውሎስ ሠናየ መልእክት</a:t>
            </a:r>
            <a:r>
              <a:rPr lang="en-US" sz="7800" dirty="0">
                <a:solidFill>
                  <a:schemeClr val="bg1"/>
                </a:solidFill>
                <a:latin typeface="NotoSansEthiopic"/>
              </a:rPr>
              <a:t> </a:t>
            </a:r>
            <a:r>
              <a:rPr lang="am-ET" sz="7800" dirty="0">
                <a:solidFill>
                  <a:schemeClr val="bg1"/>
                </a:solidFill>
                <a:latin typeface="NotoSansEthiopic"/>
              </a:rPr>
              <a:t>ፈዋሴ ድውያን ዘነ</a:t>
            </a:r>
            <a:r>
              <a:rPr lang="en-US" sz="7800" dirty="0">
                <a:solidFill>
                  <a:schemeClr val="bg1"/>
                </a:solidFill>
                <a:latin typeface="NotoSansEthiopic"/>
              </a:rPr>
              <a:t>ሣ</a:t>
            </a:r>
            <a:r>
              <a:rPr lang="am-ET" sz="7800" dirty="0">
                <a:solidFill>
                  <a:schemeClr val="bg1"/>
                </a:solidFill>
                <a:latin typeface="NotoSansEthiopic"/>
              </a:rPr>
              <a:t>እከ አክሊለ ሰአል</a:t>
            </a:r>
            <a:r>
              <a:rPr lang="en-US" sz="7800" dirty="0">
                <a:solidFill>
                  <a:schemeClr val="bg1"/>
                </a:solidFill>
                <a:latin typeface="NotoSansEthiopic"/>
              </a:rPr>
              <a:t> </a:t>
            </a:r>
            <a:r>
              <a:rPr lang="am-ET" sz="7800" dirty="0">
                <a:solidFill>
                  <a:schemeClr val="bg1"/>
                </a:solidFill>
                <a:latin typeface="NotoSansEthiopic"/>
              </a:rPr>
              <a:t>ወ</a:t>
            </a:r>
            <a:r>
              <a:rPr lang="en-US" sz="7800" dirty="0">
                <a:solidFill>
                  <a:schemeClr val="bg1"/>
                </a:solidFill>
                <a:latin typeface="NotoSansEthiopic"/>
              </a:rPr>
              <a:t>ጸ</a:t>
            </a:r>
            <a:r>
              <a:rPr lang="am-ET" sz="7800" dirty="0">
                <a:solidFill>
                  <a:schemeClr val="bg1"/>
                </a:solidFill>
                <a:latin typeface="NotoSansEthiopic"/>
              </a:rPr>
              <a:t>ሊ በእን</a:t>
            </a:r>
            <a:r>
              <a:rPr lang="en-US" sz="7800" dirty="0">
                <a:solidFill>
                  <a:schemeClr val="bg1"/>
                </a:solidFill>
                <a:latin typeface="NotoSansEthiopic"/>
              </a:rPr>
              <a:t>ቲ</a:t>
            </a:r>
            <a:r>
              <a:rPr lang="am-ET" sz="7800" dirty="0">
                <a:solidFill>
                  <a:schemeClr val="bg1"/>
                </a:solidFill>
                <a:latin typeface="NotoSansEthiopic"/>
              </a:rPr>
              <a:t>አነ ያድኀን ነ</a:t>
            </a:r>
            <a:r>
              <a:rPr lang="en-US" sz="7800" dirty="0">
                <a:solidFill>
                  <a:schemeClr val="bg1"/>
                </a:solidFill>
                <a:latin typeface="NotoSansEthiopic"/>
              </a:rPr>
              <a:t>ፍ</a:t>
            </a:r>
            <a:r>
              <a:rPr lang="am-ET" sz="7800" dirty="0">
                <a:solidFill>
                  <a:schemeClr val="bg1"/>
                </a:solidFill>
                <a:latin typeface="NotoSansEthiopic"/>
              </a:rPr>
              <a:t>ሣተነ በብዝኀ</a:t>
            </a:r>
            <a:r>
              <a:rPr lang="en-US" sz="7800" dirty="0">
                <a:solidFill>
                  <a:schemeClr val="bg1"/>
                </a:solidFill>
                <a:latin typeface="NotoSansEthiopic"/>
              </a:rPr>
              <a:t> </a:t>
            </a:r>
            <a:r>
              <a:rPr lang="am-ET" sz="7800" dirty="0">
                <a:solidFill>
                  <a:schemeClr val="bg1"/>
                </a:solidFill>
                <a:latin typeface="NotoSansEthiopic"/>
              </a:rPr>
              <a:t>ሣህሉ ወምሕረቱ በእንተ ስሙ ቅዱስ።</a:t>
            </a:r>
            <a:br>
              <a:rPr lang="am-ET" dirty="0">
                <a:solidFill>
                  <a:schemeClr val="bg1"/>
                </a:solidFill>
              </a:rPr>
            </a:br>
            <a:endParaRPr lang="en-US" dirty="0">
              <a:solidFill>
                <a:schemeClr val="bg1"/>
              </a:solidFill>
            </a:endParaRPr>
          </a:p>
        </p:txBody>
      </p:sp>
    </p:spTree>
    <p:extLst>
      <p:ext uri="{BB962C8B-B14F-4D97-AF65-F5344CB8AC3E}">
        <p14:creationId xmlns:p14="http://schemas.microsoft.com/office/powerpoint/2010/main" val="2719391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6"/>
            <a:ext cx="12344399" cy="6950059"/>
          </a:xfrm>
        </p:spPr>
        <p:txBody>
          <a:bodyPr>
            <a:noAutofit/>
          </a:bodyPr>
          <a:lstStyle/>
          <a:p>
            <a:pPr marL="0" indent="0">
              <a:buNone/>
            </a:pPr>
            <a:r>
              <a:rPr lang="am-ET" sz="7200" dirty="0">
                <a:solidFill>
                  <a:srgbClr val="FF0000"/>
                </a:solidFill>
                <a:latin typeface="NotoSansEthiopic"/>
              </a:rPr>
              <a:t>ይ፡ዲ፦ </a:t>
            </a:r>
            <a:r>
              <a:rPr lang="en-US" sz="7200" dirty="0" err="1">
                <a:solidFill>
                  <a:schemeClr val="bg1"/>
                </a:solidFill>
                <a:latin typeface="NotoSansEthiopic"/>
              </a:rPr>
              <a:t>ተንሥኡ</a:t>
            </a:r>
            <a:r>
              <a:rPr lang="en-US" sz="7200" dirty="0">
                <a:solidFill>
                  <a:schemeClr val="bg1"/>
                </a:solidFill>
                <a:latin typeface="NotoSansEthiopic"/>
              </a:rPr>
              <a:t> </a:t>
            </a:r>
            <a:r>
              <a:rPr lang="en-US" sz="7200" dirty="0" err="1">
                <a:solidFill>
                  <a:schemeClr val="bg1"/>
                </a:solidFill>
                <a:latin typeface="NotoSansEthiopic"/>
              </a:rPr>
              <a:t>ለጸሎት</a:t>
            </a:r>
            <a:endParaRPr lang="en-US" sz="7200" dirty="0">
              <a:solidFill>
                <a:schemeClr val="bg1"/>
              </a:solidFill>
              <a:latin typeface="NotoSansEthiopic"/>
            </a:endParaRPr>
          </a:p>
          <a:p>
            <a:pPr marL="0" indent="0">
              <a:buNone/>
            </a:pPr>
            <a:r>
              <a:rPr lang="am-ET" sz="7200" dirty="0">
                <a:solidFill>
                  <a:srgbClr val="FF0000"/>
                </a:solidFill>
                <a:latin typeface="NotoSansEthiopic"/>
              </a:rPr>
              <a:t>ይ፡</a:t>
            </a:r>
            <a:r>
              <a:rPr lang="en-US" sz="7200" dirty="0">
                <a:solidFill>
                  <a:srgbClr val="FF0000"/>
                </a:solidFill>
                <a:latin typeface="NotoSansEthiopic"/>
              </a:rPr>
              <a:t>ሕ</a:t>
            </a:r>
            <a:r>
              <a:rPr lang="am-ET" sz="7200" dirty="0">
                <a:solidFill>
                  <a:srgbClr val="FF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እግዚኦ</a:t>
            </a:r>
            <a:r>
              <a:rPr lang="en-US" sz="7200" dirty="0">
                <a:solidFill>
                  <a:schemeClr val="bg1"/>
                </a:solidFill>
                <a:latin typeface="NotoSansEthiopic"/>
              </a:rPr>
              <a:t> </a:t>
            </a:r>
            <a:r>
              <a:rPr lang="en-US" sz="7200" dirty="0" err="1">
                <a:solidFill>
                  <a:schemeClr val="bg1"/>
                </a:solidFill>
                <a:latin typeface="NotoSansEthiopic"/>
              </a:rPr>
              <a:t>ተሣሀለነ</a:t>
            </a:r>
            <a:endParaRPr lang="en-US" sz="7200" dirty="0">
              <a:solidFill>
                <a:schemeClr val="bg1"/>
              </a:solidFill>
              <a:latin typeface="NotoSansEthiopic"/>
            </a:endParaRPr>
          </a:p>
          <a:p>
            <a:pPr marL="0" indent="0">
              <a:buNone/>
            </a:pPr>
            <a:r>
              <a:rPr lang="am-ET" sz="7200" dirty="0">
                <a:solidFill>
                  <a:srgbClr val="FF0000"/>
                </a:solidFill>
                <a:latin typeface="NotoSansEthiopic"/>
              </a:rPr>
              <a:t>ይ፡</a:t>
            </a:r>
            <a:r>
              <a:rPr lang="en-US" sz="7200" dirty="0">
                <a:solidFill>
                  <a:srgbClr val="FF0000"/>
                </a:solidFill>
                <a:latin typeface="NotoSansEthiopic"/>
              </a:rPr>
              <a:t>ካ</a:t>
            </a:r>
            <a:r>
              <a:rPr lang="am-ET" sz="7200" dirty="0">
                <a:solidFill>
                  <a:srgbClr val="FF0000"/>
                </a:solidFill>
                <a:latin typeface="NotoSansEthiopic"/>
              </a:rPr>
              <a:t>፦</a:t>
            </a:r>
            <a:r>
              <a:rPr lang="en-US" sz="7200" dirty="0">
                <a:solidFill>
                  <a:srgbClr val="FF0000"/>
                </a:solidFill>
                <a:latin typeface="NotoSansEthiopic"/>
              </a:rPr>
              <a:t>  </a:t>
            </a:r>
            <a:r>
              <a:rPr lang="en-US" sz="7200" dirty="0" err="1">
                <a:solidFill>
                  <a:schemeClr val="bg1"/>
                </a:solidFill>
                <a:latin typeface="NotoSansEthiopic"/>
              </a:rPr>
              <a:t>ሰላም</a:t>
            </a:r>
            <a:r>
              <a:rPr lang="en-US" sz="7200" dirty="0">
                <a:solidFill>
                  <a:schemeClr val="bg1"/>
                </a:solidFill>
                <a:latin typeface="NotoSansEthiopic"/>
              </a:rPr>
              <a:t> </a:t>
            </a:r>
            <a:r>
              <a:rPr lang="en-US" sz="7200" dirty="0" err="1">
                <a:solidFill>
                  <a:schemeClr val="bg1"/>
                </a:solidFill>
                <a:latin typeface="NotoSansEthiopic"/>
              </a:rPr>
              <a:t>ለኩልክሙ</a:t>
            </a:r>
            <a:endParaRPr lang="en-US" sz="7200" dirty="0">
              <a:solidFill>
                <a:schemeClr val="bg1"/>
              </a:solidFill>
              <a:latin typeface="NotoSansEthiopic"/>
            </a:endParaRPr>
          </a:p>
          <a:p>
            <a:pPr marL="0" indent="0">
              <a:buNone/>
            </a:pPr>
            <a:r>
              <a:rPr lang="am-ET" sz="7200" dirty="0">
                <a:solidFill>
                  <a:srgbClr val="FF0000"/>
                </a:solidFill>
                <a:latin typeface="NotoSansEthiopic"/>
              </a:rPr>
              <a:t>ይ፡</a:t>
            </a:r>
            <a:r>
              <a:rPr lang="en-US" sz="7200" dirty="0">
                <a:solidFill>
                  <a:srgbClr val="FF0000"/>
                </a:solidFill>
                <a:latin typeface="NotoSansEthiopic"/>
              </a:rPr>
              <a:t>ሕ</a:t>
            </a:r>
            <a:r>
              <a:rPr lang="am-ET" sz="7200" dirty="0">
                <a:solidFill>
                  <a:srgbClr val="FF0000"/>
                </a:solidFill>
                <a:latin typeface="NotoSansEthiopic"/>
              </a:rPr>
              <a:t>፦</a:t>
            </a:r>
            <a:r>
              <a:rPr lang="en-US" sz="7200" dirty="0">
                <a:solidFill>
                  <a:srgbClr val="FF0000"/>
                </a:solidFill>
                <a:latin typeface="NotoSansEthiopic"/>
              </a:rPr>
              <a:t> </a:t>
            </a:r>
            <a:r>
              <a:rPr lang="en-US" sz="7200" dirty="0" err="1">
                <a:solidFill>
                  <a:schemeClr val="bg1"/>
                </a:solidFill>
                <a:latin typeface="NotoSansEthiopic"/>
              </a:rPr>
              <a:t>ምስለ</a:t>
            </a:r>
            <a:r>
              <a:rPr lang="en-US" sz="7200" dirty="0">
                <a:solidFill>
                  <a:schemeClr val="bg1"/>
                </a:solidFill>
                <a:latin typeface="NotoSansEthiopic"/>
              </a:rPr>
              <a:t> </a:t>
            </a:r>
            <a:r>
              <a:rPr lang="en-US" sz="7200" dirty="0" err="1">
                <a:solidFill>
                  <a:schemeClr val="bg1"/>
                </a:solidFill>
                <a:latin typeface="NotoSansEthiopic"/>
              </a:rPr>
              <a:t>መንፈስከ</a:t>
            </a:r>
            <a:endParaRPr lang="en-US" sz="7200" dirty="0">
              <a:solidFill>
                <a:schemeClr val="bg1"/>
              </a:solidFill>
              <a:latin typeface="NotoSansEthiopic"/>
            </a:endParaRPr>
          </a:p>
          <a:p>
            <a:pPr marL="0" indent="0">
              <a:buNone/>
            </a:pPr>
            <a:endParaRPr lang="en-US" sz="7200" dirty="0">
              <a:solidFill>
                <a:schemeClr val="bg1"/>
              </a:solidFill>
              <a:latin typeface="NotoSansEthiopic"/>
            </a:endParaRPr>
          </a:p>
        </p:txBody>
      </p:sp>
    </p:spTree>
    <p:extLst>
      <p:ext uri="{BB962C8B-B14F-4D97-AF65-F5344CB8AC3E}">
        <p14:creationId xmlns:p14="http://schemas.microsoft.com/office/powerpoint/2010/main" val="4020840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892C13-1FDD-4220-9F50-9032278BD734}"/>
              </a:ext>
            </a:extLst>
          </p:cNvPr>
          <p:cNvSpPr>
            <a:spLocks noGrp="1"/>
          </p:cNvSpPr>
          <p:nvPr>
            <p:ph type="title"/>
          </p:nvPr>
        </p:nvSpPr>
        <p:spPr>
          <a:xfrm>
            <a:off x="731113" y="21659"/>
            <a:ext cx="10647045" cy="1342133"/>
          </a:xfrm>
        </p:spPr>
        <p:txBody>
          <a:bodyPr>
            <a:normAutofit fontScale="90000"/>
          </a:bodyPr>
          <a:lstStyle/>
          <a:p>
            <a:pPr algn="ctr"/>
            <a:br>
              <a:rPr lang="en-US" sz="9720" dirty="0">
                <a:solidFill>
                  <a:srgbClr val="FF0000"/>
                </a:solidFill>
              </a:rPr>
            </a:br>
            <a:r>
              <a:rPr lang="am-ET" sz="9720" dirty="0">
                <a:solidFill>
                  <a:srgbClr val="FF0000"/>
                </a:solidFill>
              </a:rPr>
              <a:t>ንባባት</a:t>
            </a:r>
            <a:endParaRPr lang="en-US" sz="9720" dirty="0"/>
          </a:p>
        </p:txBody>
      </p:sp>
      <p:sp>
        <p:nvSpPr>
          <p:cNvPr id="3" name="Subtitle 2">
            <a:extLst>
              <a:ext uri="{FF2B5EF4-FFF2-40B4-BE49-F238E27FC236}">
                <a16:creationId xmlns:a16="http://schemas.microsoft.com/office/drawing/2014/main" id="{66267A21-EB36-4FCD-B610-B26719FA09B7}"/>
              </a:ext>
            </a:extLst>
          </p:cNvPr>
          <p:cNvSpPr>
            <a:spLocks noGrp="1"/>
          </p:cNvSpPr>
          <p:nvPr>
            <p:ph idx="1"/>
          </p:nvPr>
        </p:nvSpPr>
        <p:spPr>
          <a:xfrm>
            <a:off x="227784" y="2020163"/>
            <a:ext cx="11888833" cy="5396887"/>
          </a:xfrm>
        </p:spPr>
        <p:txBody>
          <a:bodyPr>
            <a:normAutofit/>
          </a:bodyPr>
          <a:lstStyle/>
          <a:p>
            <a:pPr marL="0" indent="0" algn="ctr">
              <a:buNone/>
            </a:pPr>
            <a:r>
              <a:rPr lang="am-ET" sz="13871" b="1" dirty="0">
                <a:solidFill>
                  <a:schemeClr val="bg1"/>
                </a:solidFill>
                <a:latin typeface="+mj-lt"/>
              </a:rPr>
              <a:t>ያዕ </a:t>
            </a:r>
            <a:r>
              <a:rPr lang="am-ET" sz="13871" b="1" dirty="0">
                <a:solidFill>
                  <a:schemeClr val="bg1"/>
                </a:solidFill>
                <a:latin typeface="+mj-lt"/>
                <a:ea typeface="Calibri" panose="020F0502020204030204" pitchFamily="34" charset="0"/>
                <a:cs typeface="Calibri" panose="020F0502020204030204" pitchFamily="34" charset="0"/>
              </a:rPr>
              <a:t>2፡14</a:t>
            </a:r>
            <a:r>
              <a:rPr lang="en-US" sz="13871" b="1"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am-ET" sz="13871" b="1" dirty="0">
                <a:solidFill>
                  <a:schemeClr val="bg1"/>
                </a:solidFill>
                <a:latin typeface="+mj-lt"/>
                <a:ea typeface="Calibri" panose="020F0502020204030204" pitchFamily="34" charset="0"/>
                <a:cs typeface="Calibri" panose="020F0502020204030204" pitchFamily="34" charset="0"/>
              </a:rPr>
              <a:t>26</a:t>
            </a:r>
            <a:endParaRPr lang="en-US" sz="13871"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6466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344399" cy="6950075"/>
          </a:xfrm>
        </p:spPr>
        <p:txBody>
          <a:bodyPr>
            <a:noAutofit/>
          </a:bodyPr>
          <a:lstStyle/>
          <a:p>
            <a:pPr marL="0" indent="0">
              <a:lnSpc>
                <a:spcPct val="120000"/>
              </a:lnSpc>
              <a:buNone/>
            </a:pPr>
            <a:r>
              <a:rPr lang="am-ET" sz="7200" dirty="0">
                <a:solidFill>
                  <a:srgbClr val="FF0000"/>
                </a:solidFill>
                <a:latin typeface="NotoSansEthiopic"/>
              </a:rPr>
              <a:t>ይ፡ሕ፦</a:t>
            </a:r>
            <a:r>
              <a:rPr lang="am-ET" sz="7200" dirty="0">
                <a:solidFill>
                  <a:schemeClr val="bg1"/>
                </a:solidFill>
                <a:latin typeface="NotoSansEthiopic"/>
              </a:rPr>
              <a:t>ቅዱስ ሥሉስ ዘኀቡር ህላዌከ ዕቀብ ማ</a:t>
            </a:r>
            <a:r>
              <a:rPr lang="en-US" sz="7200" dirty="0">
                <a:solidFill>
                  <a:schemeClr val="bg1"/>
                </a:solidFill>
                <a:latin typeface="NotoSansEthiopic"/>
              </a:rPr>
              <a:t>ኅ</a:t>
            </a:r>
            <a:r>
              <a:rPr lang="am-ET" sz="7200" dirty="0">
                <a:solidFill>
                  <a:schemeClr val="bg1"/>
                </a:solidFill>
                <a:latin typeface="NotoSansEthiopic"/>
              </a:rPr>
              <a:t>በረነ</a:t>
            </a:r>
            <a:r>
              <a:rPr lang="en-US" sz="7200" dirty="0">
                <a:solidFill>
                  <a:schemeClr val="bg1"/>
                </a:solidFill>
                <a:latin typeface="NotoSansEthiopic"/>
              </a:rPr>
              <a:t> </a:t>
            </a:r>
            <a:r>
              <a:rPr lang="am-ET" sz="7200" dirty="0">
                <a:solidFill>
                  <a:schemeClr val="bg1"/>
                </a:solidFill>
                <a:latin typeface="NotoSansEthiopic"/>
              </a:rPr>
              <a:t>በ</a:t>
            </a:r>
            <a:r>
              <a:rPr lang="en-US" sz="7200" dirty="0">
                <a:solidFill>
                  <a:schemeClr val="bg1"/>
                </a:solidFill>
                <a:latin typeface="NotoSansEthiopic"/>
              </a:rPr>
              <a:t>እ</a:t>
            </a:r>
            <a:r>
              <a:rPr lang="am-ET" sz="7200" dirty="0">
                <a:solidFill>
                  <a:schemeClr val="bg1"/>
                </a:solidFill>
                <a:latin typeface="NotoSansEthiopic"/>
              </a:rPr>
              <a:t>ንተ ቅዱሳን </a:t>
            </a:r>
            <a:r>
              <a:rPr lang="en-US" sz="7200" dirty="0">
                <a:solidFill>
                  <a:schemeClr val="bg1"/>
                </a:solidFill>
                <a:latin typeface="NotoSansEthiopic"/>
              </a:rPr>
              <a:t>ኅ</a:t>
            </a:r>
            <a:r>
              <a:rPr lang="am-ET" sz="7200" dirty="0">
                <a:solidFill>
                  <a:schemeClr val="bg1"/>
                </a:solidFill>
                <a:latin typeface="NotoSansEthiopic"/>
              </a:rPr>
              <a:t>ሩያን አርዳኢከ ናዝዘነ</a:t>
            </a:r>
            <a:r>
              <a:rPr lang="en-US" sz="7200" dirty="0">
                <a:solidFill>
                  <a:schemeClr val="bg1"/>
                </a:solidFill>
                <a:latin typeface="NotoSansEthiopic"/>
              </a:rPr>
              <a:t> </a:t>
            </a:r>
            <a:r>
              <a:rPr lang="am-ET" sz="7200" dirty="0">
                <a:solidFill>
                  <a:schemeClr val="bg1"/>
                </a:solidFill>
                <a:latin typeface="NotoSansEthiopic"/>
              </a:rPr>
              <a:t>በሣህልከ በ</a:t>
            </a:r>
            <a:r>
              <a:rPr lang="en-US" sz="7200" dirty="0">
                <a:solidFill>
                  <a:schemeClr val="bg1"/>
                </a:solidFill>
                <a:latin typeface="NotoSansEthiopic"/>
              </a:rPr>
              <a:t>እ</a:t>
            </a:r>
            <a:r>
              <a:rPr lang="am-ET" sz="7200" dirty="0">
                <a:solidFill>
                  <a:schemeClr val="bg1"/>
                </a:solidFill>
                <a:latin typeface="NotoSansEthiopic"/>
              </a:rPr>
              <a:t>ንተ ቅዱስ ስምከ።</a:t>
            </a:r>
            <a:br>
              <a:rPr lang="am-ET" sz="7200" dirty="0"/>
            </a:br>
            <a:endParaRPr lang="en-US" sz="7200" dirty="0"/>
          </a:p>
        </p:txBody>
      </p:sp>
    </p:spTree>
    <p:extLst>
      <p:ext uri="{BB962C8B-B14F-4D97-AF65-F5344CB8AC3E}">
        <p14:creationId xmlns:p14="http://schemas.microsoft.com/office/powerpoint/2010/main" val="3382168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ጌታ</a:t>
            </a:r>
            <a:r>
              <a:rPr lang="en-US" sz="6600" dirty="0">
                <a:solidFill>
                  <a:schemeClr val="bg1"/>
                </a:solidFill>
              </a:rPr>
              <a:t> </a:t>
            </a:r>
            <a:r>
              <a:rPr lang="am-ET" sz="6600" dirty="0">
                <a:solidFill>
                  <a:schemeClr val="bg1"/>
                </a:solidFill>
              </a:rPr>
              <a:t>እግዚአብሔር አምላካችን ሆይ የመሢሕነትህን የወንጌል ክብር ምሥጢር ለቅዱሳን ሐዋርያትህ የገለጥህላቸው ከጸጋህ የተገኘውን ስፍር ቁጥር የሌለውን ታላቅ ሀብትህን የሰጠሃቸው አንተ ነህ ከምሕረትህ የማይለየውን የጸጋህን ብዛት</a:t>
            </a:r>
          </a:p>
        </p:txBody>
      </p:sp>
    </p:spTree>
    <p:extLst>
      <p:ext uri="{BB962C8B-B14F-4D97-AF65-F5344CB8AC3E}">
        <p14:creationId xmlns:p14="http://schemas.microsoft.com/office/powerpoint/2010/main" val="3703489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chemeClr val="bg1"/>
                </a:solidFill>
              </a:rPr>
              <a:t>በዓለ</a:t>
            </a:r>
            <a:r>
              <a:rPr lang="en-US" sz="6600" dirty="0">
                <a:solidFill>
                  <a:schemeClr val="bg1"/>
                </a:solidFill>
              </a:rPr>
              <a:t>ም</a:t>
            </a:r>
            <a:r>
              <a:rPr lang="am-ET" sz="6600" dirty="0">
                <a:solidFill>
                  <a:schemeClr val="bg1"/>
                </a:solidFill>
              </a:rPr>
              <a:t> ሁሉ ከዳር እስከ ዳር እንዲሰብኩ የላክሃቸው አንተ ነህ፡፡ ጌታችንና አምላካችን ሆይ እኛም በ</a:t>
            </a:r>
            <a:r>
              <a:rPr lang="en-US" sz="6600" dirty="0">
                <a:solidFill>
                  <a:schemeClr val="bg1"/>
                </a:solidFill>
              </a:rPr>
              <a:t>እ</a:t>
            </a:r>
            <a:r>
              <a:rPr lang="am-ET" sz="6600" dirty="0">
                <a:solidFill>
                  <a:schemeClr val="bg1"/>
                </a:solidFill>
              </a:rPr>
              <a:t>ነ</a:t>
            </a:r>
            <a:r>
              <a:rPr lang="en-US" sz="6600" dirty="0">
                <a:solidFill>
                  <a:schemeClr val="bg1"/>
                </a:solidFill>
              </a:rPr>
              <a:t>ር</a:t>
            </a:r>
            <a:r>
              <a:rPr lang="am-ET" sz="6600" dirty="0">
                <a:solidFill>
                  <a:schemeClr val="bg1"/>
                </a:solidFill>
              </a:rPr>
              <a:t>ሱ መንገድ እንድንሄድ ፈለጋቸውን እንድንከተል ለርስታቸውና ለዕጣ ክፍላቸው የተገባን ለመሆን እንድታበቃን እንለምንሃለን፡፡</a:t>
            </a:r>
          </a:p>
        </p:txBody>
      </p:sp>
    </p:spTree>
    <p:extLst>
      <p:ext uri="{BB962C8B-B14F-4D97-AF65-F5344CB8AC3E}">
        <p14:creationId xmlns:p14="http://schemas.microsoft.com/office/powerpoint/2010/main" val="13327789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en-US" sz="6000" dirty="0" err="1">
                <a:solidFill>
                  <a:schemeClr val="bg1"/>
                </a:solidFill>
              </a:rPr>
              <a:t>ሁል</a:t>
            </a:r>
            <a:r>
              <a:rPr lang="en-US" sz="6000" dirty="0">
                <a:solidFill>
                  <a:schemeClr val="bg1"/>
                </a:solidFill>
              </a:rPr>
              <a:t> </a:t>
            </a:r>
            <a:r>
              <a:rPr lang="en-US" sz="6000" dirty="0" err="1">
                <a:solidFill>
                  <a:schemeClr val="bg1"/>
                </a:solidFill>
              </a:rPr>
              <a:t>ጊዜ</a:t>
            </a:r>
            <a:r>
              <a:rPr lang="en-US" sz="6000" dirty="0">
                <a:solidFill>
                  <a:schemeClr val="bg1"/>
                </a:solidFill>
              </a:rPr>
              <a:t> </a:t>
            </a:r>
            <a:r>
              <a:rPr lang="en-US" sz="6000" dirty="0" err="1">
                <a:solidFill>
                  <a:schemeClr val="bg1"/>
                </a:solidFill>
              </a:rPr>
              <a:t>እነርሱን</a:t>
            </a:r>
            <a:r>
              <a:rPr lang="en-US" sz="6000" dirty="0">
                <a:solidFill>
                  <a:schemeClr val="bg1"/>
                </a:solidFill>
              </a:rPr>
              <a:t> </a:t>
            </a:r>
            <a:r>
              <a:rPr lang="en-US" sz="6000" dirty="0" err="1">
                <a:solidFill>
                  <a:schemeClr val="bg1"/>
                </a:solidFill>
              </a:rPr>
              <a:t>እንድንመስል</a:t>
            </a:r>
            <a:r>
              <a:rPr lang="en-US" sz="6000" dirty="0">
                <a:solidFill>
                  <a:schemeClr val="bg1"/>
                </a:solidFill>
              </a:rPr>
              <a:t> </a:t>
            </a:r>
            <a:r>
              <a:rPr lang="en-US" sz="6000" dirty="0" err="1">
                <a:solidFill>
                  <a:schemeClr val="bg1"/>
                </a:solidFill>
              </a:rPr>
              <a:t>በፍቅራቸው</a:t>
            </a:r>
            <a:r>
              <a:rPr lang="en-US" sz="6000" dirty="0">
                <a:solidFill>
                  <a:schemeClr val="bg1"/>
                </a:solidFill>
              </a:rPr>
              <a:t> </a:t>
            </a:r>
            <a:r>
              <a:rPr lang="en-US" sz="6000" dirty="0" err="1">
                <a:solidFill>
                  <a:schemeClr val="bg1"/>
                </a:solidFill>
              </a:rPr>
              <a:t>እንድንጸና</a:t>
            </a:r>
            <a:r>
              <a:rPr lang="en-US" sz="6000" dirty="0">
                <a:solidFill>
                  <a:schemeClr val="bg1"/>
                </a:solidFill>
              </a:rPr>
              <a:t> </a:t>
            </a:r>
            <a:r>
              <a:rPr lang="en-US" sz="6000" dirty="0" err="1">
                <a:solidFill>
                  <a:schemeClr val="bg1"/>
                </a:solidFill>
              </a:rPr>
              <a:t>በመልካም</a:t>
            </a:r>
            <a:r>
              <a:rPr lang="en-US" sz="6000" dirty="0">
                <a:solidFill>
                  <a:schemeClr val="bg1"/>
                </a:solidFill>
              </a:rPr>
              <a:t> </a:t>
            </a:r>
            <a:r>
              <a:rPr lang="am-ET" sz="6000" dirty="0">
                <a:solidFill>
                  <a:schemeClr val="bg1"/>
                </a:solidFill>
              </a:rPr>
              <a:t>አምልኮ በድካማቸው ከ</a:t>
            </a:r>
            <a:r>
              <a:rPr lang="en-US" sz="6000" dirty="0">
                <a:solidFill>
                  <a:schemeClr val="bg1"/>
                </a:solidFill>
              </a:rPr>
              <a:t>እ</a:t>
            </a:r>
            <a:r>
              <a:rPr lang="am-ET" sz="6000" dirty="0">
                <a:solidFill>
                  <a:schemeClr val="bg1"/>
                </a:solidFill>
              </a:rPr>
              <a:t>ነ</a:t>
            </a:r>
            <a:r>
              <a:rPr lang="en-US" sz="6000" dirty="0">
                <a:solidFill>
                  <a:schemeClr val="bg1"/>
                </a:solidFill>
              </a:rPr>
              <a:t>ር</a:t>
            </a:r>
            <a:r>
              <a:rPr lang="am-ET" sz="6000" dirty="0">
                <a:solidFill>
                  <a:schemeClr val="bg1"/>
                </a:solidFill>
              </a:rPr>
              <a:t>ሱ ጋር ክፍል እንዲኖረን አድርገን፡፡ </a:t>
            </a:r>
            <a:r>
              <a:rPr lang="en-US" sz="6000" dirty="0" err="1">
                <a:solidFill>
                  <a:schemeClr val="bg1"/>
                </a:solidFill>
              </a:rPr>
              <a:t>ስለእነር</a:t>
            </a:r>
            <a:r>
              <a:rPr lang="am-ET" sz="6000" dirty="0">
                <a:solidFill>
                  <a:schemeClr val="bg1"/>
                </a:solidFill>
              </a:rPr>
              <a:t>ሱ የሠራሃትን ቅድስት ቤተክርስቲያንን ጠብቃት ምእመኖችህን ባርክ </a:t>
            </a:r>
            <a:r>
              <a:rPr lang="en-US" sz="6000" dirty="0" err="1">
                <a:solidFill>
                  <a:schemeClr val="bg1"/>
                </a:solidFill>
              </a:rPr>
              <a:t>በተቀደሰ</a:t>
            </a:r>
            <a:r>
              <a:rPr lang="en-US" sz="6000" dirty="0">
                <a:solidFill>
                  <a:schemeClr val="bg1"/>
                </a:solidFill>
              </a:rPr>
              <a:t> </a:t>
            </a:r>
            <a:r>
              <a:rPr lang="en-US" sz="6000" dirty="0" err="1">
                <a:solidFill>
                  <a:schemeClr val="bg1"/>
                </a:solidFill>
              </a:rPr>
              <a:t>እጅህ</a:t>
            </a:r>
            <a:r>
              <a:rPr lang="en-US" sz="6000" dirty="0">
                <a:solidFill>
                  <a:schemeClr val="bg1"/>
                </a:solidFill>
              </a:rPr>
              <a:t> </a:t>
            </a:r>
            <a:r>
              <a:rPr lang="en-US" sz="6000" dirty="0" err="1">
                <a:solidFill>
                  <a:schemeClr val="bg1"/>
                </a:solidFill>
              </a:rPr>
              <a:t>የተክልካት</a:t>
            </a:r>
            <a:r>
              <a:rPr lang="en-US" sz="6000" dirty="0">
                <a:solidFill>
                  <a:schemeClr val="bg1"/>
                </a:solidFill>
              </a:rPr>
              <a:t> </a:t>
            </a:r>
            <a:r>
              <a:rPr lang="en-US" sz="6000" dirty="0" err="1">
                <a:solidFill>
                  <a:schemeClr val="bg1"/>
                </a:solidFill>
              </a:rPr>
              <a:t>ይህችን</a:t>
            </a:r>
            <a:r>
              <a:rPr lang="en-US" sz="6000" dirty="0">
                <a:solidFill>
                  <a:schemeClr val="bg1"/>
                </a:solidFill>
              </a:rPr>
              <a:t> </a:t>
            </a:r>
            <a:r>
              <a:rPr lang="en-US" sz="6000" dirty="0" err="1">
                <a:solidFill>
                  <a:schemeClr val="bg1"/>
                </a:solidFill>
              </a:rPr>
              <a:t>የወይን</a:t>
            </a:r>
            <a:r>
              <a:rPr lang="en-US" sz="6000" dirty="0">
                <a:solidFill>
                  <a:schemeClr val="bg1"/>
                </a:solidFill>
              </a:rPr>
              <a:t> </a:t>
            </a:r>
            <a:r>
              <a:rPr lang="en-US" sz="6000" dirty="0" err="1">
                <a:solidFill>
                  <a:schemeClr val="bg1"/>
                </a:solidFill>
              </a:rPr>
              <a:t>ተክል</a:t>
            </a:r>
            <a:r>
              <a:rPr lang="en-US" sz="6000" dirty="0">
                <a:solidFill>
                  <a:schemeClr val="bg1"/>
                </a:solidFill>
              </a:rPr>
              <a:t> </a:t>
            </a:r>
            <a:r>
              <a:rPr lang="en-US" sz="6000" dirty="0" err="1">
                <a:solidFill>
                  <a:schemeClr val="bg1"/>
                </a:solidFill>
              </a:rPr>
              <a:t>አብዛት</a:t>
            </a:r>
            <a:r>
              <a:rPr lang="en-US" sz="6000" dirty="0">
                <a:solidFill>
                  <a:schemeClr val="bg1"/>
                </a:solidFill>
              </a:rPr>
              <a:t> </a:t>
            </a:r>
            <a:r>
              <a:rPr lang="en-US" sz="6000" dirty="0" err="1">
                <a:solidFill>
                  <a:schemeClr val="bg1"/>
                </a:solidFill>
              </a:rPr>
              <a:t>በአንድ</a:t>
            </a:r>
            <a:r>
              <a:rPr lang="en-US" sz="6000" dirty="0">
                <a:solidFill>
                  <a:schemeClr val="bg1"/>
                </a:solidFill>
              </a:rPr>
              <a:t> </a:t>
            </a:r>
            <a:r>
              <a:rPr lang="en-US" sz="6000" dirty="0" err="1">
                <a:solidFill>
                  <a:schemeClr val="bg1"/>
                </a:solidFill>
              </a:rPr>
              <a:t>ልጅህ</a:t>
            </a:r>
            <a:r>
              <a:rPr lang="en-US" sz="6000" dirty="0">
                <a:solidFill>
                  <a:schemeClr val="bg1"/>
                </a:solidFill>
              </a:rPr>
              <a:t> </a:t>
            </a:r>
            <a:r>
              <a:rPr lang="en-US" sz="6000" dirty="0" err="1">
                <a:solidFill>
                  <a:schemeClr val="bg1"/>
                </a:solidFill>
              </a:rPr>
              <a:t>በጌታችን</a:t>
            </a:r>
            <a:r>
              <a:rPr lang="en-US" sz="6000" dirty="0">
                <a:solidFill>
                  <a:schemeClr val="bg1"/>
                </a:solidFill>
              </a:rPr>
              <a:t> </a:t>
            </a:r>
            <a:r>
              <a:rPr lang="en-US" sz="6000" dirty="0" err="1">
                <a:solidFill>
                  <a:schemeClr val="bg1"/>
                </a:solidFill>
              </a:rPr>
              <a:t>በኢየሱስ</a:t>
            </a:r>
            <a:r>
              <a:rPr lang="en-US" sz="6000" dirty="0">
                <a:solidFill>
                  <a:schemeClr val="bg1"/>
                </a:solidFill>
              </a:rPr>
              <a:t> </a:t>
            </a:r>
            <a:r>
              <a:rPr lang="en-US" sz="6000" dirty="0" err="1">
                <a:solidFill>
                  <a:schemeClr val="bg1"/>
                </a:solidFill>
              </a:rPr>
              <a:t>ክርስቶስ</a:t>
            </a:r>
            <a:r>
              <a:rPr lang="en-US" sz="6000" dirty="0">
                <a:solidFill>
                  <a:schemeClr val="bg1"/>
                </a:solidFill>
              </a:rPr>
              <a:t> </a:t>
            </a:r>
            <a:r>
              <a:rPr lang="en-US" sz="6000" dirty="0" err="1">
                <a:solidFill>
                  <a:schemeClr val="bg1"/>
                </a:solidFill>
              </a:rPr>
              <a:t>እንለምንሃለን</a:t>
            </a:r>
            <a:r>
              <a:rPr lang="en-US" sz="6000" dirty="0">
                <a:solidFill>
                  <a:schemeClr val="bg1"/>
                </a:solidFill>
              </a:rPr>
              <a:t>።</a:t>
            </a:r>
            <a:endParaRPr lang="am-ET" sz="6000" dirty="0">
              <a:solidFill>
                <a:schemeClr val="bg1"/>
              </a:solidFill>
            </a:endParaRPr>
          </a:p>
        </p:txBody>
      </p:sp>
    </p:spTree>
    <p:extLst>
      <p:ext uri="{BB962C8B-B14F-4D97-AF65-F5344CB8AC3E}">
        <p14:creationId xmlns:p14="http://schemas.microsoft.com/office/powerpoint/2010/main" val="2461770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buNone/>
            </a:pPr>
            <a:r>
              <a:rPr lang="en-US" sz="6600" dirty="0" err="1">
                <a:solidFill>
                  <a:srgbClr val="C00000"/>
                </a:solidFill>
              </a:rPr>
              <a:t>ይ.ሕ</a:t>
            </a:r>
            <a:r>
              <a:rPr lang="en-US" sz="6600" dirty="0">
                <a:solidFill>
                  <a:srgbClr val="C00000"/>
                </a:solidFill>
              </a:rPr>
              <a:t>. </a:t>
            </a:r>
            <a:r>
              <a:rPr lang="am-ET" sz="6600" dirty="0">
                <a:solidFill>
                  <a:schemeClr val="bg1"/>
                </a:solidFill>
              </a:rPr>
              <a:t>ቅዱስ ቅዱስ ቅዱስ ሁሉን የምትይዝ አብ አምላክ አንተ ነህ</a:t>
            </a:r>
            <a:r>
              <a:rPr lang="en-US" sz="6600" dirty="0">
                <a:solidFill>
                  <a:schemeClr val="bg1"/>
                </a:solidFill>
              </a:rPr>
              <a:t>፣</a:t>
            </a:r>
            <a:r>
              <a:rPr lang="am-ET" sz="6600" dirty="0">
                <a:solidFill>
                  <a:schemeClr val="bg1"/>
                </a:solidFill>
              </a:rPr>
              <a:t>ቅዱስ ቅዱስ ቅዱስ የሕያው አብ ቃል ወልድ ዋሕድ አንተ ነህ</a:t>
            </a:r>
            <a:r>
              <a:rPr lang="en-US" sz="6600" dirty="0">
                <a:solidFill>
                  <a:schemeClr val="bg1"/>
                </a:solidFill>
              </a:rPr>
              <a:t>፣</a:t>
            </a:r>
            <a:r>
              <a:rPr lang="am-ET" sz="6600" dirty="0">
                <a:solidFill>
                  <a:schemeClr val="bg1"/>
                </a:solidFill>
              </a:rPr>
              <a:t>ቅዱስ ቅዱስ ቅዱስ ሁሉን የምታውቅ መንፈስ ቅዱስ አንተ ነህ፡፡</a:t>
            </a:r>
          </a:p>
        </p:txBody>
      </p:sp>
    </p:spTree>
    <p:extLst>
      <p:ext uri="{BB962C8B-B14F-4D97-AF65-F5344CB8AC3E}">
        <p14:creationId xmlns:p14="http://schemas.microsoft.com/office/powerpoint/2010/main" val="2219881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8"/>
          </a:xfrm>
        </p:spPr>
        <p:txBody>
          <a:bodyPr>
            <a:noAutofit/>
          </a:bodyPr>
          <a:lstStyle/>
          <a:p>
            <a:pPr marL="0" indent="0">
              <a:buNone/>
            </a:pPr>
            <a:r>
              <a:rPr lang="am-ET" sz="6600" dirty="0">
                <a:solidFill>
                  <a:srgbClr val="C00000"/>
                </a:solidFill>
              </a:rPr>
              <a:t>ይ.ካ. </a:t>
            </a:r>
            <a:r>
              <a:rPr lang="am-ET" sz="6600" dirty="0">
                <a:solidFill>
                  <a:schemeClr val="bg1"/>
                </a:solidFill>
              </a:rPr>
              <a:t>ቅዱስ ሥሉስ ሆይ ማረን ቅዱስ ሥሉስ ሆይ ራራልን ቅዱስ ሥሉስ ሆይ ይቅር በለን፡፡ </a:t>
            </a:r>
          </a:p>
        </p:txBody>
      </p:sp>
    </p:spTree>
    <p:extLst>
      <p:ext uri="{BB962C8B-B14F-4D97-AF65-F5344CB8AC3E}">
        <p14:creationId xmlns:p14="http://schemas.microsoft.com/office/powerpoint/2010/main" val="1302525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en-US" sz="6600" dirty="0" err="1">
                <a:solidFill>
                  <a:srgbClr val="C00000"/>
                </a:solidFill>
              </a:rPr>
              <a:t>ይ.ካ</a:t>
            </a:r>
            <a:r>
              <a:rPr lang="en-US" sz="6600" dirty="0">
                <a:solidFill>
                  <a:srgbClr val="C00000"/>
                </a:solidFill>
              </a:rPr>
              <a:t>. </a:t>
            </a:r>
            <a:r>
              <a:rPr lang="am-ET" sz="6600" dirty="0">
                <a:solidFill>
                  <a:schemeClr val="bg1"/>
                </a:solidFill>
              </a:rPr>
              <a:t>ጸጋ የመላሽ ማርያም ሆይ ደስ ይበልሽ፡፡</a:t>
            </a:r>
          </a:p>
          <a:p>
            <a:pPr marL="0" indent="0">
              <a:buNone/>
            </a:pPr>
            <a:r>
              <a:rPr lang="am-ET" sz="6600" dirty="0">
                <a:solidFill>
                  <a:srgbClr val="C00000"/>
                </a:solidFill>
              </a:rPr>
              <a:t>ይ.ሕ. </a:t>
            </a:r>
            <a:r>
              <a:rPr lang="am-ET" sz="6600" dirty="0">
                <a:solidFill>
                  <a:schemeClr val="bg1"/>
                </a:solidFill>
              </a:rPr>
              <a:t>እግዚአብሔር ካንቺ ጋር ነው፡፡</a:t>
            </a:r>
          </a:p>
          <a:p>
            <a:pPr marL="0" indent="0">
              <a:buNone/>
            </a:pPr>
            <a:r>
              <a:rPr lang="am-ET" sz="6600" dirty="0">
                <a:solidFill>
                  <a:srgbClr val="C00000"/>
                </a:solidFill>
              </a:rPr>
              <a:t>ይ.ካ. </a:t>
            </a:r>
            <a:r>
              <a:rPr lang="am-ET" sz="6600" dirty="0">
                <a:solidFill>
                  <a:schemeClr val="bg1"/>
                </a:solidFill>
              </a:rPr>
              <a:t>ከሴቶች የተባረክሽ ነሽ፡፡</a:t>
            </a:r>
          </a:p>
          <a:p>
            <a:pPr marL="0" indent="0">
              <a:buNone/>
            </a:pPr>
            <a:r>
              <a:rPr lang="am-ET" sz="6600" dirty="0">
                <a:solidFill>
                  <a:srgbClr val="C00000"/>
                </a:solidFill>
              </a:rPr>
              <a:t>ይ.ሕ. </a:t>
            </a:r>
            <a:r>
              <a:rPr lang="am-ET" sz="6600" dirty="0">
                <a:solidFill>
                  <a:schemeClr val="bg1"/>
                </a:solidFill>
              </a:rPr>
              <a:t>የሆድሽም ፍሬ የተባረከ ነው፡፡</a:t>
            </a:r>
          </a:p>
          <a:p>
            <a:pPr marL="0" indent="0">
              <a:buNone/>
            </a:pPr>
            <a:r>
              <a:rPr lang="am-ET" sz="6600" dirty="0">
                <a:solidFill>
                  <a:srgbClr val="C00000"/>
                </a:solidFill>
              </a:rPr>
              <a:t>ይ.ካ. </a:t>
            </a:r>
            <a:r>
              <a:rPr lang="am-ET" sz="6600" dirty="0">
                <a:solidFill>
                  <a:schemeClr val="bg1"/>
                </a:solidFill>
              </a:rPr>
              <a:t>ለምኝልን ጸልይልን፡፡</a:t>
            </a:r>
          </a:p>
        </p:txBody>
      </p:sp>
    </p:spTree>
    <p:extLst>
      <p:ext uri="{BB962C8B-B14F-4D97-AF65-F5344CB8AC3E}">
        <p14:creationId xmlns:p14="http://schemas.microsoft.com/office/powerpoint/2010/main" val="2063160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ይ.ሕ. </a:t>
            </a:r>
            <a:r>
              <a:rPr lang="am-ET" sz="6600" dirty="0">
                <a:solidFill>
                  <a:schemeClr val="bg1"/>
                </a:solidFill>
              </a:rPr>
              <a:t>ወደተወደደው ልጅሽ፡፡</a:t>
            </a:r>
          </a:p>
          <a:p>
            <a:pPr marL="0" indent="0">
              <a:buNone/>
            </a:pPr>
            <a:r>
              <a:rPr lang="am-ET" sz="6600" dirty="0">
                <a:solidFill>
                  <a:srgbClr val="C00000"/>
                </a:solidFill>
              </a:rPr>
              <a:t>ይ.ካ. </a:t>
            </a:r>
            <a:r>
              <a:rPr lang="am-ET" sz="6600" dirty="0">
                <a:solidFill>
                  <a:schemeClr val="bg1"/>
                </a:solidFill>
              </a:rPr>
              <a:t>ወደ ኢየሱስ ክርስቶስ</a:t>
            </a:r>
          </a:p>
          <a:p>
            <a:pPr marL="0" indent="0">
              <a:buNone/>
            </a:pPr>
            <a:r>
              <a:rPr lang="am-ET" sz="6600" dirty="0">
                <a:solidFill>
                  <a:srgbClr val="C00000"/>
                </a:solidFill>
              </a:rPr>
              <a:t>ይ.ሕ. </a:t>
            </a:r>
            <a:r>
              <a:rPr lang="am-ET" sz="6600" dirty="0">
                <a:solidFill>
                  <a:schemeClr val="bg1"/>
                </a:solidFill>
              </a:rPr>
              <a:t>ኃጢአታችንን ይቅር እንዲልልን፡፡</a:t>
            </a:r>
          </a:p>
        </p:txBody>
      </p:sp>
    </p:spTree>
    <p:extLst>
      <p:ext uri="{BB962C8B-B14F-4D97-AF65-F5344CB8AC3E}">
        <p14:creationId xmlns:p14="http://schemas.microsoft.com/office/powerpoint/2010/main" val="2192445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ይ.ካ. </a:t>
            </a:r>
            <a:r>
              <a:rPr lang="am-ET" sz="6000" dirty="0">
                <a:solidFill>
                  <a:schemeClr val="bg1"/>
                </a:solidFill>
              </a:rPr>
              <a:t>ለቅዱስ ሥሉስ ለአብ ለወልድ ለመንፈስ ቅዱስ ክብርና ምስጋና ይሁን፡፡</a:t>
            </a:r>
          </a:p>
          <a:p>
            <a:pPr marL="0" indent="0">
              <a:buNone/>
            </a:pPr>
            <a:r>
              <a:rPr lang="am-ET" sz="6000" dirty="0">
                <a:solidFill>
                  <a:srgbClr val="C00000"/>
                </a:solidFill>
              </a:rPr>
              <a:t>ይ.ዲ. </a:t>
            </a:r>
            <a:r>
              <a:rPr lang="am-ET" sz="6000" dirty="0">
                <a:solidFill>
                  <a:schemeClr val="bg1"/>
                </a:solidFill>
              </a:rPr>
              <a:t>ለጸሎት ተነሡ፡፡</a:t>
            </a:r>
          </a:p>
          <a:p>
            <a:pPr marL="0" indent="0">
              <a:buNone/>
            </a:pPr>
            <a:r>
              <a:rPr lang="am-ET" sz="6000" dirty="0">
                <a:solidFill>
                  <a:srgbClr val="C00000"/>
                </a:solidFill>
              </a:rPr>
              <a:t>ይ.ሕ. </a:t>
            </a:r>
            <a:r>
              <a:rPr lang="am-ET" sz="6000" dirty="0">
                <a:solidFill>
                  <a:schemeClr val="bg1"/>
                </a:solidFill>
              </a:rPr>
              <a:t>ጌታ ሆይ ይቅር በለን፡፡</a:t>
            </a:r>
          </a:p>
          <a:p>
            <a:pPr marL="0" indent="0">
              <a:buNone/>
            </a:pPr>
            <a:r>
              <a:rPr lang="am-ET" sz="6000" dirty="0">
                <a:solidFill>
                  <a:srgbClr val="C00000"/>
                </a:solidFill>
              </a:rPr>
              <a:t>ይ.ካ. </a:t>
            </a:r>
            <a:r>
              <a:rPr lang="am-ET" sz="6000" dirty="0">
                <a:solidFill>
                  <a:schemeClr val="bg1"/>
                </a:solidFill>
              </a:rPr>
              <a:t>ሰላም ለሁላችሁ ይሁን፡፡</a:t>
            </a:r>
          </a:p>
          <a:p>
            <a:pPr marL="0" indent="0">
              <a:buNone/>
            </a:pPr>
            <a:r>
              <a:rPr lang="am-ET" sz="6000" dirty="0">
                <a:solidFill>
                  <a:srgbClr val="C00000"/>
                </a:solidFill>
              </a:rPr>
              <a:t>ይ.ሕ. </a:t>
            </a:r>
            <a:r>
              <a:rPr lang="am-ET" sz="6000" dirty="0">
                <a:solidFill>
                  <a:schemeClr val="bg1"/>
                </a:solidFill>
              </a:rPr>
              <a:t>ከመንፈስም ጋር፡፡</a:t>
            </a:r>
          </a:p>
        </p:txBody>
      </p:sp>
    </p:spTree>
    <p:extLst>
      <p:ext uri="{BB962C8B-B14F-4D97-AF65-F5344CB8AC3E}">
        <p14:creationId xmlns:p14="http://schemas.microsoft.com/office/powerpoint/2010/main" val="3886663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200" dirty="0">
                <a:solidFill>
                  <a:srgbClr val="C00000"/>
                </a:solidFill>
              </a:rPr>
              <a:t>ይ.ካ. </a:t>
            </a:r>
            <a:r>
              <a:rPr lang="am-ET" sz="5200" dirty="0">
                <a:solidFill>
                  <a:schemeClr val="bg1"/>
                </a:solidFill>
              </a:rPr>
              <a:t>ጌታ</a:t>
            </a:r>
            <a:r>
              <a:rPr lang="en-US" sz="5200" dirty="0" err="1">
                <a:solidFill>
                  <a:schemeClr val="bg1"/>
                </a:solidFill>
              </a:rPr>
              <a:t>ችንና</a:t>
            </a:r>
            <a:r>
              <a:rPr lang="en-US" sz="5200" dirty="0">
                <a:solidFill>
                  <a:schemeClr val="bg1"/>
                </a:solidFill>
              </a:rPr>
              <a:t> </a:t>
            </a:r>
            <a:r>
              <a:rPr lang="am-ET" sz="5200" dirty="0">
                <a:solidFill>
                  <a:schemeClr val="bg1"/>
                </a:solidFill>
              </a:rPr>
              <a:t>አምላካችን ኢየሱስ ክርስቶስ ሆይ ለቅዱሳን ደቀመዛሙርትህና ለንጹሐን ሐዋርያትህ ብዙዎች ነብያትና ጻድቃን እናንተ የምታዩትን ማየት ወደዱ ግን አላዩም እናንተ የምትሰሙትን መስማት ወደዱ ግን አልሰሙም የናንተስ ያዩ ዓይኖቻችሁና የሰሙ ጆሮዎቻችሁ የታደሉ ናቸው አልካቸው፤ እኛም እንደነሱ በቅዱሳን አማላጅነት የቅዱስ ወንጌልህን ቃል እንድንሰማና እንድንፈጽም የተገባን አድርገን፡፡</a:t>
            </a:r>
          </a:p>
        </p:txBody>
      </p:sp>
    </p:spTree>
    <p:extLst>
      <p:ext uri="{BB962C8B-B14F-4D97-AF65-F5344CB8AC3E}">
        <p14:creationId xmlns:p14="http://schemas.microsoft.com/office/powerpoint/2010/main" val="37701903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rgbClr val="C00000"/>
                </a:solidFill>
              </a:rPr>
              <a:t>ይ.ዲ. </a:t>
            </a:r>
            <a:r>
              <a:rPr lang="am-ET" sz="7200" dirty="0">
                <a:solidFill>
                  <a:schemeClr val="bg1"/>
                </a:solidFill>
              </a:rPr>
              <a:t>ስለ ቅዱስ ወንጌል ጸልዩ፡፡</a:t>
            </a:r>
          </a:p>
          <a:p>
            <a:pPr marL="0" indent="0">
              <a:buNone/>
            </a:pPr>
            <a:r>
              <a:rPr lang="am-ET" sz="7200" dirty="0">
                <a:solidFill>
                  <a:srgbClr val="C00000"/>
                </a:solidFill>
              </a:rPr>
              <a:t>ይ.ሕ. </a:t>
            </a:r>
            <a:r>
              <a:rPr lang="am-ET" sz="7200" dirty="0">
                <a:solidFill>
                  <a:schemeClr val="bg1"/>
                </a:solidFill>
              </a:rPr>
              <a:t>ቅዱስ ወንጌልን ለመስማት የተገባን አድርግን፡፡</a:t>
            </a:r>
          </a:p>
        </p:txBody>
      </p:sp>
    </p:spTree>
    <p:extLst>
      <p:ext uri="{BB962C8B-B14F-4D97-AF65-F5344CB8AC3E}">
        <p14:creationId xmlns:p14="http://schemas.microsoft.com/office/powerpoint/2010/main" val="4062163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BAEE3-8A56-4D20-B858-F83CB01BE189}"/>
              </a:ext>
            </a:extLst>
          </p:cNvPr>
          <p:cNvSpPr>
            <a:spLocks noGrp="1"/>
          </p:cNvSpPr>
          <p:nvPr>
            <p:ph type="title"/>
          </p:nvPr>
        </p:nvSpPr>
        <p:spPr>
          <a:xfrm>
            <a:off x="-1" y="117675"/>
            <a:ext cx="12094573" cy="1176731"/>
          </a:xfrm>
        </p:spPr>
        <p:txBody>
          <a:bodyPr>
            <a:normAutofit fontScale="90000"/>
          </a:bodyPr>
          <a:lstStyle/>
          <a:p>
            <a:r>
              <a:rPr lang="en-US" sz="5400" b="1" dirty="0">
                <a:solidFill>
                  <a:srgbClr val="C00000"/>
                </a:solidFill>
              </a:rPr>
              <a:t>  </a:t>
            </a: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ዘደብረዘይት</a:t>
            </a:r>
            <a:r>
              <a:rPr lang="en-US" sz="6700" b="1" dirty="0">
                <a:solidFill>
                  <a:schemeClr val="tx1">
                    <a:lumMod val="75000"/>
                    <a:lumOff val="25000"/>
                  </a:schemeClr>
                </a:solidFill>
              </a:rPr>
              <a:t> </a:t>
            </a:r>
            <a:r>
              <a:rPr lang="en-US" sz="6700" b="1" dirty="0" err="1">
                <a:solidFill>
                  <a:schemeClr val="accent6">
                    <a:lumMod val="50000"/>
                  </a:schemeClr>
                </a:solidFill>
              </a:rPr>
              <a:t>ጾመ</a:t>
            </a:r>
            <a:r>
              <a:rPr lang="en-US" sz="6700" b="1" dirty="0">
                <a:solidFill>
                  <a:schemeClr val="accent6">
                    <a:lumMod val="50000"/>
                  </a:schemeClr>
                </a:solidFill>
              </a:rPr>
              <a:t> </a:t>
            </a:r>
            <a:r>
              <a:rPr lang="en-US" sz="6700" b="1" dirty="0" err="1">
                <a:solidFill>
                  <a:schemeClr val="accent6">
                    <a:lumMod val="50000"/>
                  </a:schemeClr>
                </a:solidFill>
              </a:rPr>
              <a:t>አርብዓ</a:t>
            </a:r>
            <a:r>
              <a:rPr lang="en-US" sz="6700" b="1" dirty="0">
                <a:solidFill>
                  <a:schemeClr val="accent6">
                    <a:lumMod val="50000"/>
                  </a:schemeClr>
                </a:solidFill>
              </a:rPr>
              <a:t> </a:t>
            </a:r>
            <a:r>
              <a:rPr lang="en-US" sz="6700" b="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 49</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፥2</a:t>
            </a:r>
            <a:endParaRPr lang="en-US" sz="6700" b="1" dirty="0"/>
          </a:p>
        </p:txBody>
      </p:sp>
      <p:sp>
        <p:nvSpPr>
          <p:cNvPr id="3" name="Content Placeholder 2">
            <a:extLst>
              <a:ext uri="{FF2B5EF4-FFF2-40B4-BE49-F238E27FC236}">
                <a16:creationId xmlns:a16="http://schemas.microsoft.com/office/drawing/2014/main" id="{600C610D-0D24-4C24-B96F-4AE049C41D66}"/>
              </a:ext>
            </a:extLst>
          </p:cNvPr>
          <p:cNvSpPr>
            <a:spLocks noGrp="1"/>
          </p:cNvSpPr>
          <p:nvPr>
            <p:ph idx="1"/>
          </p:nvPr>
        </p:nvSpPr>
        <p:spPr>
          <a:xfrm>
            <a:off x="0" y="1088481"/>
            <a:ext cx="12094572" cy="5743923"/>
          </a:xfrm>
        </p:spPr>
        <p:txBody>
          <a:bodyPr>
            <a:normAutofit fontScale="92500" lnSpcReduction="20000"/>
          </a:bodyPr>
          <a:lstStyle/>
          <a:p>
            <a:pPr marL="0" indent="0">
              <a:buNone/>
            </a:pPr>
            <a:r>
              <a:rPr lang="am-ET" sz="9600" dirty="0">
                <a:solidFill>
                  <a:schemeClr val="bg1"/>
                </a:solidFill>
              </a:rPr>
              <a:t>እግዚኣብሔር</a:t>
            </a:r>
            <a:r>
              <a:rPr lang="en-US" sz="9600" dirty="0">
                <a:solidFill>
                  <a:schemeClr val="bg1"/>
                </a:solidFill>
              </a:rPr>
              <a:t>ሰ</a:t>
            </a:r>
            <a:r>
              <a:rPr lang="am-ET" sz="9600" dirty="0">
                <a:solidFill>
                  <a:schemeClr val="bg1"/>
                </a:solidFill>
              </a:rPr>
              <a:t> </a:t>
            </a:r>
            <a:r>
              <a:rPr lang="en-US" sz="9600" dirty="0" err="1">
                <a:solidFill>
                  <a:schemeClr val="bg1"/>
                </a:solidFill>
              </a:rPr>
              <a:t>ገሃደ</a:t>
            </a:r>
            <a:r>
              <a:rPr lang="en-US" sz="9600" dirty="0">
                <a:solidFill>
                  <a:schemeClr val="bg1"/>
                </a:solidFill>
              </a:rPr>
              <a:t> </a:t>
            </a:r>
            <a:r>
              <a:rPr lang="en-US" sz="9600" dirty="0" err="1">
                <a:solidFill>
                  <a:schemeClr val="bg1"/>
                </a:solidFill>
              </a:rPr>
              <a:t>ይመጽእ</a:t>
            </a:r>
            <a:r>
              <a:rPr lang="en-US" sz="9600" dirty="0">
                <a:solidFill>
                  <a:schemeClr val="bg1"/>
                </a:solidFill>
              </a:rPr>
              <a:t>፤</a:t>
            </a:r>
          </a:p>
          <a:p>
            <a:pPr marL="0" indent="0">
              <a:buNone/>
            </a:pPr>
            <a:r>
              <a:rPr lang="en-US" sz="9600" dirty="0" err="1">
                <a:solidFill>
                  <a:schemeClr val="bg1"/>
                </a:solidFill>
              </a:rPr>
              <a:t>ወአምላክነሂ</a:t>
            </a:r>
            <a:r>
              <a:rPr lang="en-US" sz="9600" dirty="0">
                <a:solidFill>
                  <a:schemeClr val="bg1"/>
                </a:solidFill>
              </a:rPr>
              <a:t> </a:t>
            </a:r>
            <a:r>
              <a:rPr lang="en-US" sz="9600" dirty="0" err="1">
                <a:solidFill>
                  <a:schemeClr val="bg1"/>
                </a:solidFill>
              </a:rPr>
              <a:t>ኢያረምም</a:t>
            </a:r>
            <a:r>
              <a:rPr lang="en-US" sz="9600" dirty="0">
                <a:solidFill>
                  <a:schemeClr val="bg1"/>
                </a:solidFill>
              </a:rPr>
              <a:t>፤</a:t>
            </a:r>
          </a:p>
          <a:p>
            <a:pPr marL="0" indent="0">
              <a:buNone/>
            </a:pPr>
            <a:r>
              <a:rPr lang="en-US" sz="9600" dirty="0" err="1">
                <a:solidFill>
                  <a:schemeClr val="bg1"/>
                </a:solidFill>
              </a:rPr>
              <a:t>እሳት</a:t>
            </a:r>
            <a:r>
              <a:rPr lang="en-US" sz="9600" dirty="0">
                <a:solidFill>
                  <a:schemeClr val="bg1"/>
                </a:solidFill>
              </a:rPr>
              <a:t> </a:t>
            </a:r>
            <a:r>
              <a:rPr lang="en-US" sz="9600" dirty="0" err="1">
                <a:solidFill>
                  <a:schemeClr val="bg1"/>
                </a:solidFill>
              </a:rPr>
              <a:t>ይነድድ</a:t>
            </a:r>
            <a:r>
              <a:rPr lang="en-US" sz="9600" dirty="0">
                <a:solidFill>
                  <a:schemeClr val="bg1"/>
                </a:solidFill>
              </a:rPr>
              <a:t> </a:t>
            </a:r>
            <a:r>
              <a:rPr lang="en-US" sz="9600" dirty="0" err="1">
                <a:solidFill>
                  <a:schemeClr val="bg1"/>
                </a:solidFill>
              </a:rPr>
              <a:t>ቅድሜሁ</a:t>
            </a:r>
            <a:r>
              <a:rPr lang="en-US" sz="9600" dirty="0">
                <a:solidFill>
                  <a:schemeClr val="bg1"/>
                </a:solidFill>
              </a:rPr>
              <a:t>።</a:t>
            </a:r>
          </a:p>
          <a:p>
            <a:pPr marL="0" indent="0">
              <a:buNone/>
            </a:pPr>
            <a:r>
              <a:rPr lang="en-US" sz="5100" dirty="0" err="1">
                <a:solidFill>
                  <a:schemeClr val="bg1"/>
                </a:solidFill>
              </a:rPr>
              <a:t>አምላካችን</a:t>
            </a:r>
            <a:r>
              <a:rPr lang="en-US" sz="5100" dirty="0">
                <a:solidFill>
                  <a:schemeClr val="bg1"/>
                </a:solidFill>
              </a:rPr>
              <a:t> </a:t>
            </a:r>
            <a:r>
              <a:rPr lang="en-US" sz="5100" dirty="0" err="1">
                <a:solidFill>
                  <a:schemeClr val="bg1"/>
                </a:solidFill>
              </a:rPr>
              <a:t>ይመጣል</a:t>
            </a:r>
            <a:r>
              <a:rPr lang="en-US" sz="5100" dirty="0">
                <a:solidFill>
                  <a:schemeClr val="bg1"/>
                </a:solidFill>
              </a:rPr>
              <a:t> </a:t>
            </a:r>
            <a:r>
              <a:rPr lang="en-US" sz="5100" dirty="0" err="1">
                <a:solidFill>
                  <a:schemeClr val="bg1"/>
                </a:solidFill>
              </a:rPr>
              <a:t>ዝም</a:t>
            </a:r>
            <a:r>
              <a:rPr lang="en-US" sz="5100" dirty="0">
                <a:solidFill>
                  <a:schemeClr val="bg1"/>
                </a:solidFill>
              </a:rPr>
              <a:t> </a:t>
            </a:r>
            <a:r>
              <a:rPr lang="en-US" sz="5100" dirty="0" err="1">
                <a:solidFill>
                  <a:schemeClr val="bg1"/>
                </a:solidFill>
              </a:rPr>
              <a:t>አይልም</a:t>
            </a:r>
            <a:r>
              <a:rPr lang="en-US" sz="5100" dirty="0">
                <a:solidFill>
                  <a:schemeClr val="bg1"/>
                </a:solidFill>
              </a:rPr>
              <a:t> </a:t>
            </a:r>
          </a:p>
          <a:p>
            <a:pPr marL="0" indent="0">
              <a:buNone/>
            </a:pPr>
            <a:r>
              <a:rPr lang="en-US" sz="5100" dirty="0" err="1">
                <a:solidFill>
                  <a:schemeClr val="bg1"/>
                </a:solidFill>
              </a:rPr>
              <a:t>የሚያቃጥል</a:t>
            </a:r>
            <a:r>
              <a:rPr lang="en-US" sz="5100" dirty="0">
                <a:solidFill>
                  <a:schemeClr val="bg1"/>
                </a:solidFill>
              </a:rPr>
              <a:t> </a:t>
            </a:r>
            <a:r>
              <a:rPr lang="en-US" sz="5100" dirty="0" err="1">
                <a:solidFill>
                  <a:schemeClr val="bg1"/>
                </a:solidFill>
              </a:rPr>
              <a:t>በፊቱ</a:t>
            </a:r>
            <a:r>
              <a:rPr lang="en-US" sz="5100" dirty="0">
                <a:solidFill>
                  <a:schemeClr val="bg1"/>
                </a:solidFill>
              </a:rPr>
              <a:t> </a:t>
            </a:r>
            <a:r>
              <a:rPr lang="en-US" sz="5100" dirty="0" err="1">
                <a:solidFill>
                  <a:schemeClr val="bg1"/>
                </a:solidFill>
              </a:rPr>
              <a:t>ነው</a:t>
            </a:r>
            <a:r>
              <a:rPr lang="en-US" sz="5100" dirty="0">
                <a:solidFill>
                  <a:schemeClr val="bg1"/>
                </a:solidFill>
              </a:rPr>
              <a:t>።</a:t>
            </a:r>
            <a:endParaRPr lang="am-ET" sz="5100"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710606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717991" y="1934007"/>
            <a:ext cx="12344400" cy="5630559"/>
          </a:xfrm>
        </p:spPr>
        <p:txBody>
          <a:bodyPr>
            <a:noAutofit/>
          </a:bodyPr>
          <a:lstStyle/>
          <a:p>
            <a:pPr marL="0" indent="0">
              <a:buNone/>
            </a:pPr>
            <a:r>
              <a:rPr lang="am-ET" sz="8910" dirty="0">
                <a:solidFill>
                  <a:schemeClr val="accent1"/>
                </a:solidFill>
              </a:rPr>
              <a:t>እስመ ቅንዐተ ቤትከ በልዐኒ</a:t>
            </a:r>
            <a:endParaRPr lang="am-ET" sz="8910" dirty="0"/>
          </a:p>
          <a:p>
            <a:pPr marL="0" indent="0">
              <a:buNone/>
            </a:pPr>
            <a:endParaRPr lang="en-US" sz="6683" dirty="0"/>
          </a:p>
        </p:txBody>
      </p:sp>
      <p:sp>
        <p:nvSpPr>
          <p:cNvPr id="4" name="TextBox 3">
            <a:extLst>
              <a:ext uri="{FF2B5EF4-FFF2-40B4-BE49-F238E27FC236}">
                <a16:creationId xmlns:a16="http://schemas.microsoft.com/office/drawing/2014/main" id="{BE49297E-01D5-AD16-A44E-038B60A936A8}"/>
              </a:ext>
            </a:extLst>
          </p:cNvPr>
          <p:cNvSpPr txBox="1"/>
          <p:nvPr/>
        </p:nvSpPr>
        <p:spPr>
          <a:xfrm>
            <a:off x="2414378" y="-256305"/>
            <a:ext cx="6434093" cy="1607979"/>
          </a:xfrm>
          <a:prstGeom prst="rect">
            <a:avLst/>
          </a:prstGeom>
          <a:noFill/>
        </p:spPr>
        <p:txBody>
          <a:bodyPr wrap="square">
            <a:spAutoFit/>
          </a:bodyPr>
          <a:lstStyle/>
          <a:p>
            <a:pPr algn="ctr"/>
            <a:r>
              <a:rPr lang="en-US" sz="9720" b="1" dirty="0">
                <a:solidFill>
                  <a:srgbClr val="C00000"/>
                </a:solidFill>
              </a:rPr>
              <a:t>ም</a:t>
            </a:r>
            <a:r>
              <a:rPr lang="am-ET" sz="9720" b="1" dirty="0">
                <a:solidFill>
                  <a:srgbClr val="C00000"/>
                </a:solidFill>
              </a:rPr>
              <a:t>ስ</a:t>
            </a:r>
            <a:r>
              <a:rPr lang="en-US" sz="9720" b="1" dirty="0" err="1">
                <a:solidFill>
                  <a:srgbClr val="C00000"/>
                </a:solidFill>
              </a:rPr>
              <a:t>ባክ</a:t>
            </a:r>
            <a:r>
              <a:rPr lang="en-US" sz="9720" b="1" dirty="0">
                <a:solidFill>
                  <a:srgbClr val="C00000"/>
                </a:solidFill>
              </a:rPr>
              <a:t> </a:t>
            </a:r>
            <a:endParaRPr lang="en-US" sz="9720" dirty="0"/>
          </a:p>
        </p:txBody>
      </p:sp>
    </p:spTree>
    <p:extLst>
      <p:ext uri="{BB962C8B-B14F-4D97-AF65-F5344CB8AC3E}">
        <p14:creationId xmlns:p14="http://schemas.microsoft.com/office/powerpoint/2010/main" val="9155407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ይ.ዲ. </a:t>
            </a:r>
            <a:r>
              <a:rPr lang="am-ET" sz="5400" dirty="0">
                <a:solidFill>
                  <a:schemeClr val="bg1"/>
                </a:solidFill>
              </a:rPr>
              <a:t>ሃሌሉያ፡፡ የጌታችን የአምላካችን የመድኃኒታችን የኢየሱስ ክርስቶስን ዜና ቅዱስ ወንጌልን ቆማችሁ አዳምጡ፡፡</a:t>
            </a:r>
          </a:p>
          <a:p>
            <a:pPr marL="0" indent="0">
              <a:buNone/>
            </a:pPr>
            <a:r>
              <a:rPr lang="am-ET" sz="5400" dirty="0">
                <a:solidFill>
                  <a:srgbClr val="C00000"/>
                </a:solidFill>
              </a:rPr>
              <a:t>ይ.ካ. </a:t>
            </a:r>
            <a:r>
              <a:rPr lang="am-ET" sz="5400" dirty="0">
                <a:solidFill>
                  <a:schemeClr val="bg1"/>
                </a:solidFill>
              </a:rPr>
              <a:t>እግዚአብሔር ከሁላችሁ ጋር ይሁን፡፡</a:t>
            </a:r>
          </a:p>
          <a:p>
            <a:pPr marL="0" indent="0">
              <a:buNone/>
            </a:pPr>
            <a:r>
              <a:rPr lang="am-ET" sz="5400" dirty="0">
                <a:solidFill>
                  <a:srgbClr val="C00000"/>
                </a:solidFill>
              </a:rPr>
              <a:t>ይ.ሕ. </a:t>
            </a:r>
            <a:r>
              <a:rPr lang="am-ET" sz="5400" dirty="0">
                <a:solidFill>
                  <a:schemeClr val="bg1"/>
                </a:solidFill>
              </a:rPr>
              <a:t>ከመንፈስህም ጋር፡፡</a:t>
            </a:r>
          </a:p>
          <a:p>
            <a:pPr marL="0" indent="0">
              <a:buNone/>
            </a:pPr>
            <a:r>
              <a:rPr lang="am-ET" sz="5400" dirty="0">
                <a:solidFill>
                  <a:srgbClr val="C00000"/>
                </a:solidFill>
              </a:rPr>
              <a:t>ይ.ካ. </a:t>
            </a:r>
            <a:r>
              <a:rPr lang="en-US" sz="5400" dirty="0">
                <a:solidFill>
                  <a:schemeClr val="bg1"/>
                </a:solidFill>
              </a:rPr>
              <a:t>… </a:t>
            </a:r>
            <a:r>
              <a:rPr lang="am-ET" sz="5400" dirty="0">
                <a:solidFill>
                  <a:schemeClr val="bg1"/>
                </a:solidFill>
              </a:rPr>
              <a:t>ያበሠረው ቅዱስ ወንጌል የእግዚአብሔር ቃል ነው፡፡</a:t>
            </a:r>
          </a:p>
        </p:txBody>
      </p:sp>
    </p:spTree>
    <p:extLst>
      <p:ext uri="{BB962C8B-B14F-4D97-AF65-F5344CB8AC3E}">
        <p14:creationId xmlns:p14="http://schemas.microsoft.com/office/powerpoint/2010/main" val="1927347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ይ.ሕ. </a:t>
            </a:r>
            <a:r>
              <a:rPr lang="am-ET" sz="6600" dirty="0">
                <a:solidFill>
                  <a:schemeClr val="bg1"/>
                </a:solidFill>
              </a:rPr>
              <a:t>አምላኬ ጌታዬ ኢየሱስ ክርስቶስ ሆይ ሁልጊዜ ምስጋና ላንተ ይሁን፡፡ </a:t>
            </a:r>
          </a:p>
          <a:p>
            <a:pPr marL="0" indent="0">
              <a:buNone/>
            </a:pPr>
            <a:r>
              <a:rPr lang="am-ET" sz="6600" dirty="0">
                <a:solidFill>
                  <a:schemeClr val="bg1"/>
                </a:solidFill>
              </a:rPr>
              <a:t>በወንጌል መራኸን በነቢያትም አጽናናኸን አንተ ራስህ አቀረብኸን ምስጋና ላንተ ይሁን፡፡</a:t>
            </a:r>
          </a:p>
        </p:txBody>
      </p:sp>
    </p:spTree>
    <p:extLst>
      <p:ext uri="{BB962C8B-B14F-4D97-AF65-F5344CB8AC3E}">
        <p14:creationId xmlns:p14="http://schemas.microsoft.com/office/powerpoint/2010/main" val="1928046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 y="88117"/>
            <a:ext cx="12233933" cy="6524209"/>
          </a:xfrm>
        </p:spPr>
        <p:txBody>
          <a:bodyPr>
            <a:noAutofit/>
          </a:bodyPr>
          <a:lstStyle/>
          <a:p>
            <a:pPr>
              <a:lnSpc>
                <a:spcPct val="100000"/>
              </a:lnSpc>
            </a:pPr>
            <a:r>
              <a:rPr lang="en-US" sz="13973" dirty="0" err="1">
                <a:solidFill>
                  <a:schemeClr val="bg1"/>
                </a:solidFill>
                <a:latin typeface="Nyala" panose="02000504070300020003" pitchFamily="2" charset="0"/>
              </a:rPr>
              <a:t>ወንጌል</a:t>
            </a:r>
            <a:endParaRPr lang="en-US" sz="12454" b="1" dirty="0">
              <a:solidFill>
                <a:schemeClr val="bg1"/>
              </a:solidFill>
              <a:latin typeface="Nyala" panose="02000504070300020003" pitchFamily="2" charset="0"/>
              <a:cs typeface="Times New Roman" panose="02020603050405020304" pitchFamily="18" charset="0"/>
            </a:endParaRPr>
          </a:p>
          <a:p>
            <a:pPr>
              <a:lnSpc>
                <a:spcPct val="100000"/>
              </a:lnSpc>
            </a:pPr>
            <a:r>
              <a:rPr lang="am-ET" sz="14985" b="1" dirty="0">
                <a:latin typeface="Nyala" panose="02000504070300020003" pitchFamily="2" charset="0"/>
                <a:ea typeface="Yu Gothic UI Semibold" panose="020B0700000000000000" pitchFamily="34" charset="-128"/>
                <a:cs typeface="Times New Roman" panose="02020603050405020304" pitchFamily="18" charset="0"/>
              </a:rPr>
              <a:t> </a:t>
            </a:r>
            <a:r>
              <a:rPr lang="am-ET" sz="14985" b="1" dirty="0">
                <a:solidFill>
                  <a:schemeClr val="bg1"/>
                </a:solidFill>
                <a:latin typeface="Nyala" panose="02000504070300020003" pitchFamily="2" charset="0"/>
                <a:ea typeface="Yu Gothic UI Semibold" panose="020B0700000000000000" pitchFamily="34" charset="-128"/>
                <a:cs typeface="Times New Roman" panose="02020603050405020304" pitchFamily="18" charset="0"/>
              </a:rPr>
              <a:t>ዩሐ </a:t>
            </a:r>
            <a:r>
              <a:rPr lang="en-US" sz="14985" b="1" dirty="0">
                <a:solidFill>
                  <a:schemeClr val="bg1"/>
                </a:solidFill>
                <a:latin typeface="Nyala" panose="02000504070300020003" pitchFamily="2" charset="0"/>
                <a:ea typeface="Yu Gothic UI Semibold" panose="020B0700000000000000" pitchFamily="34" charset="-128"/>
                <a:cs typeface="Times New Roman" panose="02020603050405020304" pitchFamily="18" charset="0"/>
              </a:rPr>
              <a:t>2-12-</a:t>
            </a:r>
            <a:r>
              <a:rPr lang="am-ET" sz="14985" b="1" dirty="0">
                <a:solidFill>
                  <a:schemeClr val="bg1"/>
                </a:solidFill>
                <a:latin typeface="Nyala" panose="02000504070300020003" pitchFamily="2" charset="0"/>
                <a:ea typeface="Yu Gothic UI Semibold" panose="020B0700000000000000" pitchFamily="34" charset="-128"/>
                <a:cs typeface="Times New Roman" panose="02020603050405020304" pitchFamily="18" charset="0"/>
              </a:rPr>
              <a:t>25</a:t>
            </a:r>
            <a:endParaRPr lang="en-US" sz="14985" b="1" dirty="0">
              <a:solidFill>
                <a:schemeClr val="bg1"/>
              </a:solidFill>
              <a:latin typeface="Yu Gothic UI Semibold" panose="020B0700000000000000" pitchFamily="34" charset="-128"/>
              <a:ea typeface="Yu Gothic UI Semibold" panose="020B0700000000000000" pitchFamily="34" charset="-128"/>
              <a:cs typeface="Times New Roman" panose="02020603050405020304" pitchFamily="18" charset="0"/>
            </a:endParaRPr>
          </a:p>
        </p:txBody>
      </p:sp>
    </p:spTree>
    <p:extLst>
      <p:ext uri="{BB962C8B-B14F-4D97-AF65-F5344CB8AC3E}">
        <p14:creationId xmlns:p14="http://schemas.microsoft.com/office/powerpoint/2010/main" val="37889494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A2350-2269-897D-C7DF-D4C00BC54E6A}"/>
              </a:ext>
            </a:extLst>
          </p:cNvPr>
          <p:cNvSpPr>
            <a:spLocks noGrp="1"/>
          </p:cNvSpPr>
          <p:nvPr>
            <p:ph type="title"/>
          </p:nvPr>
        </p:nvSpPr>
        <p:spPr>
          <a:xfrm>
            <a:off x="848677" y="372863"/>
            <a:ext cx="11167202" cy="4090224"/>
          </a:xfrm>
        </p:spPr>
        <p:txBody>
          <a:bodyPr/>
          <a:lstStyle/>
          <a:p>
            <a:r>
              <a:rPr lang="am-ET" sz="9720" dirty="0"/>
              <a:t>    </a:t>
            </a:r>
            <a:br>
              <a:rPr lang="am-ET" sz="9720" dirty="0"/>
            </a:br>
            <a:r>
              <a:rPr lang="am-ET" sz="9720" dirty="0"/>
              <a:t>     </a:t>
            </a:r>
            <a:r>
              <a:rPr lang="en-US" sz="9720" b="1" dirty="0" err="1">
                <a:solidFill>
                  <a:schemeClr val="tx2">
                    <a:lumMod val="50000"/>
                    <a:lumOff val="50000"/>
                  </a:schemeClr>
                </a:solidFill>
              </a:rPr>
              <a:t>ለኔስ</a:t>
            </a:r>
            <a:r>
              <a:rPr lang="en-US" sz="9720" b="1" dirty="0">
                <a:solidFill>
                  <a:schemeClr val="tx2">
                    <a:lumMod val="50000"/>
                    <a:lumOff val="50000"/>
                  </a:schemeClr>
                </a:solidFill>
              </a:rPr>
              <a:t> </a:t>
            </a:r>
            <a:r>
              <a:rPr lang="en-US" sz="9720" b="1" dirty="0" err="1">
                <a:solidFill>
                  <a:schemeClr val="tx2">
                    <a:lumMod val="50000"/>
                    <a:lumOff val="50000"/>
                  </a:schemeClr>
                </a:solidFill>
              </a:rPr>
              <a:t>ምንም</a:t>
            </a:r>
            <a:r>
              <a:rPr lang="en-US" sz="9720" b="1" dirty="0">
                <a:solidFill>
                  <a:schemeClr val="tx2">
                    <a:lumMod val="50000"/>
                    <a:lumOff val="50000"/>
                  </a:schemeClr>
                </a:solidFill>
              </a:rPr>
              <a:t> </a:t>
            </a:r>
            <a:r>
              <a:rPr lang="en-US" sz="9720" b="1" dirty="0" err="1">
                <a:solidFill>
                  <a:schemeClr val="tx2">
                    <a:lumMod val="50000"/>
                    <a:lumOff val="50000"/>
                  </a:schemeClr>
                </a:solidFill>
              </a:rPr>
              <a:t>ቢሆን</a:t>
            </a:r>
            <a:br>
              <a:rPr lang="en-US" dirty="0"/>
            </a:br>
            <a:endParaRPr lang="en-US" dirty="0"/>
          </a:p>
        </p:txBody>
      </p:sp>
    </p:spTree>
    <p:extLst>
      <p:ext uri="{BB962C8B-B14F-4D97-AF65-F5344CB8AC3E}">
        <p14:creationId xmlns:p14="http://schemas.microsoft.com/office/powerpoint/2010/main" val="34414839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00D035-90CB-D61C-57FA-C8BF39B78D47}"/>
              </a:ext>
            </a:extLst>
          </p:cNvPr>
          <p:cNvSpPr txBox="1"/>
          <p:nvPr/>
        </p:nvSpPr>
        <p:spPr>
          <a:xfrm>
            <a:off x="3086099" y="483449"/>
            <a:ext cx="10522606" cy="6057253"/>
          </a:xfrm>
          <a:prstGeom prst="rect">
            <a:avLst/>
          </a:prstGeom>
          <a:noFill/>
        </p:spPr>
        <p:txBody>
          <a:bodyPr wrap="square">
            <a:spAutoFit/>
          </a:bodyPr>
          <a:lstStyle/>
          <a:p>
            <a:r>
              <a:rPr lang="en-US" sz="5468" b="1" dirty="0" err="1"/>
              <a:t>ዛሬ</a:t>
            </a:r>
            <a:r>
              <a:rPr lang="en-US" sz="5468" b="1" dirty="0"/>
              <a:t> </a:t>
            </a:r>
            <a:r>
              <a:rPr lang="en-US" sz="5468" b="1" dirty="0" err="1"/>
              <a:t>የከበደኝ</a:t>
            </a:r>
            <a:r>
              <a:rPr lang="en-US" sz="5468" b="1" dirty="0"/>
              <a:t> </a:t>
            </a:r>
            <a:r>
              <a:rPr lang="en-US" sz="5468" b="1" dirty="0" err="1"/>
              <a:t>በዙሪያዬ</a:t>
            </a:r>
            <a:endParaRPr lang="en-US" sz="5468" b="1" dirty="0"/>
          </a:p>
          <a:p>
            <a:r>
              <a:rPr lang="en-US" sz="5468" b="1" dirty="0" err="1"/>
              <a:t>እረፍት</a:t>
            </a:r>
            <a:r>
              <a:rPr lang="en-US" sz="5468" b="1" dirty="0"/>
              <a:t> </a:t>
            </a:r>
            <a:r>
              <a:rPr lang="en-US" sz="5468" b="1" dirty="0" err="1"/>
              <a:t>አልስጥ</a:t>
            </a:r>
            <a:r>
              <a:rPr lang="en-US" sz="5468" b="1" dirty="0"/>
              <a:t> </a:t>
            </a:r>
            <a:r>
              <a:rPr lang="en-US" sz="5468" b="1" dirty="0" err="1"/>
              <a:t>ያለው</a:t>
            </a:r>
            <a:r>
              <a:rPr lang="en-US" sz="5468" b="1" dirty="0"/>
              <a:t> </a:t>
            </a:r>
            <a:r>
              <a:rPr lang="en-US" sz="5468" b="1" dirty="0" err="1"/>
              <a:t>ላአምሮዬ</a:t>
            </a:r>
            <a:endParaRPr lang="en-US" sz="5468" b="1" dirty="0"/>
          </a:p>
          <a:p>
            <a:r>
              <a:rPr lang="en-US" sz="5468" b="1" dirty="0" err="1"/>
              <a:t>እዘምራለሁ</a:t>
            </a:r>
            <a:r>
              <a:rPr lang="en-US" sz="5468" b="1" dirty="0"/>
              <a:t> </a:t>
            </a:r>
            <a:r>
              <a:rPr lang="en-US" sz="5468" b="1" dirty="0" err="1"/>
              <a:t>ልቤ</a:t>
            </a:r>
            <a:r>
              <a:rPr lang="en-US" sz="5468" b="1" dirty="0"/>
              <a:t> </a:t>
            </a:r>
            <a:r>
              <a:rPr lang="en-US" sz="5468" b="1" dirty="0" err="1"/>
              <a:t>ተመልሶ</a:t>
            </a:r>
            <a:r>
              <a:rPr lang="en-US" sz="5468" b="1" dirty="0"/>
              <a:t> </a:t>
            </a:r>
          </a:p>
          <a:p>
            <a:r>
              <a:rPr lang="en-US" sz="5468" b="1" dirty="0" err="1"/>
              <a:t>ዛሬ</a:t>
            </a:r>
            <a:r>
              <a:rPr lang="en-US" sz="5468" b="1" dirty="0"/>
              <a:t> </a:t>
            </a:r>
            <a:r>
              <a:rPr lang="en-US" sz="5468" b="1" dirty="0" err="1"/>
              <a:t>መስቀል</a:t>
            </a:r>
            <a:r>
              <a:rPr lang="en-US" sz="5468" b="1" dirty="0"/>
              <a:t> </a:t>
            </a:r>
            <a:r>
              <a:rPr lang="en-US" sz="5468" b="1" dirty="0" err="1"/>
              <a:t>ሆኖ</a:t>
            </a:r>
            <a:r>
              <a:rPr lang="en-US" sz="5468" b="1" dirty="0"/>
              <a:t> </a:t>
            </a:r>
            <a:r>
              <a:rPr lang="en-US" sz="5468" b="1" dirty="0" err="1"/>
              <a:t>የከበደኝ</a:t>
            </a:r>
            <a:r>
              <a:rPr lang="en-US" sz="5468" b="1" dirty="0"/>
              <a:t> </a:t>
            </a:r>
          </a:p>
          <a:p>
            <a:r>
              <a:rPr lang="am-ET" sz="5468" b="1" dirty="0"/>
              <a:t>የ</a:t>
            </a:r>
            <a:r>
              <a:rPr lang="en-US" sz="5468" b="1" dirty="0" err="1"/>
              <a:t>ማመስገን</a:t>
            </a:r>
            <a:r>
              <a:rPr lang="en-US" sz="5468" b="1" dirty="0"/>
              <a:t> </a:t>
            </a:r>
            <a:r>
              <a:rPr lang="en-US" sz="5468" b="1" dirty="0" err="1"/>
              <a:t>መብቴን</a:t>
            </a:r>
            <a:r>
              <a:rPr lang="en-US" sz="5468" b="1" dirty="0"/>
              <a:t> </a:t>
            </a:r>
            <a:r>
              <a:rPr lang="en-US" sz="5468" b="1" dirty="0" err="1"/>
              <a:t>የነፈገኝ</a:t>
            </a:r>
            <a:r>
              <a:rPr lang="en-US" sz="5468" b="1" dirty="0"/>
              <a:t> </a:t>
            </a:r>
            <a:endParaRPr lang="am-ET" sz="5468" b="1" dirty="0"/>
          </a:p>
          <a:p>
            <a:r>
              <a:rPr lang="en-US" sz="5468" b="1" dirty="0" err="1"/>
              <a:t>ሲናድ</a:t>
            </a:r>
            <a:r>
              <a:rPr lang="en-US" sz="5468" b="1" dirty="0"/>
              <a:t> </a:t>
            </a:r>
            <a:r>
              <a:rPr lang="en-US" sz="5468" b="1" dirty="0" err="1"/>
              <a:t>ሲፈራርስ</a:t>
            </a:r>
            <a:r>
              <a:rPr lang="en-US" sz="5468" b="1" dirty="0"/>
              <a:t> </a:t>
            </a:r>
            <a:r>
              <a:rPr lang="en-US" sz="5468" b="1" dirty="0" err="1"/>
              <a:t>መሰረቱ</a:t>
            </a:r>
            <a:endParaRPr lang="en-US" sz="5468" b="1" dirty="0"/>
          </a:p>
          <a:p>
            <a:r>
              <a:rPr lang="en-US" sz="5468" b="1" dirty="0" err="1"/>
              <a:t>አየዋለሁ</a:t>
            </a:r>
            <a:r>
              <a:rPr lang="en-US" sz="5468" b="1" dirty="0"/>
              <a:t> </a:t>
            </a:r>
            <a:r>
              <a:rPr lang="en-US" sz="5468" b="1" dirty="0" err="1"/>
              <a:t>በአይኔ</a:t>
            </a:r>
            <a:r>
              <a:rPr lang="en-US" sz="5468" b="1" dirty="0"/>
              <a:t> </a:t>
            </a:r>
            <a:r>
              <a:rPr lang="en-US" sz="5468" b="1" dirty="0" err="1"/>
              <a:t>በብረቱ</a:t>
            </a:r>
            <a:endParaRPr lang="en-US" sz="5468" b="1" dirty="0"/>
          </a:p>
        </p:txBody>
      </p:sp>
    </p:spTree>
    <p:extLst>
      <p:ext uri="{BB962C8B-B14F-4D97-AF65-F5344CB8AC3E}">
        <p14:creationId xmlns:p14="http://schemas.microsoft.com/office/powerpoint/2010/main" val="1571080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63AFB1-BBE1-904C-8E5A-C34291DEB228}"/>
              </a:ext>
            </a:extLst>
          </p:cNvPr>
          <p:cNvSpPr txBox="1"/>
          <p:nvPr/>
        </p:nvSpPr>
        <p:spPr>
          <a:xfrm>
            <a:off x="1981077" y="965532"/>
            <a:ext cx="9676416" cy="4826274"/>
          </a:xfrm>
          <a:prstGeom prst="rect">
            <a:avLst/>
          </a:prstGeom>
          <a:noFill/>
        </p:spPr>
        <p:txBody>
          <a:bodyPr wrap="square">
            <a:spAutoFit/>
          </a:bodyPr>
          <a:lstStyle/>
          <a:p>
            <a:r>
              <a:rPr lang="en-US" sz="6075" b="1" dirty="0" err="1"/>
              <a:t>ለኔስ</a:t>
            </a:r>
            <a:r>
              <a:rPr lang="en-US" sz="6075" b="1" dirty="0"/>
              <a:t> </a:t>
            </a:r>
            <a:r>
              <a:rPr lang="en-US" sz="6075" b="1" dirty="0" err="1"/>
              <a:t>ምንም</a:t>
            </a:r>
            <a:r>
              <a:rPr lang="en-US" sz="6075" b="1" dirty="0"/>
              <a:t> </a:t>
            </a:r>
            <a:r>
              <a:rPr lang="en-US" sz="6075" b="1" dirty="0" err="1"/>
              <a:t>ቢሆን</a:t>
            </a:r>
            <a:r>
              <a:rPr lang="en-US" sz="6075" b="1" dirty="0"/>
              <a:t> </a:t>
            </a:r>
            <a:r>
              <a:rPr lang="en-US" sz="6075" b="1" dirty="0" err="1"/>
              <a:t>ቤትህ</a:t>
            </a:r>
            <a:r>
              <a:rPr lang="en-US" sz="6075" b="1" dirty="0"/>
              <a:t> </a:t>
            </a:r>
            <a:r>
              <a:rPr lang="en-US" sz="6075" b="1" dirty="0" err="1"/>
              <a:t>ይሻለኛል</a:t>
            </a:r>
            <a:r>
              <a:rPr lang="en-US" sz="6075" b="1" dirty="0"/>
              <a:t> </a:t>
            </a:r>
            <a:endParaRPr lang="am-ET" sz="6075" b="1" dirty="0"/>
          </a:p>
          <a:p>
            <a:r>
              <a:rPr lang="am-ET" sz="6075" b="1" dirty="0"/>
              <a:t>ባለቅስም እንባዬ ምግብ </a:t>
            </a:r>
            <a:r>
              <a:rPr lang="am-ET" sz="5468" b="1" dirty="0"/>
              <a:t>ይሆነኛል</a:t>
            </a:r>
          </a:p>
          <a:p>
            <a:r>
              <a:rPr lang="en-US" sz="6075" b="1" dirty="0" err="1"/>
              <a:t>ተመችቶኝ</a:t>
            </a:r>
            <a:r>
              <a:rPr lang="en-US" sz="6075" b="1" dirty="0"/>
              <a:t> </a:t>
            </a:r>
            <a:r>
              <a:rPr lang="en-US" sz="6075" b="1" dirty="0" err="1"/>
              <a:t>ይሁን</a:t>
            </a:r>
            <a:r>
              <a:rPr lang="en-US" sz="6075" b="1" dirty="0"/>
              <a:t> </a:t>
            </a:r>
            <a:r>
              <a:rPr lang="en-US" sz="6075" b="1" dirty="0" err="1"/>
              <a:t>ወይም</a:t>
            </a:r>
            <a:r>
              <a:rPr lang="en-US" sz="6075" b="1" dirty="0"/>
              <a:t> </a:t>
            </a:r>
            <a:r>
              <a:rPr lang="en-US" sz="6075" b="1" dirty="0" err="1"/>
              <a:t>ተቸግሬ</a:t>
            </a:r>
            <a:endParaRPr lang="am-ET" sz="6075" b="1" dirty="0"/>
          </a:p>
          <a:p>
            <a:r>
              <a:rPr lang="en-US" sz="6075" b="1" dirty="0"/>
              <a:t> </a:t>
            </a:r>
            <a:r>
              <a:rPr lang="en-US" sz="6075" b="1" dirty="0" err="1"/>
              <a:t>ጌታ</a:t>
            </a:r>
            <a:r>
              <a:rPr lang="en-US" sz="6075" b="1" dirty="0"/>
              <a:t> </a:t>
            </a:r>
            <a:r>
              <a:rPr lang="en-US" sz="6075" b="1" dirty="0" err="1"/>
              <a:t>መስተልህ</a:t>
            </a:r>
            <a:r>
              <a:rPr lang="en-US" sz="6075" b="1" dirty="0"/>
              <a:t> </a:t>
            </a:r>
            <a:r>
              <a:rPr lang="en-US" sz="6075" b="1" dirty="0" err="1"/>
              <a:t>ስር</a:t>
            </a:r>
            <a:r>
              <a:rPr lang="en-US" sz="6075" b="1" dirty="0"/>
              <a:t> </a:t>
            </a:r>
            <a:r>
              <a:rPr lang="en-US" sz="6075" b="1" dirty="0" err="1"/>
              <a:t>ይሁን</a:t>
            </a:r>
            <a:r>
              <a:rPr lang="en-US" sz="6075" b="1" dirty="0"/>
              <a:t> መ</a:t>
            </a:r>
            <a:r>
              <a:rPr lang="am-ET" sz="6075" b="1" dirty="0"/>
              <a:t>ቃብሬ</a:t>
            </a:r>
            <a:r>
              <a:rPr lang="en-US" sz="6075" b="1" dirty="0"/>
              <a:t> /2/x/</a:t>
            </a:r>
          </a:p>
        </p:txBody>
      </p:sp>
    </p:spTree>
    <p:extLst>
      <p:ext uri="{BB962C8B-B14F-4D97-AF65-F5344CB8AC3E}">
        <p14:creationId xmlns:p14="http://schemas.microsoft.com/office/powerpoint/2010/main" val="6434378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AE94C3-7E9F-73AE-5490-94CAEBCD9CAE}"/>
              </a:ext>
            </a:extLst>
          </p:cNvPr>
          <p:cNvSpPr txBox="1"/>
          <p:nvPr/>
        </p:nvSpPr>
        <p:spPr>
          <a:xfrm>
            <a:off x="1572916" y="3175"/>
            <a:ext cx="9586819" cy="7093351"/>
          </a:xfrm>
          <a:prstGeom prst="rect">
            <a:avLst/>
          </a:prstGeom>
          <a:noFill/>
        </p:spPr>
        <p:txBody>
          <a:bodyPr wrap="square">
            <a:spAutoFit/>
          </a:bodyPr>
          <a:lstStyle/>
          <a:p>
            <a:r>
              <a:rPr lang="am-ET" sz="5468" b="1" dirty="0"/>
              <a:t>ይሆናል ያልኩት አለመሆኑ </a:t>
            </a:r>
          </a:p>
          <a:p>
            <a:r>
              <a:rPr lang="en-US" sz="5468" b="1" dirty="0" err="1"/>
              <a:t>እምነ</a:t>
            </a:r>
            <a:r>
              <a:rPr lang="am-ET" sz="5468" b="1" dirty="0"/>
              <a:t>ቴ</a:t>
            </a:r>
            <a:r>
              <a:rPr lang="en-US" sz="5468" b="1" dirty="0"/>
              <a:t>ም </a:t>
            </a:r>
            <a:r>
              <a:rPr lang="en-US" sz="5468" b="1" dirty="0" err="1"/>
              <a:t>ቀን</a:t>
            </a:r>
            <a:r>
              <a:rPr lang="en-US" sz="5468" b="1" dirty="0"/>
              <a:t> በ</a:t>
            </a:r>
            <a:r>
              <a:rPr lang="am-ET" sz="5468" b="1" dirty="0"/>
              <a:t>ቀ</a:t>
            </a:r>
            <a:r>
              <a:rPr lang="en-US" sz="5468" b="1" dirty="0"/>
              <a:t>ን </a:t>
            </a:r>
            <a:r>
              <a:rPr lang="en-US" sz="5468" b="1" dirty="0" err="1"/>
              <a:t>መፈተ</a:t>
            </a:r>
            <a:r>
              <a:rPr lang="am-ET" sz="5468" b="1" dirty="0"/>
              <a:t>ኑ</a:t>
            </a:r>
          </a:p>
          <a:p>
            <a:r>
              <a:rPr lang="en-US" sz="5468" b="1" dirty="0"/>
              <a:t> </a:t>
            </a:r>
            <a:r>
              <a:rPr lang="en-US" sz="5468" b="1" dirty="0" err="1"/>
              <a:t>አስመርሮኝ</a:t>
            </a:r>
            <a:r>
              <a:rPr lang="en-US" sz="5468" b="1" dirty="0"/>
              <a:t> ከ</a:t>
            </a:r>
            <a:r>
              <a:rPr lang="am-ET" sz="5468" b="1" dirty="0"/>
              <a:t>ቤ</a:t>
            </a:r>
            <a:r>
              <a:rPr lang="en-US" sz="5468" b="1" dirty="0" err="1"/>
              <a:t>ትህ</a:t>
            </a:r>
            <a:r>
              <a:rPr lang="en-US" sz="5468" b="1" dirty="0"/>
              <a:t> </a:t>
            </a:r>
            <a:r>
              <a:rPr lang="am-ET" sz="5468" b="1" dirty="0"/>
              <a:t>ብወ</a:t>
            </a:r>
            <a:r>
              <a:rPr lang="en-US" sz="5468" b="1" dirty="0"/>
              <a:t>ጣ </a:t>
            </a:r>
            <a:endParaRPr lang="am-ET" sz="5468" b="1" dirty="0"/>
          </a:p>
          <a:p>
            <a:r>
              <a:rPr lang="en-US" sz="5468" b="1" dirty="0" err="1"/>
              <a:t>ምን</a:t>
            </a:r>
            <a:r>
              <a:rPr lang="en-US" sz="5468" b="1" dirty="0"/>
              <a:t> </a:t>
            </a:r>
            <a:r>
              <a:rPr lang="en-US" sz="5468" b="1" dirty="0" err="1"/>
              <a:t>ቸገረህ</a:t>
            </a:r>
            <a:r>
              <a:rPr lang="en-US" sz="5468" b="1" dirty="0"/>
              <a:t> </a:t>
            </a:r>
            <a:r>
              <a:rPr lang="en-US" sz="5468" b="1" dirty="0" err="1"/>
              <a:t>አንተ</a:t>
            </a:r>
            <a:r>
              <a:rPr lang="en-US" sz="5468" b="1" dirty="0"/>
              <a:t> </a:t>
            </a:r>
            <a:r>
              <a:rPr lang="en-US" sz="5468" b="1" dirty="0" err="1"/>
              <a:t>ሰው</a:t>
            </a:r>
            <a:r>
              <a:rPr lang="en-US" sz="5468" b="1" dirty="0"/>
              <a:t> </a:t>
            </a:r>
            <a:r>
              <a:rPr lang="en-US" sz="5468" b="1" dirty="0" err="1"/>
              <a:t>አላ</a:t>
            </a:r>
            <a:r>
              <a:rPr lang="am-ET" sz="5468" b="1" dirty="0"/>
              <a:t>ቸው</a:t>
            </a:r>
          </a:p>
          <a:p>
            <a:r>
              <a:rPr lang="en-US" sz="5468" b="1" dirty="0"/>
              <a:t> </a:t>
            </a:r>
            <a:r>
              <a:rPr lang="en-US" sz="5468" b="1" dirty="0" err="1"/>
              <a:t>ጉዳቴ</a:t>
            </a:r>
            <a:r>
              <a:rPr lang="en-US" sz="5468" b="1" dirty="0"/>
              <a:t> የ</a:t>
            </a:r>
            <a:r>
              <a:rPr lang="am-ET" sz="5468" b="1" dirty="0"/>
              <a:t>ኔ</a:t>
            </a:r>
            <a:r>
              <a:rPr lang="en-US" sz="5468" b="1" dirty="0"/>
              <a:t> </a:t>
            </a:r>
            <a:r>
              <a:rPr lang="en-US" sz="5468" b="1" dirty="0" err="1"/>
              <a:t>ነው</a:t>
            </a:r>
            <a:r>
              <a:rPr lang="en-US" sz="5468" b="1" dirty="0"/>
              <a:t> </a:t>
            </a:r>
            <a:r>
              <a:rPr lang="en-US" sz="5468" b="1" dirty="0" err="1"/>
              <a:t>ዞሮ</a:t>
            </a:r>
            <a:r>
              <a:rPr lang="en-US" sz="5468" b="1" dirty="0"/>
              <a:t> </a:t>
            </a:r>
            <a:r>
              <a:rPr lang="am-ET" sz="5468" b="1" dirty="0"/>
              <a:t>ዞ</a:t>
            </a:r>
            <a:r>
              <a:rPr lang="en-US" sz="5468" b="1" dirty="0"/>
              <a:t>ሮ</a:t>
            </a:r>
            <a:endParaRPr lang="am-ET" sz="5468" b="1" dirty="0"/>
          </a:p>
          <a:p>
            <a:r>
              <a:rPr lang="am-ET" sz="5468" b="1" dirty="0"/>
              <a:t>በአለም እጅ መጣል ነው ተወርውሮ</a:t>
            </a:r>
            <a:endParaRPr lang="en-US" sz="5468" b="1" dirty="0"/>
          </a:p>
          <a:p>
            <a:r>
              <a:rPr lang="en-US" sz="5468" b="1" dirty="0" err="1"/>
              <a:t>መውጣት</a:t>
            </a:r>
            <a:r>
              <a:rPr lang="en-US" sz="5468" b="1" dirty="0"/>
              <a:t> </a:t>
            </a:r>
            <a:r>
              <a:rPr lang="en-US" sz="5468" b="1" dirty="0" err="1"/>
              <a:t>በማይቻል</a:t>
            </a:r>
            <a:r>
              <a:rPr lang="en-US" sz="5468" b="1" dirty="0"/>
              <a:t> </a:t>
            </a:r>
            <a:r>
              <a:rPr lang="en-US" sz="5468" b="1" dirty="0" err="1"/>
              <a:t>ስምጥ</a:t>
            </a:r>
            <a:r>
              <a:rPr lang="en-US" sz="5468" b="1" dirty="0"/>
              <a:t> </a:t>
            </a:r>
            <a:r>
              <a:rPr lang="en-US" sz="5468" b="1" dirty="0" err="1"/>
              <a:t>ሸለቆ</a:t>
            </a:r>
            <a:endParaRPr lang="am-ET" sz="5468" b="1" dirty="0"/>
          </a:p>
          <a:p>
            <a:r>
              <a:rPr lang="en-US" sz="5468" b="1" dirty="0"/>
              <a:t> </a:t>
            </a:r>
            <a:r>
              <a:rPr lang="en-US" sz="5468" b="1" dirty="0" err="1"/>
              <a:t>ጠውልጎ</a:t>
            </a:r>
            <a:r>
              <a:rPr lang="en-US" sz="5468" b="1" dirty="0"/>
              <a:t> </a:t>
            </a:r>
            <a:r>
              <a:rPr lang="en-US" sz="5468" b="1" dirty="0" err="1"/>
              <a:t>መቅረት</a:t>
            </a:r>
            <a:r>
              <a:rPr lang="en-US" sz="5468" b="1" dirty="0"/>
              <a:t> </a:t>
            </a:r>
            <a:r>
              <a:rPr lang="en-US" sz="5468" b="1" dirty="0" err="1"/>
              <a:t>ነው</a:t>
            </a:r>
            <a:r>
              <a:rPr lang="en-US" sz="5468" b="1" dirty="0"/>
              <a:t> </a:t>
            </a:r>
            <a:r>
              <a:rPr lang="en-US" sz="5468" b="1" dirty="0" err="1"/>
              <a:t>እዚያው</a:t>
            </a:r>
            <a:r>
              <a:rPr lang="en-US" sz="5468" b="1" dirty="0"/>
              <a:t> </a:t>
            </a:r>
            <a:r>
              <a:rPr lang="en-US" sz="5468" b="1" dirty="0" err="1"/>
              <a:t>ደርቆ</a:t>
            </a:r>
            <a:endParaRPr lang="en-US" sz="5468" b="1" dirty="0"/>
          </a:p>
        </p:txBody>
      </p:sp>
    </p:spTree>
    <p:extLst>
      <p:ext uri="{BB962C8B-B14F-4D97-AF65-F5344CB8AC3E}">
        <p14:creationId xmlns:p14="http://schemas.microsoft.com/office/powerpoint/2010/main" val="14511032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4E466F-4E76-E5B4-0DC6-83DB57738A44}"/>
              </a:ext>
            </a:extLst>
          </p:cNvPr>
          <p:cNvSpPr txBox="1"/>
          <p:nvPr/>
        </p:nvSpPr>
        <p:spPr>
          <a:xfrm>
            <a:off x="2951704" y="232144"/>
            <a:ext cx="7282201" cy="6151453"/>
          </a:xfrm>
          <a:prstGeom prst="rect">
            <a:avLst/>
          </a:prstGeom>
          <a:noFill/>
        </p:spPr>
        <p:txBody>
          <a:bodyPr wrap="square">
            <a:spAutoFit/>
          </a:bodyPr>
          <a:lstStyle/>
          <a:p>
            <a:r>
              <a:rPr lang="en-US" sz="4860" b="1" dirty="0" err="1"/>
              <a:t>ዛሬ</a:t>
            </a:r>
            <a:r>
              <a:rPr lang="en-US" sz="4860" b="1" dirty="0"/>
              <a:t> </a:t>
            </a:r>
            <a:r>
              <a:rPr lang="en-US" sz="4860" b="1" dirty="0" err="1"/>
              <a:t>ዝም</a:t>
            </a:r>
            <a:r>
              <a:rPr lang="en-US" sz="4860" b="1" dirty="0"/>
              <a:t> </a:t>
            </a:r>
            <a:r>
              <a:rPr lang="en-US" sz="4860" b="1" dirty="0" err="1"/>
              <a:t>ብትል</a:t>
            </a:r>
            <a:r>
              <a:rPr lang="en-US" sz="4860" b="1" dirty="0"/>
              <a:t> </a:t>
            </a:r>
            <a:r>
              <a:rPr lang="en-US" sz="4860" b="1" dirty="0" err="1"/>
              <a:t>ለአላማህ</a:t>
            </a:r>
            <a:endParaRPr lang="en-US" sz="4860" b="1" dirty="0"/>
          </a:p>
          <a:p>
            <a:r>
              <a:rPr lang="en-US" sz="4860" b="1" dirty="0" err="1"/>
              <a:t>ጥያቄ</a:t>
            </a:r>
            <a:r>
              <a:rPr lang="am-ET" sz="4860" b="1" dirty="0"/>
              <a:t>ዬ</a:t>
            </a:r>
            <a:r>
              <a:rPr lang="en-US" sz="4860" b="1" dirty="0"/>
              <a:t>ን </a:t>
            </a:r>
            <a:r>
              <a:rPr lang="am-ET" sz="4860" b="1" dirty="0"/>
              <a:t>ሰ</a:t>
            </a:r>
            <a:r>
              <a:rPr lang="en-US" sz="4860" b="1" dirty="0" err="1"/>
              <a:t>መተህ</a:t>
            </a:r>
            <a:r>
              <a:rPr lang="en-US" sz="4860" b="1" dirty="0"/>
              <a:t> </a:t>
            </a:r>
            <a:r>
              <a:rPr lang="en-US" sz="4860" b="1" dirty="0" err="1"/>
              <a:t>እንዳልሰማህ</a:t>
            </a:r>
            <a:endParaRPr lang="am-ET" sz="4860" b="1" dirty="0"/>
          </a:p>
          <a:p>
            <a:r>
              <a:rPr lang="am-ET" sz="4860" b="1" dirty="0"/>
              <a:t>አንድ ቀን እንባዬን ታበዛለህ</a:t>
            </a:r>
            <a:endParaRPr lang="en-US" sz="4860" b="1" dirty="0"/>
          </a:p>
          <a:p>
            <a:r>
              <a:rPr lang="en-US" sz="4860" b="1" dirty="0" err="1"/>
              <a:t>በደ</a:t>
            </a:r>
            <a:r>
              <a:rPr lang="am-ET" sz="4860" b="1" dirty="0"/>
              <a:t>ስ</a:t>
            </a:r>
            <a:r>
              <a:rPr lang="en-US" sz="4860" b="1" dirty="0"/>
              <a:t>ታ </a:t>
            </a:r>
            <a:r>
              <a:rPr lang="en-US" sz="4860" b="1" dirty="0" err="1"/>
              <a:t>ልቤን</a:t>
            </a:r>
            <a:r>
              <a:rPr lang="en-US" sz="4860" b="1" dirty="0"/>
              <a:t> </a:t>
            </a:r>
            <a:r>
              <a:rPr lang="en-US" sz="4860" b="1" dirty="0" err="1"/>
              <a:t>ታረካለህ</a:t>
            </a:r>
            <a:endParaRPr lang="en-US" sz="4860" b="1" dirty="0"/>
          </a:p>
          <a:p>
            <a:r>
              <a:rPr lang="en-US" sz="4860" b="1" dirty="0"/>
              <a:t>የ</a:t>
            </a:r>
            <a:r>
              <a:rPr lang="am-ET" sz="4860" b="1" dirty="0"/>
              <a:t>ጠ</a:t>
            </a:r>
            <a:r>
              <a:rPr lang="en-US" sz="4860" b="1" dirty="0" err="1"/>
              <a:t>ሳቴን</a:t>
            </a:r>
            <a:r>
              <a:rPr lang="en-US" sz="4860" b="1" dirty="0"/>
              <a:t> </a:t>
            </a:r>
            <a:r>
              <a:rPr lang="en-US" sz="4860" b="1" dirty="0" err="1"/>
              <a:t>አራስ</a:t>
            </a:r>
            <a:r>
              <a:rPr lang="en-US" sz="4860" b="1" dirty="0"/>
              <a:t> </a:t>
            </a:r>
            <a:r>
              <a:rPr lang="en-US" sz="4860" b="1" dirty="0" err="1"/>
              <a:t>ትመታለህ</a:t>
            </a:r>
            <a:endParaRPr lang="am-ET" sz="4860" b="1" dirty="0"/>
          </a:p>
          <a:p>
            <a:r>
              <a:rPr lang="en-US" sz="4860" b="1" dirty="0"/>
              <a:t> </a:t>
            </a:r>
            <a:r>
              <a:rPr lang="en-US" sz="4860" b="1" dirty="0" err="1"/>
              <a:t>የረ</a:t>
            </a:r>
            <a:r>
              <a:rPr lang="am-ET" sz="4860" b="1" dirty="0"/>
              <a:t>ቱ</a:t>
            </a:r>
            <a:r>
              <a:rPr lang="en-US" sz="4860" b="1" dirty="0" err="1"/>
              <a:t>ኝን</a:t>
            </a:r>
            <a:r>
              <a:rPr lang="en-US" sz="4860" b="1" dirty="0"/>
              <a:t> </a:t>
            </a:r>
            <a:r>
              <a:rPr lang="en-US" sz="4860" b="1" dirty="0" err="1"/>
              <a:t>ሁሉ</a:t>
            </a:r>
            <a:r>
              <a:rPr lang="en-US" sz="4860" b="1" dirty="0"/>
              <a:t> </a:t>
            </a:r>
            <a:r>
              <a:rPr lang="en-US" sz="4860" b="1" dirty="0" err="1"/>
              <a:t>ትረታለህ</a:t>
            </a:r>
            <a:r>
              <a:rPr lang="en-US" sz="4860" b="1" dirty="0"/>
              <a:t> </a:t>
            </a:r>
            <a:endParaRPr lang="am-ET" sz="4860" b="1" dirty="0"/>
          </a:p>
          <a:p>
            <a:r>
              <a:rPr lang="en-US" sz="4860" b="1" dirty="0" err="1"/>
              <a:t>የተበላሸውን</a:t>
            </a:r>
            <a:r>
              <a:rPr lang="en-US" sz="4860" b="1" dirty="0"/>
              <a:t> </a:t>
            </a:r>
            <a:r>
              <a:rPr lang="en-US" sz="4860" b="1" dirty="0" err="1"/>
              <a:t>ታበጃለህ</a:t>
            </a:r>
            <a:r>
              <a:rPr lang="en-US" sz="4860" b="1" dirty="0"/>
              <a:t> </a:t>
            </a:r>
            <a:endParaRPr lang="am-ET" sz="4860" b="1" dirty="0"/>
          </a:p>
          <a:p>
            <a:r>
              <a:rPr lang="en-US" sz="4860" b="1" dirty="0" err="1"/>
              <a:t>የባሪያን</a:t>
            </a:r>
            <a:r>
              <a:rPr lang="en-US" sz="4860" b="1" dirty="0"/>
              <a:t> </a:t>
            </a:r>
            <a:r>
              <a:rPr lang="en-US" sz="4860" b="1" dirty="0" err="1"/>
              <a:t>ክብር</a:t>
            </a:r>
            <a:r>
              <a:rPr lang="en-US" sz="4860" b="1" dirty="0"/>
              <a:t> </a:t>
            </a:r>
            <a:r>
              <a:rPr lang="en-US" sz="4860" b="1" dirty="0" err="1"/>
              <a:t>ታውጃለህ</a:t>
            </a:r>
            <a:endParaRPr lang="en-US" sz="4860" b="1" dirty="0"/>
          </a:p>
        </p:txBody>
      </p:sp>
    </p:spTree>
    <p:extLst>
      <p:ext uri="{BB962C8B-B14F-4D97-AF65-F5344CB8AC3E}">
        <p14:creationId xmlns:p14="http://schemas.microsoft.com/office/powerpoint/2010/main" val="16257749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ጌታ፤ ሰማይና ምድር ያልፋል ቃሌ ግን አያልፍም አለ፡፡</a:t>
            </a:r>
          </a:p>
          <a:p>
            <a:pPr marL="0" indent="0">
              <a:buNone/>
            </a:pPr>
            <a:r>
              <a:rPr lang="am-ET" sz="6600" dirty="0">
                <a:solidFill>
                  <a:srgbClr val="C00000"/>
                </a:solidFill>
              </a:rPr>
              <a:t>ይ.ሕ. </a:t>
            </a:r>
            <a:r>
              <a:rPr lang="am-ET" sz="6600" dirty="0">
                <a:solidFill>
                  <a:schemeClr val="bg1"/>
                </a:solidFill>
              </a:rPr>
              <a:t>አብን በ</a:t>
            </a:r>
            <a:r>
              <a:rPr lang="en-US" sz="6600" dirty="0">
                <a:solidFill>
                  <a:schemeClr val="bg1"/>
                </a:solidFill>
              </a:rPr>
              <a:t>እ</a:t>
            </a:r>
            <a:r>
              <a:rPr lang="am-ET" sz="6600" dirty="0">
                <a:solidFill>
                  <a:schemeClr val="bg1"/>
                </a:solidFill>
              </a:rPr>
              <a:t>ውነት እናምናለን</a:t>
            </a:r>
            <a:r>
              <a:rPr lang="en-US" sz="6600" dirty="0">
                <a:solidFill>
                  <a:schemeClr val="bg1"/>
                </a:solidFill>
              </a:rPr>
              <a:t> </a:t>
            </a:r>
            <a:r>
              <a:rPr lang="am-ET" sz="6600" dirty="0">
                <a:solidFill>
                  <a:schemeClr val="bg1"/>
                </a:solidFill>
              </a:rPr>
              <a:t>ወልድን በ</a:t>
            </a:r>
            <a:r>
              <a:rPr lang="en-US" sz="6600" dirty="0">
                <a:solidFill>
                  <a:schemeClr val="bg1"/>
                </a:solidFill>
              </a:rPr>
              <a:t>እ</a:t>
            </a:r>
            <a:r>
              <a:rPr lang="am-ET" sz="6600" dirty="0">
                <a:solidFill>
                  <a:schemeClr val="bg1"/>
                </a:solidFill>
              </a:rPr>
              <a:t>ውነት እናምናለን መንፈስ ቅዱስን በ</a:t>
            </a:r>
            <a:r>
              <a:rPr lang="en-US" sz="6600" dirty="0">
                <a:solidFill>
                  <a:schemeClr val="bg1"/>
                </a:solidFill>
              </a:rPr>
              <a:t>እ</a:t>
            </a:r>
            <a:r>
              <a:rPr lang="am-ET" sz="6600" dirty="0">
                <a:solidFill>
                  <a:schemeClr val="bg1"/>
                </a:solidFill>
              </a:rPr>
              <a:t>ውነት እናምናለን ነዋሪ ሦስትነታቸውንም እናምናለን፡፡ </a:t>
            </a:r>
          </a:p>
        </p:txBody>
      </p:sp>
    </p:spTree>
    <p:extLst>
      <p:ext uri="{BB962C8B-B14F-4D97-AF65-F5344CB8AC3E}">
        <p14:creationId xmlns:p14="http://schemas.microsoft.com/office/powerpoint/2010/main" val="3938030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ይ.ካ. </a:t>
            </a:r>
            <a:r>
              <a:rPr lang="am-ET" sz="6000" dirty="0">
                <a:solidFill>
                  <a:schemeClr val="bg1"/>
                </a:solidFill>
              </a:rPr>
              <a:t>ሁሉን የሚይዝ የጌታችን የመድኃኒታችን የኢየሱስ ክርሰቶስን አባት እግዚአብሔርን እንለምናለን፡፡ ሰውን አፍቃሪ ሆይ ቸርነትህን እንለምናለን ጌታ ሆይ ከዓለም ዳር እስከ ዓለም ዳር ያለችውን የሐዋርያት ጉባኤ የአንዲት ቅድስት ቤተክርስቲያን ሰላም አስብ፡፡</a:t>
            </a:r>
          </a:p>
        </p:txBody>
      </p:sp>
    </p:spTree>
    <p:extLst>
      <p:ext uri="{BB962C8B-B14F-4D97-AF65-F5344CB8AC3E}">
        <p14:creationId xmlns:p14="http://schemas.microsoft.com/office/powerpoint/2010/main" val="6508739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rgbClr val="C00000"/>
                </a:solidFill>
              </a:rPr>
              <a:t>ይ.ዲ. </a:t>
            </a:r>
            <a:r>
              <a:rPr lang="am-ET" sz="7200" dirty="0">
                <a:solidFill>
                  <a:schemeClr val="bg1"/>
                </a:solidFill>
              </a:rPr>
              <a:t>ስለ እውነተኛይቱ የሐዋርያት ጉባኤ ስለሆነችው ስለ አንዲት ቅድስት ቤተክርስቲያን ሰላም ጸልዩ፡፡</a:t>
            </a:r>
          </a:p>
          <a:p>
            <a:pPr marL="0" indent="0">
              <a:buNone/>
            </a:pPr>
            <a:r>
              <a:rPr lang="am-ET" sz="7200" dirty="0">
                <a:solidFill>
                  <a:srgbClr val="C00000"/>
                </a:solidFill>
              </a:rPr>
              <a:t>ይ.ሕ. </a:t>
            </a:r>
            <a:r>
              <a:rPr lang="am-ET" sz="7200" dirty="0">
                <a:solidFill>
                  <a:schemeClr val="bg1"/>
                </a:solidFill>
              </a:rPr>
              <a:t>ጌታ ሆይ ይቅር በለን፡፡</a:t>
            </a:r>
          </a:p>
        </p:txBody>
      </p:sp>
    </p:spTree>
    <p:extLst>
      <p:ext uri="{BB962C8B-B14F-4D97-AF65-F5344CB8AC3E}">
        <p14:creationId xmlns:p14="http://schemas.microsoft.com/office/powerpoint/2010/main" val="25150157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ሁሉን የሚይዝ የጌታችን የመድኃኒታችን የኢየሱስ ክርስቶስን አባት እግዚአብሔርን ደግሞ እንለምናለን፡፡ ሰውን አፍቃሪ ሆይ ቸርነትህን እንለምናለን፤</a:t>
            </a:r>
            <a:r>
              <a:rPr lang="en-US" sz="6600" dirty="0" err="1">
                <a:solidFill>
                  <a:schemeClr val="bg1"/>
                </a:solidFill>
              </a:rPr>
              <a:t>እንሻለንም</a:t>
            </a:r>
            <a:r>
              <a:rPr lang="am-ET" sz="6600" dirty="0">
                <a:solidFill>
                  <a:schemeClr val="bg1"/>
                </a:solidFill>
              </a:rPr>
              <a:t> ጌታ ሆይ ማኀበራችንን አስብ ባርከውም፡፡</a:t>
            </a:r>
          </a:p>
        </p:txBody>
      </p:sp>
    </p:spTree>
    <p:extLst>
      <p:ext uri="{BB962C8B-B14F-4D97-AF65-F5344CB8AC3E}">
        <p14:creationId xmlns:p14="http://schemas.microsoft.com/office/powerpoint/2010/main" val="25248374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300" dirty="0">
                <a:solidFill>
                  <a:srgbClr val="C00000"/>
                </a:solidFill>
              </a:rPr>
              <a:t>ይ.ዲ. </a:t>
            </a:r>
            <a:r>
              <a:rPr lang="am-ET" sz="6300" dirty="0">
                <a:solidFill>
                  <a:schemeClr val="bg1"/>
                </a:solidFill>
              </a:rPr>
              <a:t>ስለዚች ቅድስት ቤተክርስቲያንና በውስጥዋም ስላለው ማኀበራችን ጸልዩ፡፡</a:t>
            </a:r>
          </a:p>
          <a:p>
            <a:pPr marL="0" indent="0">
              <a:buNone/>
            </a:pPr>
            <a:r>
              <a:rPr lang="am-ET" sz="6300" dirty="0">
                <a:solidFill>
                  <a:srgbClr val="C00000"/>
                </a:solidFill>
              </a:rPr>
              <a:t>ይ.ሕ. </a:t>
            </a:r>
            <a:r>
              <a:rPr lang="am-ET" sz="6300" dirty="0">
                <a:solidFill>
                  <a:schemeClr val="bg1"/>
                </a:solidFill>
              </a:rPr>
              <a:t>ማኀበራችንን ባርክልን በሰላም ጠብቅልን፡፡</a:t>
            </a:r>
            <a:endParaRPr lang="en-US" sz="6300" dirty="0">
              <a:solidFill>
                <a:schemeClr val="bg1"/>
              </a:solidFill>
            </a:endParaRPr>
          </a:p>
          <a:p>
            <a:pPr marL="0" indent="0">
              <a:buNone/>
            </a:pPr>
            <a:r>
              <a:rPr lang="am-ET" sz="6300" dirty="0">
                <a:solidFill>
                  <a:srgbClr val="FF0000"/>
                </a:solidFill>
              </a:rPr>
              <a:t>ይ.ዲ. </a:t>
            </a:r>
            <a:r>
              <a:rPr lang="en-US" sz="6300" dirty="0" err="1">
                <a:solidFill>
                  <a:schemeClr val="bg1"/>
                </a:solidFill>
              </a:rPr>
              <a:t>በእግዚኣብሔር</a:t>
            </a:r>
            <a:r>
              <a:rPr lang="en-US" sz="6300" dirty="0">
                <a:solidFill>
                  <a:schemeClr val="bg1"/>
                </a:solidFill>
              </a:rPr>
              <a:t> </a:t>
            </a:r>
            <a:r>
              <a:rPr lang="en-US" sz="6300" dirty="0" err="1">
                <a:solidFill>
                  <a:schemeClr val="bg1"/>
                </a:solidFill>
              </a:rPr>
              <a:t>ጥበብ</a:t>
            </a:r>
            <a:r>
              <a:rPr lang="en-US" sz="6300" dirty="0">
                <a:solidFill>
                  <a:schemeClr val="bg1"/>
                </a:solidFill>
              </a:rPr>
              <a:t> </a:t>
            </a:r>
            <a:r>
              <a:rPr lang="am-ET" sz="6300" dirty="0">
                <a:solidFill>
                  <a:schemeClr val="bg1"/>
                </a:solidFill>
              </a:rPr>
              <a:t>ሁላችንም ጸሎተ ሃይማኖት እንበል፡፡</a:t>
            </a:r>
          </a:p>
          <a:p>
            <a:pPr marL="0" indent="0">
              <a:buNone/>
            </a:pPr>
            <a:endParaRPr lang="am-ET" sz="6300" dirty="0">
              <a:solidFill>
                <a:schemeClr val="bg1"/>
              </a:solidFill>
            </a:endParaRPr>
          </a:p>
        </p:txBody>
      </p:sp>
    </p:spTree>
    <p:extLst>
      <p:ext uri="{BB962C8B-B14F-4D97-AF65-F5344CB8AC3E}">
        <p14:creationId xmlns:p14="http://schemas.microsoft.com/office/powerpoint/2010/main" val="37483733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ይ.ሕ. </a:t>
            </a:r>
            <a:r>
              <a:rPr lang="am-ET" sz="6600" dirty="0">
                <a:solidFill>
                  <a:schemeClr val="bg1"/>
                </a:solidFill>
              </a:rPr>
              <a:t>ሰማይንና ምድርን የሚታየውንና የማይታየውን</a:t>
            </a:r>
            <a:r>
              <a:rPr lang="en-US" sz="6600" dirty="0">
                <a:solidFill>
                  <a:schemeClr val="bg1"/>
                </a:solidFill>
              </a:rPr>
              <a:t> </a:t>
            </a:r>
            <a:r>
              <a:rPr lang="am-ET" sz="6600" dirty="0">
                <a:solidFill>
                  <a:schemeClr val="bg1"/>
                </a:solidFill>
              </a:rPr>
              <a:t>በፈጠረ ዓለምን ሁሉ በያዘ በአንድ አምላክ በእግዚአብሔር አብ እናምናለን፤ ዓለም ሳይፈጠር በፊት ከሱ ጋር ባለው የአብ አንድ ልጅ በሆነው በጌታ በኢየሱስ ክርስቶስም እናምናለን፡፡</a:t>
            </a:r>
          </a:p>
        </p:txBody>
      </p:sp>
    </p:spTree>
    <p:extLst>
      <p:ext uri="{BB962C8B-B14F-4D97-AF65-F5344CB8AC3E}">
        <p14:creationId xmlns:p14="http://schemas.microsoft.com/office/powerpoint/2010/main" val="3848316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chemeClr val="bg1"/>
                </a:solidFill>
              </a:rPr>
              <a:t>እሱ ብርሃን ከብርሃን እውነተኛ አምላክ ከእውነተኛ አምላክ የተወለደ እንጂ ያልተፈጠረ በመለኮቱ ከአብ ጋር ትክክል የሆነ</a:t>
            </a:r>
            <a:r>
              <a:rPr lang="en-US" sz="7200" dirty="0">
                <a:solidFill>
                  <a:schemeClr val="bg1"/>
                </a:solidFill>
              </a:rPr>
              <a:t> </a:t>
            </a:r>
            <a:r>
              <a:rPr lang="am-ET" sz="7200" dirty="0">
                <a:solidFill>
                  <a:schemeClr val="bg1"/>
                </a:solidFill>
              </a:rPr>
              <a:t>ሁሉ በሱ የሆነ፤</a:t>
            </a:r>
          </a:p>
        </p:txBody>
      </p:sp>
    </p:spTree>
    <p:extLst>
      <p:ext uri="{BB962C8B-B14F-4D97-AF65-F5344CB8AC3E}">
        <p14:creationId xmlns:p14="http://schemas.microsoft.com/office/powerpoint/2010/main" val="5790834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344401" cy="6950075"/>
          </a:xfrm>
        </p:spPr>
        <p:txBody>
          <a:bodyPr>
            <a:noAutofit/>
          </a:bodyPr>
          <a:lstStyle/>
          <a:p>
            <a:pPr marL="0" indent="0" algn="just">
              <a:buNone/>
            </a:pPr>
            <a:r>
              <a:rPr lang="am-ET" sz="6600" dirty="0">
                <a:solidFill>
                  <a:schemeClr val="bg1"/>
                </a:solidFill>
              </a:rPr>
              <a:t>ያለሱ በሰማይም በምድርም ምንም ያልሆነ ስለኛ ስለሰዎች ስለ ደኀንነታችን ከሰማይ የወረደ በመንፈስ ቅዱስ ከቅድስት ድንግል ማርያም ሥጋ ለብሶ ሰው የሆነ ነው፡፡ በጴንጤናዊው ጲላጦስ ዘመን ስለኛ ተሰቀለ ተሰቃየ ሞተ፤ ተቀበረ</a:t>
            </a:r>
          </a:p>
          <a:p>
            <a:pPr algn="just"/>
            <a:endParaRPr lang="en-US" sz="6600" dirty="0"/>
          </a:p>
        </p:txBody>
      </p:sp>
    </p:spTree>
    <p:extLst>
      <p:ext uri="{BB962C8B-B14F-4D97-AF65-F5344CB8AC3E}">
        <p14:creationId xmlns:p14="http://schemas.microsoft.com/office/powerpoint/2010/main" val="27480789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chemeClr val="bg1"/>
                </a:solidFill>
              </a:rPr>
              <a:t>በቅዱሳት መጻሕፍት እንደተጻፈው በሦስተኛው ቀን ከ</a:t>
            </a:r>
            <a:r>
              <a:rPr lang="en-US" sz="7200" dirty="0" err="1">
                <a:solidFill>
                  <a:schemeClr val="bg1"/>
                </a:solidFill>
              </a:rPr>
              <a:t>ሙታን</a:t>
            </a:r>
            <a:r>
              <a:rPr lang="en-US" sz="7200" dirty="0">
                <a:solidFill>
                  <a:schemeClr val="bg1"/>
                </a:solidFill>
              </a:rPr>
              <a:t> </a:t>
            </a:r>
            <a:r>
              <a:rPr lang="en-US" sz="7200" dirty="0" err="1">
                <a:solidFill>
                  <a:schemeClr val="bg1"/>
                </a:solidFill>
              </a:rPr>
              <a:t>ተለይቶ</a:t>
            </a:r>
            <a:r>
              <a:rPr lang="am-ET" sz="7200" dirty="0">
                <a:solidFill>
                  <a:schemeClr val="bg1"/>
                </a:solidFill>
              </a:rPr>
              <a:t> ተነሣ በክብር ወደ ሰማይ ወጣ በአባቱ ቀኝ ተቀመጠ ሕያዋንና ሙታንን ለመፍረድ ዳግመኛ በክብር ይመጣል፤</a:t>
            </a:r>
          </a:p>
        </p:txBody>
      </p:sp>
    </p:spTree>
    <p:extLst>
      <p:ext uri="{BB962C8B-B14F-4D97-AF65-F5344CB8AC3E}">
        <p14:creationId xmlns:p14="http://schemas.microsoft.com/office/powerpoint/2010/main" val="18841819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344400" cy="6950075"/>
          </a:xfrm>
        </p:spPr>
        <p:txBody>
          <a:bodyPr>
            <a:normAutofit lnSpcReduction="10000"/>
          </a:bodyPr>
          <a:lstStyle/>
          <a:p>
            <a:pPr marL="0" indent="0">
              <a:buNone/>
            </a:pPr>
            <a:r>
              <a:rPr lang="am-ET" sz="6600" dirty="0">
                <a:solidFill>
                  <a:schemeClr val="bg1"/>
                </a:solidFill>
              </a:rPr>
              <a:t>መንግሥቱ ማለቂያ የለውም ከአብና ከወልድ በሠረጸው በ</a:t>
            </a:r>
            <a:r>
              <a:rPr lang="en-US" sz="6600" dirty="0" err="1">
                <a:solidFill>
                  <a:schemeClr val="bg1"/>
                </a:solidFill>
              </a:rPr>
              <a:t>አዳኙ</a:t>
            </a:r>
            <a:r>
              <a:rPr lang="en-US" sz="6600" dirty="0">
                <a:solidFill>
                  <a:schemeClr val="bg1"/>
                </a:solidFill>
              </a:rPr>
              <a:t> </a:t>
            </a:r>
            <a:r>
              <a:rPr lang="am-ET" sz="6600" dirty="0">
                <a:solidFill>
                  <a:schemeClr val="bg1"/>
                </a:solidFill>
              </a:rPr>
              <a:t>ጌታ በመንፈስ ቅዱስም እናምናለን፤በነቢያት አፍ </a:t>
            </a:r>
            <a:r>
              <a:rPr lang="en-US" sz="6600" dirty="0" err="1">
                <a:solidFill>
                  <a:schemeClr val="bg1"/>
                </a:solidFill>
              </a:rPr>
              <a:t>እንደ</a:t>
            </a:r>
            <a:r>
              <a:rPr lang="am-ET" sz="6600" dirty="0">
                <a:solidFill>
                  <a:schemeClr val="bg1"/>
                </a:solidFill>
              </a:rPr>
              <a:t>ተናገረው ከአብና ከወልድ ጋር ለሱም እንሰግድለት እናመስግነውም፡፡ በሁሉ ቦታ የምትገኝ የሐዋርያት ጉባኤ በሆነችው በአንዲት ቅድስት ቤተክርስትያን</a:t>
            </a:r>
          </a:p>
        </p:txBody>
      </p:sp>
    </p:spTree>
    <p:extLst>
      <p:ext uri="{BB962C8B-B14F-4D97-AF65-F5344CB8AC3E}">
        <p14:creationId xmlns:p14="http://schemas.microsoft.com/office/powerpoint/2010/main" val="4088872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chemeClr val="bg1"/>
                </a:solidFill>
              </a:rPr>
              <a:t>እናምናለን፡፡ ለኃጢአት </a:t>
            </a:r>
            <a:r>
              <a:rPr lang="en-US" sz="7200" dirty="0">
                <a:solidFill>
                  <a:schemeClr val="bg1"/>
                </a:solidFill>
              </a:rPr>
              <a:t>ሥርየት</a:t>
            </a:r>
            <a:r>
              <a:rPr lang="am-ET" sz="7200" dirty="0">
                <a:solidFill>
                  <a:schemeClr val="bg1"/>
                </a:solidFill>
              </a:rPr>
              <a:t> በተሠራችው በአንዲት ጥምቀት እናምናለን በሙታን ትንሣኤ በሚመጣው በዘለዓለም ሕይወትም ተስፋ እናደርጋለን፡፡ አሜን፡፡</a:t>
            </a:r>
          </a:p>
        </p:txBody>
      </p:sp>
    </p:spTree>
    <p:extLst>
      <p:ext uri="{BB962C8B-B14F-4D97-AF65-F5344CB8AC3E}">
        <p14:creationId xmlns:p14="http://schemas.microsoft.com/office/powerpoint/2010/main" val="16831826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lgn="ctr">
              <a:buNone/>
            </a:pPr>
            <a:r>
              <a:rPr lang="am-ET" sz="4800" dirty="0">
                <a:solidFill>
                  <a:srgbClr val="C00000"/>
                </a:solidFill>
              </a:rPr>
              <a:t>ይ.ካ. </a:t>
            </a:r>
            <a:r>
              <a:rPr lang="am-ET" sz="4800" dirty="0">
                <a:solidFill>
                  <a:schemeClr val="bg1"/>
                </a:solidFill>
              </a:rPr>
              <a:t>ሰውን ያለመበላሸት የፈጠርከው ትልቁ ዘለዓለማዊ እግዚአብሔር ሆይ በሰይጣን ቅንአት ወደ ዓለም የገባውን ሞት ሕያው በሆነው በልጅህ በጌታችን በአምላካችን በመድኃኒታችን በኢየሱስ ክርስቶስ መምጣት አጠፋህ፡፡ በሰማይ ለእግዚአብሔር ምስጋና በምድርም እግዚአብሔር ለሚወዳቸው ሰዎች ሰላም ይሁን እያሉ የሰማይ ሠራዊት አንተን የሚያመሰግኑበትን ከሰማይ የተገኘውን ሰላምህን በምድር ሁሉ ሞላህ፡፡</a:t>
            </a:r>
          </a:p>
        </p:txBody>
      </p:sp>
    </p:spTree>
    <p:extLst>
      <p:ext uri="{BB962C8B-B14F-4D97-AF65-F5344CB8AC3E}">
        <p14:creationId xmlns:p14="http://schemas.microsoft.com/office/powerpoint/2010/main" val="22282602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ይ.ሕ. </a:t>
            </a:r>
            <a:r>
              <a:rPr lang="am-ET" sz="6600" dirty="0">
                <a:solidFill>
                  <a:schemeClr val="bg1"/>
                </a:solidFill>
              </a:rPr>
              <a:t>በሰማይ ለእግዚአብሔር ምስጋና በምድርም እግዚአብሔር ለሚወዳቸው ሰዎች ሰላም ይሁን፡፡</a:t>
            </a:r>
          </a:p>
          <a:p>
            <a:pPr marL="0" indent="0">
              <a:buNone/>
            </a:pPr>
            <a:endParaRPr lang="am-ET" sz="6600" dirty="0">
              <a:solidFill>
                <a:schemeClr val="bg1"/>
              </a:solidFill>
            </a:endParaRPr>
          </a:p>
        </p:txBody>
      </p:sp>
    </p:spTree>
    <p:extLst>
      <p:ext uri="{BB962C8B-B14F-4D97-AF65-F5344CB8AC3E}">
        <p14:creationId xmlns:p14="http://schemas.microsoft.com/office/powerpoint/2010/main" val="10250294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300" dirty="0">
                <a:solidFill>
                  <a:srgbClr val="C00000"/>
                </a:solidFill>
              </a:rPr>
              <a:t>ይ.ካ. </a:t>
            </a:r>
            <a:r>
              <a:rPr lang="am-ET" sz="6300" dirty="0">
                <a:solidFill>
                  <a:schemeClr val="bg1"/>
                </a:solidFill>
              </a:rPr>
              <a:t>ጌታ ሆይ በመልካም ፈቃድህ ለሁላችንም በልባችን ውስጥ ሰላምህን ሙላ ከእድፍ ሁሉ ከሴሰን ሁሉ ከቂምና ከቅንአትም ሁሉ ከክፉ ሥራ ሁሉና ሞትን የምታለብስ ክፋትን ከማሰብ እንጻን በቅዱስ ሰላምታ ሁላችንም ሰላም እንድንባባል የተገባን አድርገን፡፡</a:t>
            </a:r>
          </a:p>
        </p:txBody>
      </p:sp>
    </p:spTree>
    <p:extLst>
      <p:ext uri="{BB962C8B-B14F-4D97-AF65-F5344CB8AC3E}">
        <p14:creationId xmlns:p14="http://schemas.microsoft.com/office/powerpoint/2010/main" val="9150417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ይ.ዲ. </a:t>
            </a:r>
            <a:r>
              <a:rPr lang="am-ET" sz="6600" dirty="0">
                <a:solidFill>
                  <a:schemeClr val="bg1"/>
                </a:solidFill>
              </a:rPr>
              <a:t>ሰለ ሰላምና ስለ ፍቅር ጸልዩ ቅዱስ በሆነ ሰላምታ ሰላም ተባባሉ፡፡</a:t>
            </a:r>
          </a:p>
          <a:p>
            <a:pPr marL="0" indent="0">
              <a:buNone/>
            </a:pPr>
            <a:r>
              <a:rPr lang="am-ET" sz="6600" dirty="0">
                <a:solidFill>
                  <a:srgbClr val="C00000"/>
                </a:solidFill>
              </a:rPr>
              <a:t>ይ.ሕ. </a:t>
            </a:r>
            <a:r>
              <a:rPr lang="am-ET" sz="6600" dirty="0">
                <a:solidFill>
                  <a:schemeClr val="bg1"/>
                </a:solidFill>
              </a:rPr>
              <a:t>ክርስቶስ አምላካችን ሆይ በተቀደሰ ሰላምታ ሰላም እንድንባባል የተገባን አድርገን፡፡</a:t>
            </a:r>
          </a:p>
        </p:txBody>
      </p:sp>
    </p:spTree>
    <p:extLst>
      <p:ext uri="{BB962C8B-B14F-4D97-AF65-F5344CB8AC3E}">
        <p14:creationId xmlns:p14="http://schemas.microsoft.com/office/powerpoint/2010/main" val="22220244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152142"/>
            <a:ext cx="11980517" cy="6694202"/>
          </a:xfrm>
        </p:spPr>
        <p:txBody>
          <a:bodyPr>
            <a:normAutofit/>
          </a:bodyPr>
          <a:lstStyle/>
          <a:p>
            <a:pPr marL="0" indent="0" algn="ctr">
              <a:lnSpc>
                <a:spcPct val="120000"/>
              </a:lnSpc>
              <a:buNone/>
            </a:pPr>
            <a:endParaRPr lang="en-US" sz="6600" dirty="0">
              <a:solidFill>
                <a:schemeClr val="bg1"/>
              </a:solidFill>
              <a:latin typeface="NotoSansEthiopic"/>
            </a:endParaRPr>
          </a:p>
          <a:p>
            <a:pPr marL="0" indent="0" algn="ctr">
              <a:lnSpc>
                <a:spcPct val="120000"/>
              </a:lnSpc>
              <a:buNone/>
            </a:pPr>
            <a:r>
              <a:rPr lang="en-US" sz="8800" b="1" dirty="0" err="1">
                <a:solidFill>
                  <a:srgbClr val="FF0000"/>
                </a:solidFill>
                <a:latin typeface="NotoSansEthiopic"/>
              </a:rPr>
              <a:t>የአባቶቻችን</a:t>
            </a:r>
            <a:r>
              <a:rPr lang="en-US" sz="8800" b="1" dirty="0">
                <a:solidFill>
                  <a:srgbClr val="FF0000"/>
                </a:solidFill>
                <a:latin typeface="NotoSansEthiopic"/>
              </a:rPr>
              <a:t> </a:t>
            </a:r>
            <a:r>
              <a:rPr lang="en-US" sz="8800" b="1" dirty="0" err="1">
                <a:solidFill>
                  <a:srgbClr val="FF0000"/>
                </a:solidFill>
                <a:latin typeface="NotoSansEthiopic"/>
              </a:rPr>
              <a:t>የቅዱሳን</a:t>
            </a:r>
            <a:r>
              <a:rPr lang="en-US" sz="8800" b="1" dirty="0">
                <a:solidFill>
                  <a:srgbClr val="FF0000"/>
                </a:solidFill>
                <a:latin typeface="NotoSansEthiopic"/>
              </a:rPr>
              <a:t> </a:t>
            </a:r>
            <a:r>
              <a:rPr lang="en-US" sz="8800" b="1" dirty="0" err="1">
                <a:solidFill>
                  <a:srgbClr val="FF0000"/>
                </a:solidFill>
                <a:latin typeface="NotoSansEthiopic"/>
              </a:rPr>
              <a:t>ሐዋርያት</a:t>
            </a:r>
            <a:r>
              <a:rPr lang="en-US" sz="8800" b="1" dirty="0">
                <a:solidFill>
                  <a:srgbClr val="FF0000"/>
                </a:solidFill>
                <a:latin typeface="NotoSansEthiopic"/>
              </a:rPr>
              <a:t> </a:t>
            </a:r>
          </a:p>
          <a:p>
            <a:pPr marL="0" indent="0" algn="ctr">
              <a:lnSpc>
                <a:spcPct val="120000"/>
              </a:lnSpc>
              <a:buNone/>
            </a:pPr>
            <a:r>
              <a:rPr lang="en-US" sz="8800" b="1" dirty="0" err="1">
                <a:solidFill>
                  <a:srgbClr val="FF0000"/>
                </a:solidFill>
                <a:latin typeface="NotoSansEthiopic"/>
              </a:rPr>
              <a:t>የቁርባን</a:t>
            </a:r>
            <a:r>
              <a:rPr lang="en-US" sz="8800" b="1" dirty="0">
                <a:solidFill>
                  <a:srgbClr val="FF0000"/>
                </a:solidFill>
                <a:latin typeface="NotoSansEthiopic"/>
              </a:rPr>
              <a:t> </a:t>
            </a:r>
            <a:r>
              <a:rPr lang="en-US" sz="8800" b="1" dirty="0" err="1">
                <a:solidFill>
                  <a:srgbClr val="FF0000"/>
                </a:solidFill>
                <a:latin typeface="NotoSansEthiopic"/>
              </a:rPr>
              <a:t>ጸሎት</a:t>
            </a:r>
            <a:endParaRPr lang="am-ET" sz="8800" b="1" dirty="0">
              <a:solidFill>
                <a:srgbClr val="FF0000"/>
              </a:solidFill>
              <a:latin typeface="NotoSansEthiopic"/>
            </a:endParaRPr>
          </a:p>
        </p:txBody>
      </p:sp>
    </p:spTree>
    <p:extLst>
      <p:ext uri="{BB962C8B-B14F-4D97-AF65-F5344CB8AC3E}">
        <p14:creationId xmlns:p14="http://schemas.microsoft.com/office/powerpoint/2010/main" val="4302167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ይ.ካ. </a:t>
            </a:r>
            <a:r>
              <a:rPr lang="am-ET" sz="6000" dirty="0">
                <a:solidFill>
                  <a:schemeClr val="bg1"/>
                </a:solidFill>
              </a:rPr>
              <a:t>እግዚአብሔር ከሁላችን ጋር ይሁን፡፡</a:t>
            </a:r>
          </a:p>
          <a:p>
            <a:pPr marL="0" indent="0">
              <a:buNone/>
            </a:pPr>
            <a:r>
              <a:rPr lang="am-ET" sz="6000" dirty="0">
                <a:solidFill>
                  <a:srgbClr val="C00000"/>
                </a:solidFill>
              </a:rPr>
              <a:t>ይ.ሕ. </a:t>
            </a:r>
            <a:r>
              <a:rPr lang="am-ET" sz="6000" dirty="0">
                <a:solidFill>
                  <a:schemeClr val="bg1"/>
                </a:solidFill>
              </a:rPr>
              <a:t>ከመንፈስህም ጋር፡፡</a:t>
            </a:r>
          </a:p>
          <a:p>
            <a:pPr marL="0" indent="0">
              <a:buNone/>
            </a:pPr>
            <a:r>
              <a:rPr lang="am-ET" sz="6000" dirty="0">
                <a:solidFill>
                  <a:srgbClr val="C00000"/>
                </a:solidFill>
              </a:rPr>
              <a:t>ይ.ካ. </a:t>
            </a:r>
            <a:r>
              <a:rPr lang="am-ET" sz="6000" dirty="0">
                <a:solidFill>
                  <a:schemeClr val="bg1"/>
                </a:solidFill>
              </a:rPr>
              <a:t>አምላካችንን አመስግኑት</a:t>
            </a:r>
          </a:p>
          <a:p>
            <a:pPr marL="0" indent="0">
              <a:buNone/>
            </a:pPr>
            <a:r>
              <a:rPr lang="am-ET" sz="6000" dirty="0">
                <a:solidFill>
                  <a:srgbClr val="C00000"/>
                </a:solidFill>
              </a:rPr>
              <a:t>ይ.ሕ. </a:t>
            </a:r>
            <a:r>
              <a:rPr lang="am-ET" sz="6000" dirty="0">
                <a:solidFill>
                  <a:schemeClr val="bg1"/>
                </a:solidFill>
              </a:rPr>
              <a:t>እውነት ነው ይገባል፡፡</a:t>
            </a:r>
          </a:p>
          <a:p>
            <a:pPr marL="0" indent="0">
              <a:buNone/>
            </a:pPr>
            <a:r>
              <a:rPr lang="am-ET" sz="6000" dirty="0">
                <a:solidFill>
                  <a:srgbClr val="C00000"/>
                </a:solidFill>
              </a:rPr>
              <a:t>ይ.ካ. </a:t>
            </a:r>
            <a:r>
              <a:rPr lang="am-ET" sz="6000" dirty="0">
                <a:solidFill>
                  <a:schemeClr val="bg1"/>
                </a:solidFill>
              </a:rPr>
              <a:t>ልባችሁን ከፍ አድርጉ፡፡</a:t>
            </a:r>
          </a:p>
          <a:p>
            <a:pPr marL="0" indent="0">
              <a:buNone/>
            </a:pPr>
            <a:r>
              <a:rPr lang="am-ET" sz="6000" dirty="0">
                <a:solidFill>
                  <a:srgbClr val="C00000"/>
                </a:solidFill>
              </a:rPr>
              <a:t>ይ.ሕ. </a:t>
            </a:r>
            <a:r>
              <a:rPr lang="am-ET" sz="6000" dirty="0">
                <a:solidFill>
                  <a:schemeClr val="bg1"/>
                </a:solidFill>
              </a:rPr>
              <a:t>ልባችን በአምላካችን በእግዚአብሔር ዘንድ ነው፡፡</a:t>
            </a:r>
          </a:p>
        </p:txBody>
      </p:sp>
    </p:spTree>
    <p:extLst>
      <p:ext uri="{BB962C8B-B14F-4D97-AF65-F5344CB8AC3E}">
        <p14:creationId xmlns:p14="http://schemas.microsoft.com/office/powerpoint/2010/main" val="15267183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ይ.ካ. </a:t>
            </a:r>
            <a:r>
              <a:rPr lang="en-US" sz="6600" dirty="0" err="1">
                <a:solidFill>
                  <a:schemeClr val="bg1"/>
                </a:solidFill>
              </a:rPr>
              <a:t>በኋለኛው</a:t>
            </a:r>
            <a:r>
              <a:rPr lang="en-US" sz="6600" dirty="0">
                <a:solidFill>
                  <a:schemeClr val="bg1"/>
                </a:solidFill>
              </a:rPr>
              <a:t> </a:t>
            </a:r>
            <a:r>
              <a:rPr lang="en-US" sz="6600" dirty="0" err="1">
                <a:solidFill>
                  <a:schemeClr val="bg1"/>
                </a:solidFill>
              </a:rPr>
              <a:t>ዘመን</a:t>
            </a:r>
            <a:r>
              <a:rPr lang="en-US" sz="6600" dirty="0">
                <a:solidFill>
                  <a:schemeClr val="bg1"/>
                </a:solidFill>
              </a:rPr>
              <a:t> </a:t>
            </a:r>
            <a:r>
              <a:rPr lang="en-US" sz="6600" dirty="0" err="1">
                <a:solidFill>
                  <a:schemeClr val="bg1"/>
                </a:solidFill>
              </a:rPr>
              <a:t>አዳኝና</a:t>
            </a:r>
            <a:r>
              <a:rPr lang="en-US" sz="6600" dirty="0">
                <a:solidFill>
                  <a:schemeClr val="bg1"/>
                </a:solidFill>
              </a:rPr>
              <a:t> </a:t>
            </a:r>
            <a:r>
              <a:rPr lang="en-US" sz="6600" dirty="0" err="1">
                <a:solidFill>
                  <a:schemeClr val="bg1"/>
                </a:solidFill>
              </a:rPr>
              <a:t>ታዳጊ</a:t>
            </a:r>
            <a:r>
              <a:rPr lang="en-US" sz="6600" dirty="0">
                <a:solidFill>
                  <a:schemeClr val="bg1"/>
                </a:solidFill>
              </a:rPr>
              <a:t> </a:t>
            </a:r>
            <a:r>
              <a:rPr lang="en-US" sz="6600" dirty="0" err="1">
                <a:solidFill>
                  <a:schemeClr val="bg1"/>
                </a:solidFill>
              </a:rPr>
              <a:t>የምክርህም</a:t>
            </a:r>
            <a:r>
              <a:rPr lang="en-US" sz="6600" dirty="0">
                <a:solidFill>
                  <a:schemeClr val="bg1"/>
                </a:solidFill>
              </a:rPr>
              <a:t> </a:t>
            </a:r>
            <a:r>
              <a:rPr lang="en-US" sz="6600" dirty="0" err="1">
                <a:solidFill>
                  <a:schemeClr val="bg1"/>
                </a:solidFill>
              </a:rPr>
              <a:t>መልእክተኛ</a:t>
            </a:r>
            <a:r>
              <a:rPr lang="en-US" sz="6600" dirty="0">
                <a:solidFill>
                  <a:schemeClr val="bg1"/>
                </a:solidFill>
              </a:rPr>
              <a:t> </a:t>
            </a:r>
            <a:r>
              <a:rPr lang="en-US" sz="6600" dirty="0" err="1">
                <a:solidFill>
                  <a:schemeClr val="bg1"/>
                </a:solidFill>
              </a:rPr>
              <a:t>የሆነውን</a:t>
            </a:r>
            <a:r>
              <a:rPr lang="en-US" sz="6600" dirty="0">
                <a:solidFill>
                  <a:schemeClr val="bg1"/>
                </a:solidFill>
              </a:rPr>
              <a:t> </a:t>
            </a:r>
            <a:r>
              <a:rPr lang="en-US" sz="6600" dirty="0" err="1">
                <a:solidFill>
                  <a:schemeClr val="bg1"/>
                </a:solidFill>
              </a:rPr>
              <a:t>ልጅህን</a:t>
            </a:r>
            <a:r>
              <a:rPr lang="en-US" sz="6600" dirty="0">
                <a:solidFill>
                  <a:schemeClr val="bg1"/>
                </a:solidFill>
              </a:rPr>
              <a:t> </a:t>
            </a:r>
            <a:r>
              <a:rPr lang="en-US" sz="6600" dirty="0" err="1">
                <a:solidFill>
                  <a:schemeClr val="bg1"/>
                </a:solidFill>
              </a:rPr>
              <a:t>የላክልን</a:t>
            </a:r>
            <a:r>
              <a:rPr lang="en-US" sz="6600" dirty="0">
                <a:solidFill>
                  <a:schemeClr val="bg1"/>
                </a:solidFill>
              </a:rPr>
              <a:t> </a:t>
            </a:r>
            <a:r>
              <a:rPr lang="en-US" sz="6600" dirty="0" err="1">
                <a:solidFill>
                  <a:schemeClr val="bg1"/>
                </a:solidFill>
              </a:rPr>
              <a:t>ጌታ</a:t>
            </a:r>
            <a:r>
              <a:rPr lang="en-US" sz="6600" dirty="0">
                <a:solidFill>
                  <a:schemeClr val="bg1"/>
                </a:solidFill>
              </a:rPr>
              <a:t> </a:t>
            </a:r>
            <a:r>
              <a:rPr lang="en-US" sz="6600" dirty="0" err="1">
                <a:solidFill>
                  <a:schemeClr val="bg1"/>
                </a:solidFill>
              </a:rPr>
              <a:t>ሆይ</a:t>
            </a:r>
            <a:r>
              <a:rPr lang="en-US" sz="6600" dirty="0">
                <a:solidFill>
                  <a:schemeClr val="bg1"/>
                </a:solidFill>
              </a:rPr>
              <a:t> </a:t>
            </a:r>
            <a:r>
              <a:rPr lang="en-US" sz="6600" dirty="0" err="1">
                <a:solidFill>
                  <a:schemeClr val="bg1"/>
                </a:solidFill>
              </a:rPr>
              <a:t>በተወደደው</a:t>
            </a:r>
            <a:r>
              <a:rPr lang="en-US" sz="6600" dirty="0">
                <a:solidFill>
                  <a:schemeClr val="bg1"/>
                </a:solidFill>
              </a:rPr>
              <a:t> </a:t>
            </a:r>
            <a:r>
              <a:rPr lang="en-US" sz="6600" dirty="0" err="1">
                <a:solidFill>
                  <a:schemeClr val="bg1"/>
                </a:solidFill>
              </a:rPr>
              <a:t>ልጅህ</a:t>
            </a:r>
            <a:r>
              <a:rPr lang="en-US" sz="6600" dirty="0">
                <a:solidFill>
                  <a:schemeClr val="bg1"/>
                </a:solidFill>
              </a:rPr>
              <a:t> </a:t>
            </a:r>
            <a:r>
              <a:rPr lang="en-US" sz="6600" dirty="0" err="1">
                <a:solidFill>
                  <a:schemeClr val="bg1"/>
                </a:solidFill>
              </a:rPr>
              <a:t>በጌታችን</a:t>
            </a:r>
            <a:r>
              <a:rPr lang="en-US" sz="6600" dirty="0">
                <a:solidFill>
                  <a:schemeClr val="bg1"/>
                </a:solidFill>
              </a:rPr>
              <a:t> </a:t>
            </a:r>
            <a:r>
              <a:rPr lang="en-US" sz="6600" dirty="0" err="1">
                <a:solidFill>
                  <a:schemeClr val="bg1"/>
                </a:solidFill>
              </a:rPr>
              <a:t>በኢየሱስ</a:t>
            </a:r>
            <a:r>
              <a:rPr lang="en-US" sz="6600" dirty="0">
                <a:solidFill>
                  <a:schemeClr val="bg1"/>
                </a:solidFill>
              </a:rPr>
              <a:t> </a:t>
            </a:r>
            <a:r>
              <a:rPr lang="en-US" sz="6600" dirty="0" err="1">
                <a:solidFill>
                  <a:schemeClr val="bg1"/>
                </a:solidFill>
              </a:rPr>
              <a:t>ክርስቶስ</a:t>
            </a:r>
            <a:r>
              <a:rPr lang="en-US" sz="6600" dirty="0">
                <a:solidFill>
                  <a:schemeClr val="bg1"/>
                </a:solidFill>
              </a:rPr>
              <a:t> </a:t>
            </a:r>
            <a:r>
              <a:rPr lang="en-US" sz="6600" dirty="0" err="1">
                <a:solidFill>
                  <a:schemeClr val="bg1"/>
                </a:solidFill>
              </a:rPr>
              <a:t>እናመሰግንሃልን</a:t>
            </a:r>
            <a:r>
              <a:rPr lang="en-US" sz="6600" dirty="0">
                <a:solidFill>
                  <a:schemeClr val="bg1"/>
                </a:solidFill>
              </a:rPr>
              <a:t> </a:t>
            </a:r>
            <a:r>
              <a:rPr lang="en-US" sz="6600" dirty="0" err="1">
                <a:solidFill>
                  <a:schemeClr val="bg1"/>
                </a:solidFill>
              </a:rPr>
              <a:t>ይህ</a:t>
            </a:r>
            <a:r>
              <a:rPr lang="en-US" sz="6600" dirty="0">
                <a:solidFill>
                  <a:schemeClr val="bg1"/>
                </a:solidFill>
              </a:rPr>
              <a:t> </a:t>
            </a:r>
            <a:r>
              <a:rPr lang="en-US" sz="6600" dirty="0" err="1">
                <a:solidFill>
                  <a:schemeClr val="bg1"/>
                </a:solidFill>
              </a:rPr>
              <a:t>ቃል</a:t>
            </a:r>
            <a:r>
              <a:rPr lang="en-US" sz="6600" dirty="0">
                <a:solidFill>
                  <a:schemeClr val="bg1"/>
                </a:solidFill>
              </a:rPr>
              <a:t> </a:t>
            </a:r>
            <a:r>
              <a:rPr lang="en-US" sz="6600" dirty="0" err="1">
                <a:solidFill>
                  <a:schemeClr val="bg1"/>
                </a:solidFill>
              </a:rPr>
              <a:t>ካንተ</a:t>
            </a:r>
            <a:r>
              <a:rPr lang="en-US" sz="6600" dirty="0">
                <a:solidFill>
                  <a:schemeClr val="bg1"/>
                </a:solidFill>
              </a:rPr>
              <a:t> </a:t>
            </a:r>
            <a:r>
              <a:rPr lang="en-US" sz="6600" dirty="0" err="1">
                <a:solidFill>
                  <a:schemeClr val="bg1"/>
                </a:solidFill>
              </a:rPr>
              <a:t>የተገኘ</a:t>
            </a:r>
            <a:r>
              <a:rPr lang="en-US" sz="6600" dirty="0">
                <a:solidFill>
                  <a:schemeClr val="bg1"/>
                </a:solidFill>
              </a:rPr>
              <a:t> </a:t>
            </a:r>
            <a:r>
              <a:rPr lang="en-US" sz="6600" dirty="0" err="1">
                <a:solidFill>
                  <a:schemeClr val="bg1"/>
                </a:solidFill>
              </a:rPr>
              <a:t>ነው</a:t>
            </a:r>
            <a:r>
              <a:rPr lang="en-US" sz="6600" dirty="0">
                <a:solidFill>
                  <a:schemeClr val="bg1"/>
                </a:solidFill>
              </a:rPr>
              <a:t> </a:t>
            </a:r>
            <a:r>
              <a:rPr lang="en-US" sz="6600" dirty="0" err="1">
                <a:solidFill>
                  <a:schemeClr val="bg1"/>
                </a:solidFill>
              </a:rPr>
              <a:t>በርሱም</a:t>
            </a:r>
            <a:r>
              <a:rPr lang="en-US" sz="6600" dirty="0">
                <a:solidFill>
                  <a:schemeClr val="bg1"/>
                </a:solidFill>
              </a:rPr>
              <a:t> </a:t>
            </a:r>
            <a:r>
              <a:rPr lang="en-US" sz="6600" dirty="0" err="1">
                <a:solidFill>
                  <a:schemeClr val="bg1"/>
                </a:solidFill>
              </a:rPr>
              <a:t>ሁሉን</a:t>
            </a:r>
            <a:r>
              <a:rPr lang="en-US" sz="6600" dirty="0">
                <a:solidFill>
                  <a:schemeClr val="bg1"/>
                </a:solidFill>
              </a:rPr>
              <a:t> </a:t>
            </a:r>
            <a:r>
              <a:rPr lang="en-US" sz="6600" dirty="0" err="1">
                <a:solidFill>
                  <a:schemeClr val="bg1"/>
                </a:solidFill>
              </a:rPr>
              <a:t>በፈቃድህ</a:t>
            </a:r>
            <a:r>
              <a:rPr lang="en-US" sz="6600" dirty="0">
                <a:solidFill>
                  <a:schemeClr val="bg1"/>
                </a:solidFill>
              </a:rPr>
              <a:t> </a:t>
            </a:r>
            <a:r>
              <a:rPr lang="en-US" sz="6600" dirty="0" err="1">
                <a:solidFill>
                  <a:schemeClr val="bg1"/>
                </a:solidFill>
              </a:rPr>
              <a:t>አደረግህ</a:t>
            </a:r>
            <a:r>
              <a:rPr lang="en-US" sz="6600" dirty="0">
                <a:solidFill>
                  <a:schemeClr val="bg1"/>
                </a:solidFill>
              </a:rPr>
              <a:t>።</a:t>
            </a:r>
            <a:endParaRPr lang="am-ET" sz="6600" dirty="0">
              <a:solidFill>
                <a:schemeClr val="bg1"/>
              </a:solidFill>
            </a:endParaRPr>
          </a:p>
        </p:txBody>
      </p:sp>
    </p:spTree>
    <p:extLst>
      <p:ext uri="{BB962C8B-B14F-4D97-AF65-F5344CB8AC3E}">
        <p14:creationId xmlns:p14="http://schemas.microsoft.com/office/powerpoint/2010/main" val="42149116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800" dirty="0">
                <a:solidFill>
                  <a:srgbClr val="C00000"/>
                </a:solidFill>
              </a:rPr>
              <a:t>ይ.</a:t>
            </a:r>
            <a:r>
              <a:rPr lang="en-US" sz="5800" dirty="0">
                <a:solidFill>
                  <a:srgbClr val="C00000"/>
                </a:solidFill>
              </a:rPr>
              <a:t>ዲ</a:t>
            </a:r>
            <a:r>
              <a:rPr lang="am-ET" sz="5800" dirty="0">
                <a:solidFill>
                  <a:srgbClr val="C00000"/>
                </a:solidFill>
              </a:rPr>
              <a:t>. </a:t>
            </a:r>
            <a:r>
              <a:rPr lang="en-US" sz="5800" dirty="0" err="1">
                <a:solidFill>
                  <a:schemeClr val="bg1"/>
                </a:solidFill>
              </a:rPr>
              <a:t>ስለ</a:t>
            </a:r>
            <a:r>
              <a:rPr lang="en-US" sz="5800" dirty="0">
                <a:solidFill>
                  <a:schemeClr val="bg1"/>
                </a:solidFill>
              </a:rPr>
              <a:t> </a:t>
            </a:r>
            <a:r>
              <a:rPr lang="en-US" sz="5800" dirty="0" err="1">
                <a:solidFill>
                  <a:schemeClr val="bg1"/>
                </a:solidFill>
              </a:rPr>
              <a:t>ብፁዕና</a:t>
            </a:r>
            <a:r>
              <a:rPr lang="en-US" sz="5800" dirty="0">
                <a:solidFill>
                  <a:schemeClr val="bg1"/>
                </a:solidFill>
              </a:rPr>
              <a:t> </a:t>
            </a:r>
            <a:r>
              <a:rPr lang="en-US" sz="5800" dirty="0" err="1">
                <a:solidFill>
                  <a:schemeClr val="bg1"/>
                </a:solidFill>
              </a:rPr>
              <a:t>ቅዱስ</a:t>
            </a:r>
            <a:r>
              <a:rPr lang="en-US" sz="5800" dirty="0">
                <a:solidFill>
                  <a:schemeClr val="bg1"/>
                </a:solidFill>
              </a:rPr>
              <a:t> </a:t>
            </a:r>
            <a:r>
              <a:rPr lang="en-US" sz="5800" dirty="0" err="1">
                <a:solidFill>
                  <a:schemeClr val="bg1"/>
                </a:solidFill>
              </a:rPr>
              <a:t>ርእሰ</a:t>
            </a:r>
            <a:r>
              <a:rPr lang="en-US" sz="5800" dirty="0">
                <a:solidFill>
                  <a:schemeClr val="bg1"/>
                </a:solidFill>
              </a:rPr>
              <a:t> </a:t>
            </a:r>
            <a:r>
              <a:rPr lang="en-US" sz="5800" dirty="0" err="1">
                <a:solidFill>
                  <a:schemeClr val="bg1"/>
                </a:solidFill>
              </a:rPr>
              <a:t>ሊቃነ</a:t>
            </a:r>
            <a:r>
              <a:rPr lang="en-US" sz="5800" dirty="0">
                <a:solidFill>
                  <a:schemeClr val="bg1"/>
                </a:solidFill>
              </a:rPr>
              <a:t> </a:t>
            </a:r>
            <a:r>
              <a:rPr lang="en-US" sz="5800" dirty="0" err="1">
                <a:solidFill>
                  <a:schemeClr val="bg1"/>
                </a:solidFill>
              </a:rPr>
              <a:t>ጳጳሳት</a:t>
            </a:r>
            <a:r>
              <a:rPr lang="en-US" sz="5800" dirty="0">
                <a:solidFill>
                  <a:schemeClr val="bg1"/>
                </a:solidFill>
              </a:rPr>
              <a:t> </a:t>
            </a:r>
            <a:r>
              <a:rPr lang="en-US" sz="5800" dirty="0" err="1">
                <a:solidFill>
                  <a:schemeClr val="bg1"/>
                </a:solidFill>
              </a:rPr>
              <a:t>አቡነ</a:t>
            </a:r>
            <a:r>
              <a:rPr lang="en-US" sz="5800" dirty="0">
                <a:solidFill>
                  <a:schemeClr val="bg1"/>
                </a:solidFill>
              </a:rPr>
              <a:t> </a:t>
            </a:r>
            <a:r>
              <a:rPr lang="en-US" sz="5800" dirty="0" err="1">
                <a:solidFill>
                  <a:schemeClr val="bg1"/>
                </a:solidFill>
              </a:rPr>
              <a:t>ሊዮ</a:t>
            </a:r>
            <a:r>
              <a:rPr lang="en-US" sz="5800" dirty="0">
                <a:solidFill>
                  <a:schemeClr val="bg1"/>
                </a:solidFill>
              </a:rPr>
              <a:t> </a:t>
            </a:r>
            <a:r>
              <a:rPr lang="en-US" sz="5800" dirty="0" err="1">
                <a:solidFill>
                  <a:schemeClr val="bg1"/>
                </a:solidFill>
              </a:rPr>
              <a:t>ስለ</a:t>
            </a:r>
            <a:r>
              <a:rPr lang="en-US" sz="5800" dirty="0">
                <a:solidFill>
                  <a:schemeClr val="bg1"/>
                </a:solidFill>
              </a:rPr>
              <a:t> </a:t>
            </a:r>
            <a:r>
              <a:rPr lang="en-US" sz="5800" dirty="0" err="1">
                <a:solidFill>
                  <a:schemeClr val="bg1"/>
                </a:solidFill>
              </a:rPr>
              <a:t>ብፁዕ</a:t>
            </a:r>
            <a:r>
              <a:rPr lang="en-US" sz="5800" dirty="0">
                <a:solidFill>
                  <a:schemeClr val="bg1"/>
                </a:solidFill>
              </a:rPr>
              <a:t> </a:t>
            </a:r>
            <a:r>
              <a:rPr lang="en-US" sz="5800" dirty="0" err="1">
                <a:solidFill>
                  <a:schemeClr val="bg1"/>
                </a:solidFill>
              </a:rPr>
              <a:t>ጳጳሳችንም</a:t>
            </a:r>
            <a:r>
              <a:rPr lang="en-US" sz="5800" dirty="0">
                <a:solidFill>
                  <a:schemeClr val="bg1"/>
                </a:solidFill>
              </a:rPr>
              <a:t> </a:t>
            </a:r>
            <a:r>
              <a:rPr lang="en-US" sz="5800" dirty="0" err="1">
                <a:solidFill>
                  <a:schemeClr val="bg1"/>
                </a:solidFill>
              </a:rPr>
              <a:t>አቡነ</a:t>
            </a:r>
            <a:r>
              <a:rPr lang="en-US" sz="5800" dirty="0">
                <a:solidFill>
                  <a:schemeClr val="bg1"/>
                </a:solidFill>
              </a:rPr>
              <a:t> </a:t>
            </a:r>
            <a:r>
              <a:rPr lang="en-US" sz="5800" dirty="0" err="1">
                <a:solidFill>
                  <a:schemeClr val="bg1"/>
                </a:solidFill>
              </a:rPr>
              <a:t>ብርሐነየሱስ</a:t>
            </a:r>
            <a:r>
              <a:rPr lang="en-US" sz="5800" dirty="0">
                <a:solidFill>
                  <a:schemeClr val="bg1"/>
                </a:solidFill>
              </a:rPr>
              <a:t> </a:t>
            </a:r>
            <a:r>
              <a:rPr lang="en-US" sz="5800" dirty="0" err="1">
                <a:solidFill>
                  <a:schemeClr val="bg1"/>
                </a:solidFill>
              </a:rPr>
              <a:t>አቡነ</a:t>
            </a:r>
            <a:r>
              <a:rPr lang="en-US" sz="5800" dirty="0">
                <a:solidFill>
                  <a:schemeClr val="bg1"/>
                </a:solidFill>
              </a:rPr>
              <a:t> </a:t>
            </a:r>
            <a:r>
              <a:rPr lang="en-US" sz="5800" dirty="0" err="1">
                <a:solidFill>
                  <a:schemeClr val="bg1"/>
                </a:solidFill>
              </a:rPr>
              <a:t>ተስፋ</a:t>
            </a:r>
            <a:r>
              <a:rPr lang="en-US" sz="5800" dirty="0">
                <a:solidFill>
                  <a:schemeClr val="bg1"/>
                </a:solidFill>
              </a:rPr>
              <a:t> </a:t>
            </a:r>
            <a:r>
              <a:rPr lang="en-US" sz="5800" dirty="0" err="1">
                <a:solidFill>
                  <a:schemeClr val="bg1"/>
                </a:solidFill>
              </a:rPr>
              <a:t>ስላሴ</a:t>
            </a:r>
            <a:r>
              <a:rPr lang="en-US" sz="5800" dirty="0">
                <a:solidFill>
                  <a:schemeClr val="bg1"/>
                </a:solidFill>
              </a:rPr>
              <a:t> </a:t>
            </a:r>
            <a:r>
              <a:rPr lang="en-US" sz="5800" dirty="0" err="1">
                <a:solidFill>
                  <a:schemeClr val="bg1"/>
                </a:solidFill>
              </a:rPr>
              <a:t>የአምላክ</a:t>
            </a:r>
            <a:r>
              <a:rPr lang="en-US" sz="5800" dirty="0">
                <a:solidFill>
                  <a:schemeClr val="bg1"/>
                </a:solidFill>
              </a:rPr>
              <a:t> </a:t>
            </a:r>
            <a:r>
              <a:rPr lang="en-US" sz="5800" dirty="0" err="1">
                <a:solidFill>
                  <a:schemeClr val="bg1"/>
                </a:solidFill>
              </a:rPr>
              <a:t>እናት</a:t>
            </a:r>
            <a:r>
              <a:rPr lang="en-US" sz="5800" dirty="0">
                <a:solidFill>
                  <a:schemeClr val="bg1"/>
                </a:solidFill>
              </a:rPr>
              <a:t> </a:t>
            </a:r>
            <a:r>
              <a:rPr lang="en-US" sz="5800" dirty="0" err="1">
                <a:solidFill>
                  <a:schemeClr val="bg1"/>
                </a:solidFill>
              </a:rPr>
              <a:t>ቅድስት</a:t>
            </a:r>
            <a:r>
              <a:rPr lang="en-US" sz="5800" dirty="0">
                <a:solidFill>
                  <a:schemeClr val="bg1"/>
                </a:solidFill>
              </a:rPr>
              <a:t> </a:t>
            </a:r>
            <a:r>
              <a:rPr lang="en-US" sz="5800" dirty="0" err="1">
                <a:solidFill>
                  <a:schemeClr val="bg1"/>
                </a:solidFill>
              </a:rPr>
              <a:t>ማርያምና</a:t>
            </a:r>
            <a:r>
              <a:rPr lang="en-US" sz="5800" dirty="0">
                <a:solidFill>
                  <a:schemeClr val="bg1"/>
                </a:solidFill>
              </a:rPr>
              <a:t> </a:t>
            </a:r>
            <a:r>
              <a:rPr lang="en-US" sz="5800" dirty="0" err="1">
                <a:solidFill>
                  <a:schemeClr val="bg1"/>
                </a:solidFill>
              </a:rPr>
              <a:t>የቅዱሳን</a:t>
            </a:r>
            <a:r>
              <a:rPr lang="en-US" sz="5800" dirty="0">
                <a:solidFill>
                  <a:schemeClr val="bg1"/>
                </a:solidFill>
              </a:rPr>
              <a:t> </a:t>
            </a:r>
            <a:r>
              <a:rPr lang="en-US" sz="5800" dirty="0" err="1">
                <a:solidFill>
                  <a:schemeClr val="bg1"/>
                </a:solidFill>
              </a:rPr>
              <a:t>አባቶችን</a:t>
            </a:r>
            <a:r>
              <a:rPr lang="en-US" sz="5800" dirty="0">
                <a:solidFill>
                  <a:schemeClr val="bg1"/>
                </a:solidFill>
              </a:rPr>
              <a:t> </a:t>
            </a:r>
            <a:r>
              <a:rPr lang="en-US" sz="5800" dirty="0" err="1">
                <a:solidFill>
                  <a:schemeClr val="bg1"/>
                </a:solidFill>
              </a:rPr>
              <a:t>የካህኑን</a:t>
            </a:r>
            <a:r>
              <a:rPr lang="en-US" sz="5800" dirty="0">
                <a:solidFill>
                  <a:schemeClr val="bg1"/>
                </a:solidFill>
              </a:rPr>
              <a:t> </a:t>
            </a:r>
            <a:r>
              <a:rPr lang="en-US" sz="5800" dirty="0" err="1">
                <a:solidFill>
                  <a:schemeClr val="bg1"/>
                </a:solidFill>
              </a:rPr>
              <a:t>የዘካርያስን</a:t>
            </a:r>
            <a:r>
              <a:rPr lang="en-US" sz="5800" dirty="0">
                <a:solidFill>
                  <a:schemeClr val="bg1"/>
                </a:solidFill>
              </a:rPr>
              <a:t> </a:t>
            </a:r>
            <a:r>
              <a:rPr lang="en-US" sz="5800" dirty="0" err="1">
                <a:solidFill>
                  <a:schemeClr val="bg1"/>
                </a:solidFill>
              </a:rPr>
              <a:t>የመጥምቁ</a:t>
            </a:r>
            <a:r>
              <a:rPr lang="en-US" sz="5800" dirty="0">
                <a:solidFill>
                  <a:schemeClr val="bg1"/>
                </a:solidFill>
              </a:rPr>
              <a:t> </a:t>
            </a:r>
            <a:r>
              <a:rPr lang="en-US" sz="5800" dirty="0" err="1">
                <a:solidFill>
                  <a:schemeClr val="bg1"/>
                </a:solidFill>
              </a:rPr>
              <a:t>ዮሐንስን</a:t>
            </a:r>
            <a:r>
              <a:rPr lang="en-US" sz="5800" dirty="0">
                <a:solidFill>
                  <a:schemeClr val="bg1"/>
                </a:solidFill>
              </a:rPr>
              <a:t> </a:t>
            </a:r>
            <a:r>
              <a:rPr lang="en-US" sz="5800" dirty="0" err="1">
                <a:solidFill>
                  <a:schemeClr val="bg1"/>
                </a:solidFill>
              </a:rPr>
              <a:t>የሐዋርያትና</a:t>
            </a:r>
            <a:r>
              <a:rPr lang="en-US" sz="5800" dirty="0">
                <a:solidFill>
                  <a:schemeClr val="bg1"/>
                </a:solidFill>
              </a:rPr>
              <a:t> </a:t>
            </a:r>
            <a:r>
              <a:rPr lang="en-US" sz="5800" dirty="0" err="1">
                <a:solidFill>
                  <a:schemeClr val="bg1"/>
                </a:solidFill>
              </a:rPr>
              <a:t>የወንጌላውያንንና</a:t>
            </a:r>
            <a:r>
              <a:rPr lang="en-US" sz="5800" dirty="0">
                <a:solidFill>
                  <a:schemeClr val="bg1"/>
                </a:solidFill>
              </a:rPr>
              <a:t> </a:t>
            </a:r>
            <a:r>
              <a:rPr lang="en-US" sz="5800" dirty="0" err="1">
                <a:solidFill>
                  <a:schemeClr val="bg1"/>
                </a:solidFill>
              </a:rPr>
              <a:t>የሰማዕታትንም</a:t>
            </a:r>
            <a:r>
              <a:rPr lang="en-US" sz="5800" dirty="0">
                <a:solidFill>
                  <a:schemeClr val="bg1"/>
                </a:solidFill>
              </a:rPr>
              <a:t> </a:t>
            </a:r>
            <a:r>
              <a:rPr lang="en-US" sz="5800" dirty="0" err="1">
                <a:solidFill>
                  <a:schemeClr val="bg1"/>
                </a:solidFill>
              </a:rPr>
              <a:t>ሁሉ</a:t>
            </a:r>
            <a:r>
              <a:rPr lang="en-US" sz="5800" dirty="0">
                <a:solidFill>
                  <a:schemeClr val="bg1"/>
                </a:solidFill>
              </a:rPr>
              <a:t> </a:t>
            </a:r>
            <a:r>
              <a:rPr lang="en-US" sz="5800" dirty="0" err="1">
                <a:solidFill>
                  <a:schemeClr val="bg1"/>
                </a:solidFill>
              </a:rPr>
              <a:t>አማላጅነታቸውንም</a:t>
            </a:r>
            <a:r>
              <a:rPr lang="en-US" sz="5800" dirty="0">
                <a:solidFill>
                  <a:schemeClr val="bg1"/>
                </a:solidFill>
              </a:rPr>
              <a:t> </a:t>
            </a:r>
            <a:r>
              <a:rPr lang="en-US" sz="5800" dirty="0" err="1">
                <a:solidFill>
                  <a:schemeClr val="bg1"/>
                </a:solidFill>
              </a:rPr>
              <a:t>እንለምናለን</a:t>
            </a:r>
            <a:r>
              <a:rPr lang="en-US" sz="5800" dirty="0">
                <a:solidFill>
                  <a:schemeClr val="bg1"/>
                </a:solidFill>
              </a:rPr>
              <a:t>።</a:t>
            </a:r>
            <a:endParaRPr lang="am-ET" sz="5800" dirty="0">
              <a:solidFill>
                <a:schemeClr val="bg1"/>
              </a:solidFill>
            </a:endParaRPr>
          </a:p>
        </p:txBody>
      </p:sp>
    </p:spTree>
    <p:extLst>
      <p:ext uri="{BB962C8B-B14F-4D97-AF65-F5344CB8AC3E}">
        <p14:creationId xmlns:p14="http://schemas.microsoft.com/office/powerpoint/2010/main" val="819235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en-US" sz="6000" dirty="0" err="1">
                <a:solidFill>
                  <a:schemeClr val="bg1"/>
                </a:solidFill>
              </a:rPr>
              <a:t>ጌታ</a:t>
            </a:r>
            <a:r>
              <a:rPr lang="en-US" sz="6000" dirty="0">
                <a:solidFill>
                  <a:schemeClr val="bg1"/>
                </a:solidFill>
              </a:rPr>
              <a:t> </a:t>
            </a:r>
            <a:r>
              <a:rPr lang="en-US" sz="6000" dirty="0" err="1">
                <a:solidFill>
                  <a:schemeClr val="bg1"/>
                </a:solidFill>
              </a:rPr>
              <a:t>ሆይ</a:t>
            </a:r>
            <a:r>
              <a:rPr lang="en-US" sz="6000" dirty="0">
                <a:solidFill>
                  <a:schemeClr val="bg1"/>
                </a:solidFill>
              </a:rPr>
              <a:t> </a:t>
            </a:r>
            <a:r>
              <a:rPr lang="en-US" sz="6000" dirty="0" err="1">
                <a:solidFill>
                  <a:schemeClr val="bg1"/>
                </a:solidFill>
              </a:rPr>
              <a:t>የሁሉም</a:t>
            </a:r>
            <a:r>
              <a:rPr lang="en-US" sz="6000" dirty="0">
                <a:solidFill>
                  <a:schemeClr val="bg1"/>
                </a:solidFill>
              </a:rPr>
              <a:t> </a:t>
            </a:r>
            <a:r>
              <a:rPr lang="en-US" sz="6000" dirty="0" err="1">
                <a:solidFill>
                  <a:schemeClr val="bg1"/>
                </a:solidFill>
              </a:rPr>
              <a:t>ጸሎት</a:t>
            </a:r>
            <a:r>
              <a:rPr lang="en-US" sz="6000" dirty="0">
                <a:solidFill>
                  <a:schemeClr val="bg1"/>
                </a:solidFill>
              </a:rPr>
              <a:t> </a:t>
            </a:r>
            <a:r>
              <a:rPr lang="en-US" sz="6000" dirty="0" err="1">
                <a:solidFill>
                  <a:schemeClr val="bg1"/>
                </a:solidFill>
              </a:rPr>
              <a:t>ይድረሰን</a:t>
            </a:r>
            <a:r>
              <a:rPr lang="en-US" sz="6000" dirty="0">
                <a:solidFill>
                  <a:schemeClr val="bg1"/>
                </a:solidFill>
              </a:rPr>
              <a:t> </a:t>
            </a:r>
            <a:r>
              <a:rPr lang="en-US" sz="6000" dirty="0" err="1">
                <a:solidFill>
                  <a:schemeClr val="bg1"/>
                </a:solidFill>
              </a:rPr>
              <a:t>እኛንም</a:t>
            </a:r>
            <a:r>
              <a:rPr lang="en-US" sz="6000" dirty="0">
                <a:solidFill>
                  <a:schemeClr val="bg1"/>
                </a:solidFill>
              </a:rPr>
              <a:t> </a:t>
            </a:r>
            <a:r>
              <a:rPr lang="en-US" sz="6000" dirty="0" err="1">
                <a:solidFill>
                  <a:schemeClr val="bg1"/>
                </a:solidFill>
              </a:rPr>
              <a:t>ከነሱ</a:t>
            </a:r>
            <a:r>
              <a:rPr lang="en-US" sz="6000" dirty="0">
                <a:solidFill>
                  <a:schemeClr val="bg1"/>
                </a:solidFill>
              </a:rPr>
              <a:t> </a:t>
            </a:r>
            <a:r>
              <a:rPr lang="en-US" sz="6000" dirty="0" err="1">
                <a:solidFill>
                  <a:schemeClr val="bg1"/>
                </a:solidFill>
              </a:rPr>
              <a:t>ጋር</a:t>
            </a:r>
            <a:r>
              <a:rPr lang="en-US" sz="6000" dirty="0">
                <a:solidFill>
                  <a:schemeClr val="bg1"/>
                </a:solidFill>
              </a:rPr>
              <a:t> </a:t>
            </a:r>
            <a:r>
              <a:rPr lang="en-US" sz="6000" dirty="0" err="1">
                <a:solidFill>
                  <a:schemeClr val="bg1"/>
                </a:solidFill>
              </a:rPr>
              <a:t>ጎብኘን</a:t>
            </a:r>
            <a:r>
              <a:rPr lang="en-US" sz="6000" dirty="0">
                <a:solidFill>
                  <a:schemeClr val="bg1"/>
                </a:solidFill>
              </a:rPr>
              <a:t> </a:t>
            </a:r>
            <a:r>
              <a:rPr lang="en-US" sz="6000" dirty="0" err="1">
                <a:solidFill>
                  <a:schemeClr val="bg1"/>
                </a:solidFill>
              </a:rPr>
              <a:t>በሰላምና</a:t>
            </a:r>
            <a:r>
              <a:rPr lang="en-US" sz="6000" dirty="0">
                <a:solidFill>
                  <a:schemeClr val="bg1"/>
                </a:solidFill>
              </a:rPr>
              <a:t> </a:t>
            </a:r>
            <a:r>
              <a:rPr lang="en-US" sz="6000" dirty="0" err="1">
                <a:solidFill>
                  <a:schemeClr val="bg1"/>
                </a:solidFill>
              </a:rPr>
              <a:t>በክርስቶስ</a:t>
            </a:r>
            <a:r>
              <a:rPr lang="en-US" sz="6000" dirty="0">
                <a:solidFill>
                  <a:schemeClr val="bg1"/>
                </a:solidFill>
              </a:rPr>
              <a:t> </a:t>
            </a:r>
            <a:r>
              <a:rPr lang="en-US" sz="6000" dirty="0" err="1">
                <a:solidFill>
                  <a:schemeClr val="bg1"/>
                </a:solidFill>
              </a:rPr>
              <a:t>ክቡር</a:t>
            </a:r>
            <a:r>
              <a:rPr lang="en-US" sz="6000" dirty="0">
                <a:solidFill>
                  <a:schemeClr val="bg1"/>
                </a:solidFill>
              </a:rPr>
              <a:t> </a:t>
            </a:r>
            <a:r>
              <a:rPr lang="en-US" sz="6000" dirty="0" err="1">
                <a:solidFill>
                  <a:schemeClr val="bg1"/>
                </a:solidFill>
              </a:rPr>
              <a:t>ደም</a:t>
            </a:r>
            <a:r>
              <a:rPr lang="en-US" sz="6000" dirty="0">
                <a:solidFill>
                  <a:schemeClr val="bg1"/>
                </a:solidFill>
              </a:rPr>
              <a:t> </a:t>
            </a:r>
            <a:r>
              <a:rPr lang="en-US" sz="6000" dirty="0" err="1">
                <a:solidFill>
                  <a:schemeClr val="bg1"/>
                </a:solidFill>
              </a:rPr>
              <a:t>የተሰራችውን</a:t>
            </a:r>
            <a:r>
              <a:rPr lang="en-US" sz="6000" dirty="0">
                <a:solidFill>
                  <a:schemeClr val="bg1"/>
                </a:solidFill>
              </a:rPr>
              <a:t> </a:t>
            </a:r>
            <a:r>
              <a:rPr lang="en-US" sz="6000" dirty="0" err="1">
                <a:solidFill>
                  <a:schemeClr val="bg1"/>
                </a:solidFill>
              </a:rPr>
              <a:t>የሐዋርያት</a:t>
            </a:r>
            <a:r>
              <a:rPr lang="en-US" sz="6000" dirty="0">
                <a:solidFill>
                  <a:schemeClr val="bg1"/>
                </a:solidFill>
              </a:rPr>
              <a:t> </a:t>
            </a:r>
            <a:r>
              <a:rPr lang="en-US" sz="6000" dirty="0" err="1">
                <a:solidFill>
                  <a:schemeClr val="bg1"/>
                </a:solidFill>
              </a:rPr>
              <a:t>ቤተክርስቲያንን</a:t>
            </a:r>
            <a:r>
              <a:rPr lang="en-US" sz="6000" dirty="0">
                <a:solidFill>
                  <a:schemeClr val="bg1"/>
                </a:solidFill>
              </a:rPr>
              <a:t> </a:t>
            </a:r>
            <a:r>
              <a:rPr lang="en-US" sz="6000" dirty="0" err="1">
                <a:solidFill>
                  <a:schemeClr val="bg1"/>
                </a:solidFill>
              </a:rPr>
              <a:t>አስታውስ</a:t>
            </a:r>
            <a:r>
              <a:rPr lang="en-US" sz="6000" dirty="0">
                <a:solidFill>
                  <a:schemeClr val="bg1"/>
                </a:solidFill>
              </a:rPr>
              <a:t> </a:t>
            </a:r>
            <a:r>
              <a:rPr lang="en-US" sz="6000" dirty="0" err="1">
                <a:solidFill>
                  <a:schemeClr val="bg1"/>
                </a:solidFill>
              </a:rPr>
              <a:t>በእውነት</a:t>
            </a:r>
            <a:r>
              <a:rPr lang="en-US" sz="6000" dirty="0">
                <a:solidFill>
                  <a:schemeClr val="bg1"/>
                </a:solidFill>
              </a:rPr>
              <a:t> </a:t>
            </a:r>
            <a:r>
              <a:rPr lang="en-US" sz="6000" dirty="0" err="1">
                <a:solidFill>
                  <a:schemeClr val="bg1"/>
                </a:solidFill>
              </a:rPr>
              <a:t>የቃልህን</a:t>
            </a:r>
            <a:r>
              <a:rPr lang="en-US" sz="6000" dirty="0">
                <a:solidFill>
                  <a:schemeClr val="bg1"/>
                </a:solidFill>
              </a:rPr>
              <a:t> </a:t>
            </a:r>
            <a:r>
              <a:rPr lang="en-US" sz="6000" dirty="0" err="1">
                <a:solidFill>
                  <a:schemeClr val="bg1"/>
                </a:solidFill>
              </a:rPr>
              <a:t>መንገድ</a:t>
            </a:r>
            <a:r>
              <a:rPr lang="en-US" sz="6000" dirty="0">
                <a:solidFill>
                  <a:schemeClr val="bg1"/>
                </a:solidFill>
              </a:rPr>
              <a:t> </a:t>
            </a:r>
            <a:r>
              <a:rPr lang="en-US" sz="6000" dirty="0" err="1">
                <a:solidFill>
                  <a:schemeClr val="bg1"/>
                </a:solidFill>
              </a:rPr>
              <a:t>የሚያቃኑትን</a:t>
            </a:r>
            <a:r>
              <a:rPr lang="en-US" sz="6000" dirty="0">
                <a:solidFill>
                  <a:schemeClr val="bg1"/>
                </a:solidFill>
              </a:rPr>
              <a:t> </a:t>
            </a:r>
            <a:r>
              <a:rPr lang="en-US" sz="6000" dirty="0" err="1">
                <a:solidFill>
                  <a:schemeClr val="bg1"/>
                </a:solidFill>
              </a:rPr>
              <a:t>ሁሉ</a:t>
            </a:r>
            <a:r>
              <a:rPr lang="en-US" sz="6000" dirty="0">
                <a:solidFill>
                  <a:schemeClr val="bg1"/>
                </a:solidFill>
              </a:rPr>
              <a:t> </a:t>
            </a:r>
            <a:r>
              <a:rPr lang="en-US" sz="6000" dirty="0" err="1">
                <a:solidFill>
                  <a:schemeClr val="bg1"/>
                </a:solidFill>
              </a:rPr>
              <a:t>ሊቃነ</a:t>
            </a:r>
            <a:r>
              <a:rPr lang="en-US" sz="6000" dirty="0">
                <a:solidFill>
                  <a:schemeClr val="bg1"/>
                </a:solidFill>
              </a:rPr>
              <a:t> </a:t>
            </a:r>
            <a:r>
              <a:rPr lang="en-US" sz="6000" dirty="0" err="1">
                <a:solidFill>
                  <a:schemeClr val="bg1"/>
                </a:solidFill>
              </a:rPr>
              <a:t>ጳጳሳትና</a:t>
            </a:r>
            <a:r>
              <a:rPr lang="en-US" sz="6000" dirty="0">
                <a:solidFill>
                  <a:schemeClr val="bg1"/>
                </a:solidFill>
              </a:rPr>
              <a:t> </a:t>
            </a:r>
            <a:r>
              <a:rPr lang="en-US" sz="6000" dirty="0" err="1">
                <a:solidFill>
                  <a:schemeClr val="bg1"/>
                </a:solidFill>
              </a:rPr>
              <a:t>ጳጳሳትን</a:t>
            </a:r>
            <a:r>
              <a:rPr lang="en-US" sz="6000" dirty="0">
                <a:solidFill>
                  <a:schemeClr val="bg1"/>
                </a:solidFill>
              </a:rPr>
              <a:t> </a:t>
            </a:r>
            <a:r>
              <a:rPr lang="en-US" sz="6000" dirty="0" err="1">
                <a:solidFill>
                  <a:schemeClr val="bg1"/>
                </a:solidFill>
              </a:rPr>
              <a:t>ኤጲስ</a:t>
            </a:r>
            <a:r>
              <a:rPr lang="en-US" sz="6000" dirty="0">
                <a:solidFill>
                  <a:schemeClr val="bg1"/>
                </a:solidFill>
              </a:rPr>
              <a:t> </a:t>
            </a:r>
            <a:r>
              <a:rPr lang="en-US" sz="6000" dirty="0" err="1">
                <a:solidFill>
                  <a:schemeClr val="bg1"/>
                </a:solidFill>
              </a:rPr>
              <a:t>ቆጶሳትና</a:t>
            </a:r>
            <a:r>
              <a:rPr lang="en-US" sz="6000" dirty="0">
                <a:solidFill>
                  <a:schemeClr val="bg1"/>
                </a:solidFill>
              </a:rPr>
              <a:t> </a:t>
            </a:r>
            <a:r>
              <a:rPr lang="en-US" sz="6000" dirty="0" err="1">
                <a:solidFill>
                  <a:schemeClr val="bg1"/>
                </a:solidFill>
              </a:rPr>
              <a:t>ቀሳውስትንና</a:t>
            </a:r>
            <a:r>
              <a:rPr lang="en-US" sz="6000" dirty="0">
                <a:solidFill>
                  <a:schemeClr val="bg1"/>
                </a:solidFill>
              </a:rPr>
              <a:t> </a:t>
            </a:r>
            <a:r>
              <a:rPr lang="en-US" sz="6000" dirty="0" err="1">
                <a:solidFill>
                  <a:schemeClr val="bg1"/>
                </a:solidFill>
              </a:rPr>
              <a:t>ዲያቆናትን</a:t>
            </a:r>
            <a:r>
              <a:rPr lang="en-US" sz="6000" dirty="0">
                <a:solidFill>
                  <a:schemeClr val="bg1"/>
                </a:solidFill>
              </a:rPr>
              <a:t> </a:t>
            </a:r>
            <a:r>
              <a:rPr lang="en-US" sz="6000" dirty="0" err="1">
                <a:solidFill>
                  <a:schemeClr val="bg1"/>
                </a:solidFill>
              </a:rPr>
              <a:t>አስታውስ</a:t>
            </a:r>
            <a:r>
              <a:rPr lang="en-US" sz="6000" dirty="0">
                <a:solidFill>
                  <a:schemeClr val="bg1"/>
                </a:solidFill>
              </a:rPr>
              <a:t>።</a:t>
            </a:r>
            <a:endParaRPr lang="am-ET" sz="6600" dirty="0">
              <a:solidFill>
                <a:schemeClr val="bg1"/>
              </a:solidFill>
            </a:endParaRPr>
          </a:p>
        </p:txBody>
      </p:sp>
    </p:spTree>
    <p:extLst>
      <p:ext uri="{BB962C8B-B14F-4D97-AF65-F5344CB8AC3E}">
        <p14:creationId xmlns:p14="http://schemas.microsoft.com/office/powerpoint/2010/main" val="30375184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ይ.ን.ዲ. </a:t>
            </a:r>
            <a:r>
              <a:rPr lang="am-ET" sz="4800" dirty="0">
                <a:solidFill>
                  <a:schemeClr val="bg1"/>
                </a:solidFill>
              </a:rPr>
              <a:t>ጌታ ሆይ በሞት ከዚህ ዓለም የተለዩትን ሊቃነ፤ ጳጳሳትንና ጳጳሳትን፤ ኤጲስ ቆጶሳትን ካህናትን፤ ዲያቆናትንና ሕዝበ ክርስቲያንን ሁሉ ማራቸው፤ ይቅር በላቸው፡፡</a:t>
            </a:r>
          </a:p>
        </p:txBody>
      </p:sp>
    </p:spTree>
    <p:extLst>
      <p:ext uri="{BB962C8B-B14F-4D97-AF65-F5344CB8AC3E}">
        <p14:creationId xmlns:p14="http://schemas.microsoft.com/office/powerpoint/2010/main" val="21520138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የነዚህንም የሁሉንም ነፍስ አሳርፍ ይቅር በላቸው፤ </a:t>
            </a:r>
            <a:r>
              <a:rPr lang="en-US" sz="6600" dirty="0" err="1">
                <a:solidFill>
                  <a:schemeClr val="bg1"/>
                </a:solidFill>
              </a:rPr>
              <a:t>ልጅህን</a:t>
            </a:r>
            <a:r>
              <a:rPr lang="en-US" sz="6600" dirty="0">
                <a:solidFill>
                  <a:schemeClr val="bg1"/>
                </a:solidFill>
              </a:rPr>
              <a:t> </a:t>
            </a:r>
            <a:r>
              <a:rPr lang="en-US" sz="6600" dirty="0" err="1">
                <a:solidFill>
                  <a:schemeClr val="bg1"/>
                </a:solidFill>
              </a:rPr>
              <a:t>ከሰማይ</a:t>
            </a:r>
            <a:r>
              <a:rPr lang="en-US" sz="6600" dirty="0">
                <a:solidFill>
                  <a:schemeClr val="bg1"/>
                </a:solidFill>
              </a:rPr>
              <a:t> </a:t>
            </a:r>
            <a:r>
              <a:rPr lang="en-US" sz="6600" dirty="0" err="1">
                <a:solidFill>
                  <a:schemeClr val="bg1"/>
                </a:solidFill>
              </a:rPr>
              <a:t>ወደ</a:t>
            </a:r>
            <a:r>
              <a:rPr lang="en-US" sz="6600" dirty="0">
                <a:solidFill>
                  <a:schemeClr val="bg1"/>
                </a:solidFill>
              </a:rPr>
              <a:t> </a:t>
            </a:r>
            <a:r>
              <a:rPr lang="en-US" sz="6600" dirty="0" err="1">
                <a:solidFill>
                  <a:schemeClr val="bg1"/>
                </a:solidFill>
              </a:rPr>
              <a:t>ድንግል</a:t>
            </a:r>
            <a:r>
              <a:rPr lang="en-US" sz="6600" dirty="0">
                <a:solidFill>
                  <a:schemeClr val="bg1"/>
                </a:solidFill>
              </a:rPr>
              <a:t> </a:t>
            </a:r>
            <a:r>
              <a:rPr lang="en-US" sz="6600" dirty="0" err="1">
                <a:solidFill>
                  <a:schemeClr val="bg1"/>
                </a:solidFill>
              </a:rPr>
              <a:t>ላከው</a:t>
            </a:r>
            <a:r>
              <a:rPr lang="en-US" sz="6600" dirty="0">
                <a:solidFill>
                  <a:schemeClr val="bg1"/>
                </a:solidFill>
              </a:rPr>
              <a:t> </a:t>
            </a:r>
            <a:r>
              <a:rPr lang="en-US" sz="6600" dirty="0" err="1">
                <a:solidFill>
                  <a:schemeClr val="bg1"/>
                </a:solidFill>
              </a:rPr>
              <a:t>እርሱም</a:t>
            </a:r>
            <a:r>
              <a:rPr lang="en-US" sz="6600" dirty="0">
                <a:solidFill>
                  <a:schemeClr val="bg1"/>
                </a:solidFill>
              </a:rPr>
              <a:t> </a:t>
            </a:r>
            <a:r>
              <a:rPr lang="en-US" sz="6600" dirty="0" err="1">
                <a:solidFill>
                  <a:schemeClr val="bg1"/>
                </a:solidFill>
              </a:rPr>
              <a:t>ሥጋ</a:t>
            </a:r>
            <a:r>
              <a:rPr lang="en-US" sz="6600" dirty="0">
                <a:solidFill>
                  <a:schemeClr val="bg1"/>
                </a:solidFill>
              </a:rPr>
              <a:t> </a:t>
            </a:r>
            <a:r>
              <a:rPr lang="en-US" sz="6600" dirty="0" err="1">
                <a:solidFill>
                  <a:schemeClr val="bg1"/>
                </a:solidFill>
              </a:rPr>
              <a:t>ሆነ</a:t>
            </a:r>
            <a:r>
              <a:rPr lang="en-US" sz="6600" dirty="0">
                <a:solidFill>
                  <a:schemeClr val="bg1"/>
                </a:solidFill>
              </a:rPr>
              <a:t> </a:t>
            </a:r>
            <a:r>
              <a:rPr lang="en-US" sz="6600" dirty="0" err="1">
                <a:solidFill>
                  <a:schemeClr val="bg1"/>
                </a:solidFill>
              </a:rPr>
              <a:t>በማኅፀንም</a:t>
            </a:r>
            <a:r>
              <a:rPr lang="en-US" sz="6600" dirty="0">
                <a:solidFill>
                  <a:schemeClr val="bg1"/>
                </a:solidFill>
              </a:rPr>
              <a:t> </a:t>
            </a:r>
            <a:r>
              <a:rPr lang="en-US" sz="6600" dirty="0" err="1">
                <a:solidFill>
                  <a:schemeClr val="bg1"/>
                </a:solidFill>
              </a:rPr>
              <a:t>አደረ</a:t>
            </a:r>
            <a:r>
              <a:rPr lang="en-US" sz="6600" dirty="0">
                <a:solidFill>
                  <a:schemeClr val="bg1"/>
                </a:solidFill>
              </a:rPr>
              <a:t> </a:t>
            </a:r>
            <a:r>
              <a:rPr lang="en-US" sz="6600" dirty="0" err="1">
                <a:solidFill>
                  <a:schemeClr val="bg1"/>
                </a:solidFill>
              </a:rPr>
              <a:t>ልደቱም</a:t>
            </a:r>
            <a:r>
              <a:rPr lang="en-US" sz="6600" dirty="0">
                <a:solidFill>
                  <a:schemeClr val="bg1"/>
                </a:solidFill>
              </a:rPr>
              <a:t> </a:t>
            </a:r>
            <a:r>
              <a:rPr lang="en-US" sz="6600" dirty="0" err="1">
                <a:solidFill>
                  <a:schemeClr val="bg1"/>
                </a:solidFill>
              </a:rPr>
              <a:t>በመንፈስ</a:t>
            </a:r>
            <a:r>
              <a:rPr lang="en-US" sz="6600" dirty="0">
                <a:solidFill>
                  <a:schemeClr val="bg1"/>
                </a:solidFill>
              </a:rPr>
              <a:t> </a:t>
            </a:r>
            <a:r>
              <a:rPr lang="en-US" sz="6600" dirty="0" err="1">
                <a:solidFill>
                  <a:schemeClr val="bg1"/>
                </a:solidFill>
              </a:rPr>
              <a:t>ቅዱስ</a:t>
            </a:r>
            <a:r>
              <a:rPr lang="en-US" sz="6600" dirty="0">
                <a:solidFill>
                  <a:schemeClr val="bg1"/>
                </a:solidFill>
              </a:rPr>
              <a:t> </a:t>
            </a:r>
            <a:r>
              <a:rPr lang="en-US" sz="6600" dirty="0" err="1">
                <a:solidFill>
                  <a:schemeClr val="bg1"/>
                </a:solidFill>
              </a:rPr>
              <a:t>መሆኑ</a:t>
            </a:r>
            <a:r>
              <a:rPr lang="en-US" sz="6600" dirty="0">
                <a:solidFill>
                  <a:schemeClr val="bg1"/>
                </a:solidFill>
              </a:rPr>
              <a:t> </a:t>
            </a:r>
            <a:r>
              <a:rPr lang="en-US" sz="6600" dirty="0" err="1">
                <a:solidFill>
                  <a:schemeClr val="bg1"/>
                </a:solidFill>
              </a:rPr>
              <a:t>ታወቀ</a:t>
            </a:r>
            <a:r>
              <a:rPr lang="en-US" sz="6600" dirty="0">
                <a:solidFill>
                  <a:schemeClr val="bg1"/>
                </a:solidFill>
              </a:rPr>
              <a:t>።</a:t>
            </a:r>
          </a:p>
          <a:p>
            <a:pPr marL="0" indent="0">
              <a:buNone/>
            </a:pPr>
            <a:r>
              <a:rPr lang="am-ET" sz="6600" dirty="0">
                <a:solidFill>
                  <a:srgbClr val="C00000"/>
                </a:solidFill>
              </a:rPr>
              <a:t>ይ.ዲ. </a:t>
            </a:r>
            <a:r>
              <a:rPr lang="am-ET" sz="6600" dirty="0">
                <a:solidFill>
                  <a:schemeClr val="bg1"/>
                </a:solidFill>
              </a:rPr>
              <a:t>የተቀመጣችሁ ተነሡ፡፡</a:t>
            </a:r>
          </a:p>
        </p:txBody>
      </p:sp>
    </p:spTree>
    <p:extLst>
      <p:ext uri="{BB962C8B-B14F-4D97-AF65-F5344CB8AC3E}">
        <p14:creationId xmlns:p14="http://schemas.microsoft.com/office/powerpoint/2010/main" val="24863927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rgbClr val="C00000"/>
                </a:solidFill>
              </a:rPr>
              <a:t>ይ.ካ. </a:t>
            </a:r>
            <a:r>
              <a:rPr lang="en-US" sz="7200" dirty="0" err="1">
                <a:solidFill>
                  <a:schemeClr val="bg1"/>
                </a:solidFill>
              </a:rPr>
              <a:t>በፊትህ</a:t>
            </a:r>
            <a:r>
              <a:rPr lang="en-US" sz="7200" dirty="0">
                <a:solidFill>
                  <a:schemeClr val="bg1"/>
                </a:solidFill>
              </a:rPr>
              <a:t> </a:t>
            </a:r>
            <a:r>
              <a:rPr lang="en-US" sz="7200" dirty="0" err="1">
                <a:solidFill>
                  <a:schemeClr val="bg1"/>
                </a:solidFill>
              </a:rPr>
              <a:t>የሚቆሙልህ</a:t>
            </a:r>
            <a:r>
              <a:rPr lang="en-US" sz="7200" dirty="0">
                <a:solidFill>
                  <a:schemeClr val="bg1"/>
                </a:solidFill>
              </a:rPr>
              <a:t> </a:t>
            </a:r>
            <a:r>
              <a:rPr lang="en-US" sz="7200" dirty="0" err="1">
                <a:solidFill>
                  <a:schemeClr val="bg1"/>
                </a:solidFill>
              </a:rPr>
              <a:t>በሺህ</a:t>
            </a:r>
            <a:r>
              <a:rPr lang="en-US" sz="7200" dirty="0">
                <a:solidFill>
                  <a:schemeClr val="bg1"/>
                </a:solidFill>
              </a:rPr>
              <a:t> </a:t>
            </a:r>
            <a:r>
              <a:rPr lang="en-US" sz="7200" dirty="0" err="1">
                <a:solidFill>
                  <a:schemeClr val="bg1"/>
                </a:solidFill>
              </a:rPr>
              <a:t>የሚቆጠሩ</a:t>
            </a:r>
            <a:r>
              <a:rPr lang="en-US" sz="7200" dirty="0">
                <a:solidFill>
                  <a:schemeClr val="bg1"/>
                </a:solidFill>
              </a:rPr>
              <a:t> </a:t>
            </a:r>
            <a:r>
              <a:rPr lang="en-US" sz="7200" dirty="0" err="1">
                <a:solidFill>
                  <a:schemeClr val="bg1"/>
                </a:solidFill>
              </a:rPr>
              <a:t>ቅዱሳን</a:t>
            </a:r>
            <a:r>
              <a:rPr lang="en-US" sz="7200" dirty="0">
                <a:solidFill>
                  <a:schemeClr val="bg1"/>
                </a:solidFill>
              </a:rPr>
              <a:t> </a:t>
            </a:r>
            <a:r>
              <a:rPr lang="en-US" sz="7200" dirty="0" err="1">
                <a:solidFill>
                  <a:schemeClr val="bg1"/>
                </a:solidFill>
              </a:rPr>
              <a:t>መላእክትና</a:t>
            </a:r>
            <a:r>
              <a:rPr lang="en-US" sz="7200" dirty="0">
                <a:solidFill>
                  <a:schemeClr val="bg1"/>
                </a:solidFill>
              </a:rPr>
              <a:t> </a:t>
            </a:r>
            <a:r>
              <a:rPr lang="en-US" sz="7200" dirty="0" err="1">
                <a:solidFill>
                  <a:schemeClr val="bg1"/>
                </a:solidFill>
              </a:rPr>
              <a:t>ሊቃነ</a:t>
            </a:r>
            <a:r>
              <a:rPr lang="en-US" sz="7200" dirty="0">
                <a:solidFill>
                  <a:schemeClr val="bg1"/>
                </a:solidFill>
              </a:rPr>
              <a:t> </a:t>
            </a:r>
            <a:r>
              <a:rPr lang="en-US" sz="7200" dirty="0" err="1">
                <a:solidFill>
                  <a:schemeClr val="bg1"/>
                </a:solidFill>
              </a:rPr>
              <a:t>መላእክት</a:t>
            </a:r>
            <a:r>
              <a:rPr lang="en-US" sz="7200" dirty="0">
                <a:solidFill>
                  <a:schemeClr val="bg1"/>
                </a:solidFill>
              </a:rPr>
              <a:t> </a:t>
            </a:r>
            <a:r>
              <a:rPr lang="en-US" sz="7200" dirty="0" err="1">
                <a:solidFill>
                  <a:schemeClr val="bg1"/>
                </a:solidFill>
              </a:rPr>
              <a:t>ምስጋና</a:t>
            </a:r>
            <a:r>
              <a:rPr lang="en-US" sz="7200" dirty="0">
                <a:solidFill>
                  <a:schemeClr val="bg1"/>
                </a:solidFill>
              </a:rPr>
              <a:t> </a:t>
            </a:r>
            <a:r>
              <a:rPr lang="en-US" sz="7200" dirty="0" err="1">
                <a:solidFill>
                  <a:schemeClr val="bg1"/>
                </a:solidFill>
              </a:rPr>
              <a:t>ያቀርባሉ</a:t>
            </a:r>
            <a:r>
              <a:rPr lang="en-US" sz="7200" dirty="0">
                <a:solidFill>
                  <a:schemeClr val="bg1"/>
                </a:solidFill>
              </a:rPr>
              <a:t>።</a:t>
            </a:r>
          </a:p>
          <a:p>
            <a:pPr marL="0" indent="0">
              <a:buNone/>
            </a:pPr>
            <a:r>
              <a:rPr lang="am-ET" sz="7200" dirty="0">
                <a:solidFill>
                  <a:srgbClr val="C00000"/>
                </a:solidFill>
              </a:rPr>
              <a:t>ይ.ዲ. </a:t>
            </a:r>
            <a:r>
              <a:rPr lang="en-US" sz="7200" dirty="0" err="1">
                <a:solidFill>
                  <a:schemeClr val="bg1"/>
                </a:solidFill>
              </a:rPr>
              <a:t>ወደ</a:t>
            </a:r>
            <a:r>
              <a:rPr lang="en-US" sz="7200" dirty="0">
                <a:solidFill>
                  <a:schemeClr val="bg1"/>
                </a:solidFill>
              </a:rPr>
              <a:t> </a:t>
            </a:r>
            <a:r>
              <a:rPr lang="en-US" sz="7200" dirty="0" err="1">
                <a:solidFill>
                  <a:schemeClr val="bg1"/>
                </a:solidFill>
              </a:rPr>
              <a:t>ምሥራቅ</a:t>
            </a:r>
            <a:r>
              <a:rPr lang="en-US" sz="7200" dirty="0">
                <a:solidFill>
                  <a:schemeClr val="bg1"/>
                </a:solidFill>
              </a:rPr>
              <a:t> </a:t>
            </a:r>
            <a:r>
              <a:rPr lang="en-US" sz="7200" dirty="0" err="1">
                <a:solidFill>
                  <a:schemeClr val="bg1"/>
                </a:solidFill>
              </a:rPr>
              <a:t>ተመልከቱ</a:t>
            </a:r>
            <a:r>
              <a:rPr lang="am-ET" sz="7200" dirty="0">
                <a:solidFill>
                  <a:schemeClr val="bg1"/>
                </a:solidFill>
              </a:rPr>
              <a:t>፡፡</a:t>
            </a:r>
            <a:endParaRPr lang="en-US" sz="7200" dirty="0">
              <a:solidFill>
                <a:schemeClr val="bg1"/>
              </a:solidFill>
            </a:endParaRPr>
          </a:p>
          <a:p>
            <a:pPr marL="0" indent="0">
              <a:buNone/>
            </a:pPr>
            <a:endParaRPr lang="am-ET" sz="7200" dirty="0">
              <a:solidFill>
                <a:schemeClr val="bg1"/>
              </a:solidFill>
            </a:endParaRPr>
          </a:p>
          <a:p>
            <a:pPr marL="0" indent="0">
              <a:buNone/>
            </a:pPr>
            <a:endParaRPr lang="am-ET" sz="7200" dirty="0">
              <a:solidFill>
                <a:schemeClr val="bg1"/>
              </a:solidFill>
            </a:endParaRPr>
          </a:p>
        </p:txBody>
      </p:sp>
    </p:spTree>
    <p:extLst>
      <p:ext uri="{BB962C8B-B14F-4D97-AF65-F5344CB8AC3E}">
        <p14:creationId xmlns:p14="http://schemas.microsoft.com/office/powerpoint/2010/main" val="5183460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rgbClr val="C00000"/>
                </a:solidFill>
              </a:rPr>
              <a:t>ይ.ካ. </a:t>
            </a:r>
            <a:r>
              <a:rPr lang="en-US" sz="7200" dirty="0" err="1">
                <a:solidFill>
                  <a:schemeClr val="bg1"/>
                </a:solidFill>
              </a:rPr>
              <a:t>ክቡራን</a:t>
            </a:r>
            <a:r>
              <a:rPr lang="en-US" sz="7200" dirty="0">
                <a:solidFill>
                  <a:schemeClr val="bg1"/>
                </a:solidFill>
              </a:rPr>
              <a:t> </a:t>
            </a:r>
            <a:r>
              <a:rPr lang="en-US" sz="7200" dirty="0" err="1">
                <a:solidFill>
                  <a:schemeClr val="bg1"/>
                </a:solidFill>
              </a:rPr>
              <a:t>መላእክትህም</a:t>
            </a:r>
            <a:r>
              <a:rPr lang="en-US" sz="7200" dirty="0">
                <a:solidFill>
                  <a:schemeClr val="bg1"/>
                </a:solidFill>
              </a:rPr>
              <a:t> </a:t>
            </a:r>
            <a:r>
              <a:rPr lang="en-US" sz="7200" dirty="0" err="1">
                <a:solidFill>
                  <a:schemeClr val="bg1"/>
                </a:solidFill>
              </a:rPr>
              <a:t>ሱራፌልና</a:t>
            </a:r>
            <a:r>
              <a:rPr lang="en-US" sz="7200" dirty="0">
                <a:solidFill>
                  <a:schemeClr val="bg1"/>
                </a:solidFill>
              </a:rPr>
              <a:t> </a:t>
            </a:r>
            <a:r>
              <a:rPr lang="en-US" sz="7200" dirty="0" err="1">
                <a:solidFill>
                  <a:schemeClr val="bg1"/>
                </a:solidFill>
              </a:rPr>
              <a:t>ኪሩቤልም</a:t>
            </a:r>
            <a:r>
              <a:rPr lang="en-US" sz="7200" dirty="0">
                <a:solidFill>
                  <a:schemeClr val="bg1"/>
                </a:solidFill>
              </a:rPr>
              <a:t> </a:t>
            </a:r>
            <a:r>
              <a:rPr lang="en-US" sz="7200" dirty="0" err="1">
                <a:solidFill>
                  <a:schemeClr val="bg1"/>
                </a:solidFill>
              </a:rPr>
              <a:t>ምስጋና</a:t>
            </a:r>
            <a:r>
              <a:rPr lang="en-US" sz="7200" dirty="0">
                <a:solidFill>
                  <a:schemeClr val="bg1"/>
                </a:solidFill>
              </a:rPr>
              <a:t> </a:t>
            </a:r>
            <a:r>
              <a:rPr lang="en-US" sz="7200" dirty="0" err="1">
                <a:solidFill>
                  <a:schemeClr val="bg1"/>
                </a:solidFill>
              </a:rPr>
              <a:t>ያቀርቡልሃል</a:t>
            </a:r>
            <a:r>
              <a:rPr lang="en-US" sz="7200" dirty="0">
                <a:solidFill>
                  <a:schemeClr val="bg1"/>
                </a:solidFill>
              </a:rPr>
              <a:t>።</a:t>
            </a:r>
          </a:p>
          <a:p>
            <a:pPr marL="0" indent="0">
              <a:buNone/>
            </a:pPr>
            <a:r>
              <a:rPr lang="am-ET" sz="7200" dirty="0">
                <a:solidFill>
                  <a:srgbClr val="C00000"/>
                </a:solidFill>
              </a:rPr>
              <a:t>ይ.</a:t>
            </a:r>
            <a:r>
              <a:rPr lang="en-US" sz="7200" dirty="0">
                <a:solidFill>
                  <a:srgbClr val="C00000"/>
                </a:solidFill>
              </a:rPr>
              <a:t>ዲ</a:t>
            </a:r>
            <a:r>
              <a:rPr lang="am-ET" sz="7200" dirty="0">
                <a:solidFill>
                  <a:srgbClr val="C00000"/>
                </a:solidFill>
              </a:rPr>
              <a:t>. </a:t>
            </a:r>
            <a:r>
              <a:rPr lang="en-US" sz="7200" dirty="0" err="1">
                <a:solidFill>
                  <a:schemeClr val="bg1"/>
                </a:solidFill>
              </a:rPr>
              <a:t>እንመልከት</a:t>
            </a:r>
            <a:endParaRPr lang="am-ET" sz="7200" dirty="0">
              <a:solidFill>
                <a:schemeClr val="bg1"/>
              </a:solidFill>
            </a:endParaRPr>
          </a:p>
          <a:p>
            <a:pPr marL="0" indent="0">
              <a:buNone/>
            </a:pPr>
            <a:endParaRPr lang="am-ET" sz="7200" dirty="0">
              <a:solidFill>
                <a:schemeClr val="bg1"/>
              </a:solidFill>
            </a:endParaRPr>
          </a:p>
          <a:p>
            <a:pPr marL="0" indent="0">
              <a:buNone/>
            </a:pPr>
            <a:endParaRPr lang="am-ET" sz="7200" dirty="0">
              <a:solidFill>
                <a:schemeClr val="bg1"/>
              </a:solidFill>
            </a:endParaRPr>
          </a:p>
        </p:txBody>
      </p:sp>
    </p:spTree>
    <p:extLst>
      <p:ext uri="{BB962C8B-B14F-4D97-AF65-F5344CB8AC3E}">
        <p14:creationId xmlns:p14="http://schemas.microsoft.com/office/powerpoint/2010/main" val="30850755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8000" dirty="0">
                <a:solidFill>
                  <a:srgbClr val="C00000"/>
                </a:solidFill>
              </a:rPr>
              <a:t>ይ.ካ. </a:t>
            </a:r>
            <a:r>
              <a:rPr lang="en-US" sz="7200" dirty="0" err="1">
                <a:solidFill>
                  <a:schemeClr val="bg1"/>
                </a:solidFill>
              </a:rPr>
              <a:t>ሁሉም</a:t>
            </a:r>
            <a:r>
              <a:rPr lang="en-US" sz="7200" dirty="0">
                <a:solidFill>
                  <a:schemeClr val="bg1"/>
                </a:solidFill>
              </a:rPr>
              <a:t> </a:t>
            </a:r>
            <a:r>
              <a:rPr lang="en-US" sz="7200" dirty="0" err="1">
                <a:solidFill>
                  <a:schemeClr val="bg1"/>
                </a:solidFill>
              </a:rPr>
              <a:t>ዘወትር</a:t>
            </a:r>
            <a:r>
              <a:rPr lang="en-US" sz="7200" dirty="0">
                <a:solidFill>
                  <a:schemeClr val="bg1"/>
                </a:solidFill>
              </a:rPr>
              <a:t> </a:t>
            </a:r>
            <a:r>
              <a:rPr lang="en-US" sz="7200" dirty="0" err="1">
                <a:solidFill>
                  <a:schemeClr val="bg1"/>
                </a:solidFill>
              </a:rPr>
              <a:t>አንተን</a:t>
            </a:r>
            <a:r>
              <a:rPr lang="en-US" sz="7200" dirty="0">
                <a:solidFill>
                  <a:schemeClr val="bg1"/>
                </a:solidFill>
              </a:rPr>
              <a:t> </a:t>
            </a:r>
            <a:r>
              <a:rPr lang="en-US" sz="7200" dirty="0" err="1">
                <a:solidFill>
                  <a:schemeClr val="bg1"/>
                </a:solidFill>
              </a:rPr>
              <a:t>እንደሚያመሰግኑና</a:t>
            </a:r>
            <a:r>
              <a:rPr lang="en-US" sz="7200" dirty="0">
                <a:solidFill>
                  <a:schemeClr val="bg1"/>
                </a:solidFill>
              </a:rPr>
              <a:t> </a:t>
            </a:r>
            <a:r>
              <a:rPr lang="en-US" sz="7200" dirty="0" err="1">
                <a:solidFill>
                  <a:schemeClr val="bg1"/>
                </a:solidFill>
              </a:rPr>
              <a:t>እንደሚወድሱ</a:t>
            </a:r>
            <a:r>
              <a:rPr lang="en-US" sz="7200" dirty="0">
                <a:solidFill>
                  <a:schemeClr val="bg1"/>
                </a:solidFill>
              </a:rPr>
              <a:t> </a:t>
            </a:r>
            <a:r>
              <a:rPr lang="en-US" sz="7200" dirty="0" err="1">
                <a:solidFill>
                  <a:schemeClr val="bg1"/>
                </a:solidFill>
              </a:rPr>
              <a:t>እንግዲህ</a:t>
            </a:r>
            <a:r>
              <a:rPr lang="en-US" sz="7200" dirty="0">
                <a:solidFill>
                  <a:schemeClr val="bg1"/>
                </a:solidFill>
              </a:rPr>
              <a:t> </a:t>
            </a:r>
            <a:r>
              <a:rPr lang="en-US" sz="7200" dirty="0" err="1">
                <a:solidFill>
                  <a:schemeClr val="bg1"/>
                </a:solidFill>
              </a:rPr>
              <a:t>ከሚያመሰግኑህና</a:t>
            </a:r>
            <a:r>
              <a:rPr lang="en-US" sz="7200" dirty="0">
                <a:solidFill>
                  <a:schemeClr val="bg1"/>
                </a:solidFill>
              </a:rPr>
              <a:t> </a:t>
            </a:r>
            <a:r>
              <a:rPr lang="en-US" sz="7200" dirty="0" err="1">
                <a:solidFill>
                  <a:schemeClr val="bg1"/>
                </a:solidFill>
              </a:rPr>
              <a:t>ከሚወድሱ</a:t>
            </a:r>
            <a:r>
              <a:rPr lang="en-US" sz="7200" dirty="0">
                <a:solidFill>
                  <a:schemeClr val="bg1"/>
                </a:solidFill>
              </a:rPr>
              <a:t> </a:t>
            </a:r>
            <a:r>
              <a:rPr lang="en-US" sz="7200" dirty="0" err="1">
                <a:solidFill>
                  <a:schemeClr val="bg1"/>
                </a:solidFill>
              </a:rPr>
              <a:t>ሁሉ</a:t>
            </a:r>
            <a:r>
              <a:rPr lang="en-US" sz="7200" dirty="0">
                <a:solidFill>
                  <a:schemeClr val="bg1"/>
                </a:solidFill>
              </a:rPr>
              <a:t> </a:t>
            </a:r>
            <a:r>
              <a:rPr lang="en-US" sz="7200" dirty="0" err="1">
                <a:solidFill>
                  <a:schemeClr val="bg1"/>
                </a:solidFill>
              </a:rPr>
              <a:t>ጋር</a:t>
            </a:r>
            <a:r>
              <a:rPr lang="en-US" sz="7200" dirty="0">
                <a:solidFill>
                  <a:schemeClr val="bg1"/>
                </a:solidFill>
              </a:rPr>
              <a:t> </a:t>
            </a:r>
            <a:r>
              <a:rPr lang="en-US" sz="7200" dirty="0" err="1">
                <a:solidFill>
                  <a:schemeClr val="bg1"/>
                </a:solidFill>
              </a:rPr>
              <a:t>ቅዱስ</a:t>
            </a:r>
            <a:r>
              <a:rPr lang="en-US" sz="7200" dirty="0">
                <a:solidFill>
                  <a:schemeClr val="bg1"/>
                </a:solidFill>
              </a:rPr>
              <a:t> </a:t>
            </a:r>
            <a:r>
              <a:rPr lang="en-US" sz="7200" dirty="0" err="1">
                <a:solidFill>
                  <a:schemeClr val="bg1"/>
                </a:solidFill>
              </a:rPr>
              <a:t>ቅዱስ</a:t>
            </a:r>
            <a:r>
              <a:rPr lang="en-US" sz="7200" dirty="0">
                <a:solidFill>
                  <a:schemeClr val="bg1"/>
                </a:solidFill>
              </a:rPr>
              <a:t> </a:t>
            </a:r>
            <a:r>
              <a:rPr lang="en-US" sz="7200" dirty="0" err="1">
                <a:solidFill>
                  <a:schemeClr val="bg1"/>
                </a:solidFill>
              </a:rPr>
              <a:t>ቅዱስ</a:t>
            </a:r>
            <a:r>
              <a:rPr lang="en-US" sz="7200" dirty="0">
                <a:solidFill>
                  <a:schemeClr val="bg1"/>
                </a:solidFill>
              </a:rPr>
              <a:t> </a:t>
            </a:r>
            <a:r>
              <a:rPr lang="en-US" sz="7200" dirty="0" err="1">
                <a:solidFill>
                  <a:schemeClr val="bg1"/>
                </a:solidFill>
              </a:rPr>
              <a:t>ፍጹም</a:t>
            </a:r>
            <a:r>
              <a:rPr lang="en-US" sz="7200" dirty="0">
                <a:solidFill>
                  <a:schemeClr val="bg1"/>
                </a:solidFill>
              </a:rPr>
              <a:t> </a:t>
            </a:r>
            <a:r>
              <a:rPr lang="en-US" sz="7200" dirty="0" err="1">
                <a:solidFill>
                  <a:schemeClr val="bg1"/>
                </a:solidFill>
              </a:rPr>
              <a:t>አሸናፊ</a:t>
            </a:r>
            <a:r>
              <a:rPr lang="en-US" sz="7200" dirty="0">
                <a:solidFill>
                  <a:schemeClr val="bg1"/>
                </a:solidFill>
              </a:rPr>
              <a:t> </a:t>
            </a:r>
            <a:r>
              <a:rPr lang="en-US" sz="7200" dirty="0" err="1">
                <a:solidFill>
                  <a:schemeClr val="bg1"/>
                </a:solidFill>
              </a:rPr>
              <a:t>እግዚአብሔር</a:t>
            </a:r>
            <a:r>
              <a:rPr lang="en-US" sz="7200" dirty="0">
                <a:solidFill>
                  <a:schemeClr val="bg1"/>
                </a:solidFill>
              </a:rPr>
              <a:t> </a:t>
            </a:r>
            <a:r>
              <a:rPr lang="en-US" sz="7200" dirty="0" err="1">
                <a:solidFill>
                  <a:schemeClr val="bg1"/>
                </a:solidFill>
              </a:rPr>
              <a:t>የምንልህን</a:t>
            </a:r>
            <a:r>
              <a:rPr lang="en-US" sz="7200" dirty="0">
                <a:solidFill>
                  <a:schemeClr val="bg1"/>
                </a:solidFill>
              </a:rPr>
              <a:t> </a:t>
            </a:r>
            <a:r>
              <a:rPr lang="en-US" sz="7200" dirty="0" err="1">
                <a:solidFill>
                  <a:schemeClr val="bg1"/>
                </a:solidFill>
              </a:rPr>
              <a:t>የኛንም</a:t>
            </a:r>
            <a:r>
              <a:rPr lang="en-US" sz="7200" dirty="0">
                <a:solidFill>
                  <a:schemeClr val="bg1"/>
                </a:solidFill>
              </a:rPr>
              <a:t> </a:t>
            </a:r>
            <a:r>
              <a:rPr lang="en-US" sz="7200" dirty="0" err="1">
                <a:solidFill>
                  <a:schemeClr val="bg1"/>
                </a:solidFill>
              </a:rPr>
              <a:t>ምስጋና</a:t>
            </a:r>
            <a:r>
              <a:rPr lang="en-US" sz="7200" dirty="0">
                <a:solidFill>
                  <a:schemeClr val="bg1"/>
                </a:solidFill>
              </a:rPr>
              <a:t> </a:t>
            </a:r>
            <a:r>
              <a:rPr lang="en-US" sz="7200" dirty="0" err="1">
                <a:solidFill>
                  <a:schemeClr val="bg1"/>
                </a:solidFill>
              </a:rPr>
              <a:t>ተቀበል</a:t>
            </a:r>
            <a:r>
              <a:rPr lang="en-US" sz="7200" dirty="0">
                <a:solidFill>
                  <a:schemeClr val="bg1"/>
                </a:solidFill>
              </a:rPr>
              <a:t>።</a:t>
            </a:r>
          </a:p>
          <a:p>
            <a:pPr marL="0" indent="0">
              <a:buNone/>
            </a:pPr>
            <a:endParaRPr lang="en-US" sz="4400" dirty="0">
              <a:solidFill>
                <a:schemeClr val="bg1"/>
              </a:solidFill>
            </a:endParaRPr>
          </a:p>
          <a:p>
            <a:pPr marL="0" indent="0">
              <a:buNone/>
            </a:pPr>
            <a:endParaRPr lang="am-ET" sz="4000" dirty="0">
              <a:solidFill>
                <a:schemeClr val="bg1"/>
              </a:solidFill>
            </a:endParaRPr>
          </a:p>
          <a:p>
            <a:pPr marL="0" indent="0">
              <a:buNone/>
            </a:pPr>
            <a:endParaRPr lang="am-ET" sz="4000" dirty="0">
              <a:solidFill>
                <a:schemeClr val="bg1"/>
              </a:solidFill>
            </a:endParaRPr>
          </a:p>
          <a:p>
            <a:pPr marL="0" indent="0">
              <a:buNone/>
            </a:pPr>
            <a:endParaRPr lang="am-ET" sz="4000" dirty="0">
              <a:solidFill>
                <a:schemeClr val="bg1"/>
              </a:solidFill>
            </a:endParaRPr>
          </a:p>
        </p:txBody>
      </p:sp>
    </p:spTree>
    <p:extLst>
      <p:ext uri="{BB962C8B-B14F-4D97-AF65-F5344CB8AC3E}">
        <p14:creationId xmlns:p14="http://schemas.microsoft.com/office/powerpoint/2010/main" val="38199822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a:solidFill>
            <a:schemeClr val="tx1"/>
          </a:solidFill>
        </p:spPr>
        <p:txBody>
          <a:bodyPr>
            <a:noAutofit/>
          </a:bodyPr>
          <a:lstStyle/>
          <a:p>
            <a:pPr marL="0" indent="0">
              <a:buNone/>
            </a:pPr>
            <a:r>
              <a:rPr lang="am-ET" sz="4400" dirty="0">
                <a:solidFill>
                  <a:srgbClr val="C00000"/>
                </a:solidFill>
              </a:rPr>
              <a:t>ይ.ዲ. </a:t>
            </a:r>
            <a:r>
              <a:rPr lang="en-US" sz="4400" dirty="0" err="1">
                <a:solidFill>
                  <a:schemeClr val="bg1"/>
                </a:solidFill>
              </a:rPr>
              <a:t>መልስ</a:t>
            </a:r>
            <a:r>
              <a:rPr lang="en-US" sz="4400" dirty="0">
                <a:solidFill>
                  <a:schemeClr val="bg1"/>
                </a:solidFill>
              </a:rPr>
              <a:t> </a:t>
            </a:r>
            <a:r>
              <a:rPr lang="en-US" sz="4400" dirty="0" err="1">
                <a:solidFill>
                  <a:schemeClr val="bg1"/>
                </a:solidFill>
              </a:rPr>
              <a:t>ስጡ</a:t>
            </a:r>
            <a:r>
              <a:rPr lang="am-ET" sz="4400" dirty="0">
                <a:solidFill>
                  <a:schemeClr val="bg1"/>
                </a:solidFill>
              </a:rPr>
              <a:t>፡፡</a:t>
            </a:r>
            <a:endParaRPr lang="en-US" sz="4400" dirty="0">
              <a:solidFill>
                <a:schemeClr val="bg1"/>
              </a:solidFill>
            </a:endParaRPr>
          </a:p>
          <a:p>
            <a:pPr marL="0" indent="0">
              <a:buNone/>
            </a:pPr>
            <a:r>
              <a:rPr lang="am-ET" sz="7200" dirty="0">
                <a:solidFill>
                  <a:srgbClr val="C00000"/>
                </a:solidFill>
              </a:rPr>
              <a:t>ይ.</a:t>
            </a:r>
            <a:r>
              <a:rPr lang="en-US" sz="7200" dirty="0">
                <a:solidFill>
                  <a:srgbClr val="C00000"/>
                </a:solidFill>
              </a:rPr>
              <a:t>ሕ.</a:t>
            </a:r>
            <a:r>
              <a:rPr lang="am-ET" sz="7200" dirty="0">
                <a:solidFill>
                  <a:srgbClr val="C00000"/>
                </a:solidFill>
              </a:rPr>
              <a:t> </a:t>
            </a:r>
            <a:r>
              <a:rPr lang="en-US" sz="7200" dirty="0" err="1">
                <a:solidFill>
                  <a:schemeClr val="bg1"/>
                </a:solidFill>
              </a:rPr>
              <a:t>ቅዱስ</a:t>
            </a:r>
            <a:r>
              <a:rPr lang="en-US" sz="7200" dirty="0">
                <a:solidFill>
                  <a:schemeClr val="bg1"/>
                </a:solidFill>
              </a:rPr>
              <a:t> </a:t>
            </a:r>
            <a:r>
              <a:rPr lang="en-US" sz="7200" dirty="0" err="1">
                <a:solidFill>
                  <a:schemeClr val="bg1"/>
                </a:solidFill>
              </a:rPr>
              <a:t>ቅዱስ</a:t>
            </a:r>
            <a:r>
              <a:rPr lang="en-US" sz="7200" dirty="0">
                <a:solidFill>
                  <a:schemeClr val="bg1"/>
                </a:solidFill>
              </a:rPr>
              <a:t> </a:t>
            </a:r>
            <a:r>
              <a:rPr lang="en-US" sz="7200" dirty="0" err="1">
                <a:solidFill>
                  <a:schemeClr val="bg1"/>
                </a:solidFill>
              </a:rPr>
              <a:t>ቅዱስ</a:t>
            </a:r>
            <a:r>
              <a:rPr lang="en-US" sz="7200" dirty="0">
                <a:solidFill>
                  <a:schemeClr val="bg1"/>
                </a:solidFill>
              </a:rPr>
              <a:t> </a:t>
            </a:r>
          </a:p>
          <a:p>
            <a:pPr marL="0" indent="0">
              <a:buNone/>
            </a:pPr>
            <a:r>
              <a:rPr lang="en-US" sz="7200" dirty="0" err="1">
                <a:solidFill>
                  <a:schemeClr val="bg1"/>
                </a:solidFill>
              </a:rPr>
              <a:t>አሸናፊ</a:t>
            </a:r>
            <a:r>
              <a:rPr lang="en-US" sz="7200" dirty="0">
                <a:solidFill>
                  <a:schemeClr val="bg1"/>
                </a:solidFill>
              </a:rPr>
              <a:t> </a:t>
            </a:r>
            <a:r>
              <a:rPr lang="en-US" sz="7200" dirty="0" err="1">
                <a:solidFill>
                  <a:schemeClr val="bg1"/>
                </a:solidFill>
              </a:rPr>
              <a:t>እግዚአብሔር</a:t>
            </a:r>
            <a:r>
              <a:rPr lang="en-US" sz="7200" dirty="0">
                <a:solidFill>
                  <a:schemeClr val="bg1"/>
                </a:solidFill>
              </a:rPr>
              <a:t>  </a:t>
            </a:r>
          </a:p>
          <a:p>
            <a:pPr marL="0" indent="0">
              <a:buNone/>
            </a:pPr>
            <a:r>
              <a:rPr lang="en-US" sz="7200" dirty="0" err="1">
                <a:solidFill>
                  <a:schemeClr val="bg1"/>
                </a:solidFill>
              </a:rPr>
              <a:t>በሰማይ</a:t>
            </a:r>
            <a:r>
              <a:rPr lang="en-US" sz="7200" dirty="0">
                <a:solidFill>
                  <a:schemeClr val="bg1"/>
                </a:solidFill>
              </a:rPr>
              <a:t> </a:t>
            </a:r>
            <a:r>
              <a:rPr lang="en-US" sz="7200" dirty="0" err="1">
                <a:solidFill>
                  <a:schemeClr val="bg1"/>
                </a:solidFill>
              </a:rPr>
              <a:t>የሚኖር</a:t>
            </a:r>
            <a:r>
              <a:rPr lang="en-US" sz="7200" dirty="0">
                <a:solidFill>
                  <a:schemeClr val="bg1"/>
                </a:solidFill>
              </a:rPr>
              <a:t> </a:t>
            </a:r>
            <a:r>
              <a:rPr lang="en-US" sz="7200" dirty="0" err="1">
                <a:solidFill>
                  <a:schemeClr val="bg1"/>
                </a:solidFill>
              </a:rPr>
              <a:t>እንዲሁም</a:t>
            </a:r>
            <a:r>
              <a:rPr lang="en-US" sz="7200" dirty="0">
                <a:solidFill>
                  <a:schemeClr val="bg1"/>
                </a:solidFill>
              </a:rPr>
              <a:t> </a:t>
            </a:r>
            <a:r>
              <a:rPr lang="en-US" sz="7200" dirty="0" err="1">
                <a:solidFill>
                  <a:schemeClr val="bg1"/>
                </a:solidFill>
              </a:rPr>
              <a:t>በምድርን</a:t>
            </a:r>
            <a:r>
              <a:rPr lang="en-US" sz="7200" dirty="0">
                <a:solidFill>
                  <a:schemeClr val="bg1"/>
                </a:solidFill>
              </a:rPr>
              <a:t> </a:t>
            </a:r>
          </a:p>
          <a:p>
            <a:pPr marL="0" indent="0">
              <a:buNone/>
            </a:pPr>
            <a:r>
              <a:rPr lang="en-US" sz="7200" dirty="0" err="1">
                <a:solidFill>
                  <a:schemeClr val="bg1"/>
                </a:solidFill>
              </a:rPr>
              <a:t>ይገባዋል</a:t>
            </a:r>
            <a:r>
              <a:rPr lang="en-US" sz="7200" dirty="0">
                <a:solidFill>
                  <a:schemeClr val="bg1"/>
                </a:solidFill>
              </a:rPr>
              <a:t> </a:t>
            </a:r>
            <a:r>
              <a:rPr lang="en-US" sz="7200" dirty="0" err="1">
                <a:solidFill>
                  <a:schemeClr val="bg1"/>
                </a:solidFill>
              </a:rPr>
              <a:t>ለእርሱ</a:t>
            </a:r>
            <a:r>
              <a:rPr lang="en-US" sz="7200" dirty="0">
                <a:solidFill>
                  <a:schemeClr val="bg1"/>
                </a:solidFill>
              </a:rPr>
              <a:t> </a:t>
            </a:r>
            <a:r>
              <a:rPr lang="en-US" sz="7200" dirty="0" err="1">
                <a:solidFill>
                  <a:schemeClr val="bg1"/>
                </a:solidFill>
              </a:rPr>
              <a:t>ምስጋናና</a:t>
            </a:r>
            <a:r>
              <a:rPr lang="en-US" sz="7200" dirty="0">
                <a:solidFill>
                  <a:schemeClr val="bg1"/>
                </a:solidFill>
              </a:rPr>
              <a:t> </a:t>
            </a:r>
            <a:r>
              <a:rPr lang="en-US" sz="7200" dirty="0" err="1">
                <a:solidFill>
                  <a:schemeClr val="bg1"/>
                </a:solidFill>
              </a:rPr>
              <a:t>ክብር</a:t>
            </a:r>
            <a:r>
              <a:rPr lang="en-US" sz="7200" dirty="0">
                <a:solidFill>
                  <a:schemeClr val="bg1"/>
                </a:solidFill>
              </a:rPr>
              <a:t>፡፡</a:t>
            </a:r>
          </a:p>
          <a:p>
            <a:pPr marL="0" indent="0">
              <a:buNone/>
            </a:pPr>
            <a:endParaRPr lang="am-ET" sz="7200" dirty="0">
              <a:solidFill>
                <a:schemeClr val="bg1"/>
              </a:solidFill>
            </a:endParaRPr>
          </a:p>
          <a:p>
            <a:pPr marL="0" indent="0">
              <a:buNone/>
            </a:pPr>
            <a:endParaRPr lang="am-ET" sz="7200" dirty="0">
              <a:solidFill>
                <a:schemeClr val="bg1"/>
              </a:solidFill>
            </a:endParaRPr>
          </a:p>
          <a:p>
            <a:pPr marL="0" indent="0">
              <a:buNone/>
            </a:pPr>
            <a:endParaRPr lang="am-ET" sz="7200" dirty="0">
              <a:solidFill>
                <a:schemeClr val="bg1"/>
              </a:solidFill>
            </a:endParaRPr>
          </a:p>
        </p:txBody>
      </p:sp>
    </p:spTree>
    <p:extLst>
      <p:ext uri="{BB962C8B-B14F-4D97-AF65-F5344CB8AC3E}">
        <p14:creationId xmlns:p14="http://schemas.microsoft.com/office/powerpoint/2010/main" val="11766734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a:solidFill>
            <a:schemeClr val="tx1"/>
          </a:solidFill>
        </p:spPr>
        <p:txBody>
          <a:bodyPr>
            <a:noAutofit/>
          </a:bodyPr>
          <a:lstStyle/>
          <a:p>
            <a:pPr marL="0" indent="0">
              <a:buNone/>
            </a:pPr>
            <a:r>
              <a:rPr lang="en-US" sz="7200" dirty="0" err="1">
                <a:solidFill>
                  <a:schemeClr val="bg1"/>
                </a:solidFill>
              </a:rPr>
              <a:t>ቅዱስ</a:t>
            </a:r>
            <a:r>
              <a:rPr lang="en-US" sz="7200" dirty="0">
                <a:solidFill>
                  <a:schemeClr val="bg1"/>
                </a:solidFill>
              </a:rPr>
              <a:t> </a:t>
            </a:r>
            <a:r>
              <a:rPr lang="en-US" sz="7200" dirty="0" err="1">
                <a:solidFill>
                  <a:schemeClr val="bg1"/>
                </a:solidFill>
              </a:rPr>
              <a:t>እግዚአብሄር</a:t>
            </a:r>
            <a:r>
              <a:rPr lang="en-US" sz="7200" dirty="0">
                <a:solidFill>
                  <a:schemeClr val="bg1"/>
                </a:solidFill>
              </a:rPr>
              <a:t> </a:t>
            </a:r>
            <a:r>
              <a:rPr lang="en-US" sz="7200" dirty="0" err="1">
                <a:solidFill>
                  <a:schemeClr val="bg1"/>
                </a:solidFill>
              </a:rPr>
              <a:t>የሰራዊት</a:t>
            </a:r>
            <a:r>
              <a:rPr lang="en-US" sz="7200" dirty="0">
                <a:solidFill>
                  <a:schemeClr val="bg1"/>
                </a:solidFill>
              </a:rPr>
              <a:t> </a:t>
            </a:r>
            <a:r>
              <a:rPr lang="en-US" sz="7200" dirty="0" err="1">
                <a:solidFill>
                  <a:schemeClr val="bg1"/>
                </a:solidFill>
              </a:rPr>
              <a:t>ጌታ</a:t>
            </a:r>
            <a:endParaRPr lang="en-US" sz="7200" dirty="0">
              <a:solidFill>
                <a:schemeClr val="bg1"/>
              </a:solidFill>
            </a:endParaRPr>
          </a:p>
          <a:p>
            <a:pPr marL="0" indent="0">
              <a:buNone/>
            </a:pPr>
            <a:r>
              <a:rPr lang="en-US" sz="7200" dirty="0" err="1">
                <a:solidFill>
                  <a:schemeClr val="bg1"/>
                </a:solidFill>
              </a:rPr>
              <a:t>በሰማይ</a:t>
            </a:r>
            <a:r>
              <a:rPr lang="en-US" sz="7200" dirty="0">
                <a:solidFill>
                  <a:schemeClr val="bg1"/>
                </a:solidFill>
              </a:rPr>
              <a:t> </a:t>
            </a:r>
            <a:r>
              <a:rPr lang="en-US" sz="7200" dirty="0" err="1">
                <a:solidFill>
                  <a:schemeClr val="bg1"/>
                </a:solidFill>
              </a:rPr>
              <a:t>በምድር</a:t>
            </a:r>
            <a:r>
              <a:rPr lang="en-US" sz="7200" dirty="0">
                <a:solidFill>
                  <a:schemeClr val="bg1"/>
                </a:solidFill>
              </a:rPr>
              <a:t> </a:t>
            </a:r>
            <a:r>
              <a:rPr lang="en-US" sz="7200" dirty="0" err="1">
                <a:solidFill>
                  <a:schemeClr val="bg1"/>
                </a:solidFill>
              </a:rPr>
              <a:t>ይክበር</a:t>
            </a:r>
            <a:r>
              <a:rPr lang="en-US" sz="7200" dirty="0">
                <a:solidFill>
                  <a:schemeClr val="bg1"/>
                </a:solidFill>
              </a:rPr>
              <a:t> </a:t>
            </a:r>
            <a:r>
              <a:rPr lang="en-US" sz="7200" dirty="0" err="1">
                <a:solidFill>
                  <a:schemeClr val="bg1"/>
                </a:solidFill>
              </a:rPr>
              <a:t>በእልልታ</a:t>
            </a:r>
            <a:endParaRPr lang="en-US" sz="7200" dirty="0">
              <a:solidFill>
                <a:schemeClr val="bg1"/>
              </a:solidFill>
            </a:endParaRPr>
          </a:p>
          <a:p>
            <a:pPr marL="0" indent="0">
              <a:buNone/>
            </a:pPr>
            <a:r>
              <a:rPr lang="en-US" sz="7200" dirty="0" err="1">
                <a:solidFill>
                  <a:schemeClr val="bg1"/>
                </a:solidFill>
              </a:rPr>
              <a:t>ቅዱስ</a:t>
            </a:r>
            <a:r>
              <a:rPr lang="en-US" sz="7200" dirty="0">
                <a:solidFill>
                  <a:schemeClr val="bg1"/>
                </a:solidFill>
              </a:rPr>
              <a:t> </a:t>
            </a:r>
            <a:r>
              <a:rPr lang="en-US" sz="7200" dirty="0" err="1">
                <a:solidFill>
                  <a:schemeClr val="bg1"/>
                </a:solidFill>
              </a:rPr>
              <a:t>የዳዊት</a:t>
            </a:r>
            <a:r>
              <a:rPr lang="en-US" sz="7200" dirty="0">
                <a:solidFill>
                  <a:schemeClr val="bg1"/>
                </a:solidFill>
              </a:rPr>
              <a:t> </a:t>
            </a:r>
            <a:r>
              <a:rPr lang="en-US" sz="7200" dirty="0" err="1">
                <a:solidFill>
                  <a:schemeClr val="bg1"/>
                </a:solidFill>
              </a:rPr>
              <a:t>ልጅ</a:t>
            </a:r>
            <a:r>
              <a:rPr lang="en-US" sz="7200" dirty="0">
                <a:solidFill>
                  <a:schemeClr val="bg1"/>
                </a:solidFill>
              </a:rPr>
              <a:t> </a:t>
            </a:r>
            <a:r>
              <a:rPr lang="en-US" sz="7200" dirty="0" err="1">
                <a:solidFill>
                  <a:schemeClr val="bg1"/>
                </a:solidFill>
              </a:rPr>
              <a:t>ሆሳዕና</a:t>
            </a:r>
            <a:r>
              <a:rPr lang="en-US" sz="7200" dirty="0">
                <a:solidFill>
                  <a:schemeClr val="bg1"/>
                </a:solidFill>
              </a:rPr>
              <a:t> </a:t>
            </a:r>
            <a:r>
              <a:rPr lang="en-US" sz="7200" dirty="0" err="1">
                <a:solidFill>
                  <a:schemeClr val="bg1"/>
                </a:solidFill>
              </a:rPr>
              <a:t>ሆሳዕና</a:t>
            </a:r>
            <a:endParaRPr lang="en-US" sz="7200" dirty="0">
              <a:solidFill>
                <a:schemeClr val="bg1"/>
              </a:solidFill>
            </a:endParaRPr>
          </a:p>
          <a:p>
            <a:pPr marL="0" indent="0">
              <a:buNone/>
            </a:pPr>
            <a:r>
              <a:rPr lang="en-US" sz="7200" dirty="0" err="1">
                <a:solidFill>
                  <a:schemeClr val="bg1"/>
                </a:solidFill>
              </a:rPr>
              <a:t>ሆሳዕና</a:t>
            </a:r>
            <a:r>
              <a:rPr lang="en-US" sz="7200" dirty="0">
                <a:solidFill>
                  <a:schemeClr val="bg1"/>
                </a:solidFill>
              </a:rPr>
              <a:t> </a:t>
            </a:r>
            <a:r>
              <a:rPr lang="en-US" sz="7200" dirty="0" err="1">
                <a:solidFill>
                  <a:schemeClr val="bg1"/>
                </a:solidFill>
              </a:rPr>
              <a:t>ሆሳዕና</a:t>
            </a:r>
            <a:r>
              <a:rPr lang="en-US" sz="7200" dirty="0">
                <a:solidFill>
                  <a:schemeClr val="bg1"/>
                </a:solidFill>
              </a:rPr>
              <a:t> </a:t>
            </a:r>
            <a:r>
              <a:rPr lang="en-US" sz="7200" dirty="0" err="1">
                <a:solidFill>
                  <a:schemeClr val="bg1"/>
                </a:solidFill>
              </a:rPr>
              <a:t>የእስራኤል</a:t>
            </a:r>
            <a:r>
              <a:rPr lang="en-US" sz="7200" dirty="0">
                <a:solidFill>
                  <a:schemeClr val="bg1"/>
                </a:solidFill>
              </a:rPr>
              <a:t> </a:t>
            </a:r>
            <a:r>
              <a:rPr lang="en-US" sz="7200" dirty="0" err="1">
                <a:solidFill>
                  <a:schemeClr val="bg1"/>
                </a:solidFill>
              </a:rPr>
              <a:t>መና</a:t>
            </a:r>
            <a:endParaRPr lang="am-ET" sz="7200" dirty="0">
              <a:solidFill>
                <a:schemeClr val="bg1"/>
              </a:solidFill>
            </a:endParaRPr>
          </a:p>
        </p:txBody>
      </p:sp>
    </p:spTree>
    <p:extLst>
      <p:ext uri="{BB962C8B-B14F-4D97-AF65-F5344CB8AC3E}">
        <p14:creationId xmlns:p14="http://schemas.microsoft.com/office/powerpoint/2010/main" val="14332297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ይ.ካ. </a:t>
            </a:r>
            <a:r>
              <a:rPr lang="en-US" sz="6000" dirty="0" err="1">
                <a:solidFill>
                  <a:schemeClr val="bg1"/>
                </a:solidFill>
              </a:rPr>
              <a:t>በጌታችን</a:t>
            </a:r>
            <a:r>
              <a:rPr lang="en-US" sz="6000" dirty="0">
                <a:solidFill>
                  <a:schemeClr val="bg1"/>
                </a:solidFill>
              </a:rPr>
              <a:t> </a:t>
            </a:r>
            <a:r>
              <a:rPr lang="en-US" sz="6000" dirty="0" err="1">
                <a:solidFill>
                  <a:schemeClr val="bg1"/>
                </a:solidFill>
              </a:rPr>
              <a:t>በአምላካችን</a:t>
            </a:r>
            <a:r>
              <a:rPr lang="en-US" sz="6000" dirty="0">
                <a:solidFill>
                  <a:schemeClr val="bg1"/>
                </a:solidFill>
              </a:rPr>
              <a:t> </a:t>
            </a:r>
            <a:r>
              <a:rPr lang="en-US" sz="6000" dirty="0" err="1">
                <a:solidFill>
                  <a:schemeClr val="bg1"/>
                </a:solidFill>
              </a:rPr>
              <a:t>በመድኃኒታችን</a:t>
            </a:r>
            <a:r>
              <a:rPr lang="en-US" sz="6000" dirty="0">
                <a:solidFill>
                  <a:schemeClr val="bg1"/>
                </a:solidFill>
              </a:rPr>
              <a:t> </a:t>
            </a:r>
            <a:r>
              <a:rPr lang="en-US" sz="6000" dirty="0" err="1">
                <a:solidFill>
                  <a:schemeClr val="bg1"/>
                </a:solidFill>
              </a:rPr>
              <a:t>በኢየሱስ</a:t>
            </a:r>
            <a:r>
              <a:rPr lang="en-US" sz="6000" dirty="0">
                <a:solidFill>
                  <a:schemeClr val="bg1"/>
                </a:solidFill>
              </a:rPr>
              <a:t> </a:t>
            </a:r>
            <a:r>
              <a:rPr lang="en-US" sz="6000" dirty="0" err="1">
                <a:solidFill>
                  <a:schemeClr val="bg1"/>
                </a:solidFill>
              </a:rPr>
              <a:t>ክርስቶስ</a:t>
            </a:r>
            <a:r>
              <a:rPr lang="en-US" sz="6000" dirty="0">
                <a:solidFill>
                  <a:schemeClr val="bg1"/>
                </a:solidFill>
              </a:rPr>
              <a:t> </a:t>
            </a:r>
            <a:r>
              <a:rPr lang="en-US" sz="6000" dirty="0" err="1">
                <a:solidFill>
                  <a:schemeClr val="bg1"/>
                </a:solidFill>
              </a:rPr>
              <a:t>ቅዱስ</a:t>
            </a:r>
            <a:r>
              <a:rPr lang="en-US" sz="6000" dirty="0">
                <a:solidFill>
                  <a:schemeClr val="bg1"/>
                </a:solidFill>
              </a:rPr>
              <a:t> </a:t>
            </a:r>
            <a:r>
              <a:rPr lang="en-US" sz="6000" dirty="0" err="1">
                <a:solidFill>
                  <a:schemeClr val="bg1"/>
                </a:solidFill>
              </a:rPr>
              <a:t>ምስጋናህ</a:t>
            </a:r>
            <a:r>
              <a:rPr lang="en-US" sz="6000" dirty="0">
                <a:solidFill>
                  <a:schemeClr val="bg1"/>
                </a:solidFill>
              </a:rPr>
              <a:t> </a:t>
            </a:r>
            <a:r>
              <a:rPr lang="en-US" sz="6000" dirty="0" err="1">
                <a:solidFill>
                  <a:schemeClr val="bg1"/>
                </a:solidFill>
              </a:rPr>
              <a:t>በእውነት</a:t>
            </a:r>
            <a:r>
              <a:rPr lang="en-US" sz="6000" dirty="0">
                <a:solidFill>
                  <a:schemeClr val="bg1"/>
                </a:solidFill>
              </a:rPr>
              <a:t> </a:t>
            </a:r>
            <a:r>
              <a:rPr lang="en-US" sz="6000" dirty="0" err="1">
                <a:solidFill>
                  <a:schemeClr val="bg1"/>
                </a:solidFill>
              </a:rPr>
              <a:t>ሰማይንና</a:t>
            </a:r>
            <a:r>
              <a:rPr lang="en-US" sz="6000" dirty="0">
                <a:solidFill>
                  <a:schemeClr val="bg1"/>
                </a:solidFill>
              </a:rPr>
              <a:t> </a:t>
            </a:r>
            <a:r>
              <a:rPr lang="en-US" sz="6000" dirty="0" err="1">
                <a:solidFill>
                  <a:schemeClr val="bg1"/>
                </a:solidFill>
              </a:rPr>
              <a:t>ምድርን</a:t>
            </a:r>
            <a:r>
              <a:rPr lang="en-US" sz="6000" dirty="0">
                <a:solidFill>
                  <a:schemeClr val="bg1"/>
                </a:solidFill>
              </a:rPr>
              <a:t> </a:t>
            </a:r>
            <a:r>
              <a:rPr lang="en-US" sz="6000" dirty="0" err="1">
                <a:solidFill>
                  <a:schemeClr val="bg1"/>
                </a:solidFill>
              </a:rPr>
              <a:t>የሞላ</a:t>
            </a:r>
            <a:r>
              <a:rPr lang="en-US" sz="6000" dirty="0">
                <a:solidFill>
                  <a:schemeClr val="bg1"/>
                </a:solidFill>
              </a:rPr>
              <a:t> </a:t>
            </a:r>
            <a:r>
              <a:rPr lang="en-US" sz="6000" dirty="0" err="1">
                <a:solidFill>
                  <a:schemeClr val="bg1"/>
                </a:solidFill>
              </a:rPr>
              <a:t>ነው</a:t>
            </a:r>
            <a:r>
              <a:rPr lang="en-US" sz="6000" dirty="0">
                <a:solidFill>
                  <a:schemeClr val="bg1"/>
                </a:solidFill>
              </a:rPr>
              <a:t>። </a:t>
            </a:r>
            <a:r>
              <a:rPr lang="en-US" sz="6000" dirty="0" err="1">
                <a:solidFill>
                  <a:schemeClr val="bg1"/>
                </a:solidFill>
              </a:rPr>
              <a:t>ቅዱስ</a:t>
            </a:r>
            <a:r>
              <a:rPr lang="en-US" sz="6000" dirty="0">
                <a:solidFill>
                  <a:schemeClr val="bg1"/>
                </a:solidFill>
              </a:rPr>
              <a:t> </a:t>
            </a:r>
            <a:r>
              <a:rPr lang="en-US" sz="6000" dirty="0" err="1">
                <a:solidFill>
                  <a:schemeClr val="bg1"/>
                </a:solidFill>
              </a:rPr>
              <a:t>ልጅህ</a:t>
            </a:r>
            <a:r>
              <a:rPr lang="en-US" sz="6000" dirty="0">
                <a:solidFill>
                  <a:schemeClr val="bg1"/>
                </a:solidFill>
              </a:rPr>
              <a:t> </a:t>
            </a:r>
            <a:r>
              <a:rPr lang="en-US" sz="6000" dirty="0" err="1">
                <a:solidFill>
                  <a:schemeClr val="bg1"/>
                </a:solidFill>
              </a:rPr>
              <a:t>ፈቃድህን</a:t>
            </a:r>
            <a:r>
              <a:rPr lang="en-US" sz="6000" dirty="0">
                <a:solidFill>
                  <a:schemeClr val="bg1"/>
                </a:solidFill>
              </a:rPr>
              <a:t> </a:t>
            </a:r>
            <a:r>
              <a:rPr lang="en-US" sz="6000" dirty="0" err="1">
                <a:solidFill>
                  <a:schemeClr val="bg1"/>
                </a:solidFill>
              </a:rPr>
              <a:t>ይፈጽም</a:t>
            </a:r>
            <a:r>
              <a:rPr lang="en-US" sz="6000" dirty="0">
                <a:solidFill>
                  <a:schemeClr val="bg1"/>
                </a:solidFill>
              </a:rPr>
              <a:t> </a:t>
            </a:r>
            <a:r>
              <a:rPr lang="en-US" sz="6000" dirty="0" err="1">
                <a:solidFill>
                  <a:schemeClr val="bg1"/>
                </a:solidFill>
              </a:rPr>
              <a:t>ዘንድ</a:t>
            </a:r>
            <a:r>
              <a:rPr lang="en-US" sz="6000" dirty="0">
                <a:solidFill>
                  <a:schemeClr val="bg1"/>
                </a:solidFill>
              </a:rPr>
              <a:t> </a:t>
            </a:r>
            <a:r>
              <a:rPr lang="en-US" sz="6000" dirty="0" err="1">
                <a:solidFill>
                  <a:schemeClr val="bg1"/>
                </a:solidFill>
              </a:rPr>
              <a:t>ቅዱስ</a:t>
            </a:r>
            <a:r>
              <a:rPr lang="en-US" sz="6000" dirty="0">
                <a:solidFill>
                  <a:schemeClr val="bg1"/>
                </a:solidFill>
              </a:rPr>
              <a:t> </a:t>
            </a:r>
            <a:r>
              <a:rPr lang="en-US" sz="6000" dirty="0" err="1">
                <a:solidFill>
                  <a:schemeClr val="bg1"/>
                </a:solidFill>
              </a:rPr>
              <a:t>ሕዝብንም</a:t>
            </a:r>
            <a:r>
              <a:rPr lang="en-US" sz="6000" dirty="0">
                <a:solidFill>
                  <a:schemeClr val="bg1"/>
                </a:solidFill>
              </a:rPr>
              <a:t> </a:t>
            </a:r>
            <a:r>
              <a:rPr lang="en-US" sz="6000" dirty="0" err="1">
                <a:solidFill>
                  <a:schemeClr val="bg1"/>
                </a:solidFill>
              </a:rPr>
              <a:t>ላንተ</a:t>
            </a:r>
            <a:r>
              <a:rPr lang="en-US" sz="6000" dirty="0">
                <a:solidFill>
                  <a:schemeClr val="bg1"/>
                </a:solidFill>
              </a:rPr>
              <a:t> </a:t>
            </a:r>
            <a:r>
              <a:rPr lang="en-US" sz="6000" dirty="0" err="1">
                <a:solidFill>
                  <a:schemeClr val="bg1"/>
                </a:solidFill>
              </a:rPr>
              <a:t>ያደርግ</a:t>
            </a:r>
            <a:r>
              <a:rPr lang="en-US" sz="6000" dirty="0">
                <a:solidFill>
                  <a:schemeClr val="bg1"/>
                </a:solidFill>
              </a:rPr>
              <a:t> </a:t>
            </a:r>
            <a:r>
              <a:rPr lang="en-US" sz="6000" dirty="0" err="1">
                <a:solidFill>
                  <a:schemeClr val="bg1"/>
                </a:solidFill>
              </a:rPr>
              <a:t>ዘንድ</a:t>
            </a:r>
            <a:r>
              <a:rPr lang="en-US" sz="6000" dirty="0">
                <a:solidFill>
                  <a:schemeClr val="bg1"/>
                </a:solidFill>
              </a:rPr>
              <a:t> </a:t>
            </a:r>
            <a:r>
              <a:rPr lang="en-US" sz="6000" dirty="0" err="1">
                <a:solidFill>
                  <a:schemeClr val="bg1"/>
                </a:solidFill>
              </a:rPr>
              <a:t>መጣ</a:t>
            </a:r>
            <a:r>
              <a:rPr lang="en-US" sz="6000" dirty="0">
                <a:solidFill>
                  <a:schemeClr val="bg1"/>
                </a:solidFill>
              </a:rPr>
              <a:t> </a:t>
            </a:r>
            <a:r>
              <a:rPr lang="en-US" sz="6000" dirty="0" err="1">
                <a:solidFill>
                  <a:schemeClr val="bg1"/>
                </a:solidFill>
              </a:rPr>
              <a:t>ከድንግልም</a:t>
            </a:r>
            <a:r>
              <a:rPr lang="en-US" sz="6000" dirty="0">
                <a:solidFill>
                  <a:schemeClr val="bg1"/>
                </a:solidFill>
              </a:rPr>
              <a:t> </a:t>
            </a:r>
            <a:r>
              <a:rPr lang="en-US" sz="6000" dirty="0" err="1">
                <a:solidFill>
                  <a:schemeClr val="bg1"/>
                </a:solidFill>
              </a:rPr>
              <a:t>ተወለደ</a:t>
            </a:r>
            <a:r>
              <a:rPr lang="en-US" sz="6000" dirty="0">
                <a:solidFill>
                  <a:schemeClr val="bg1"/>
                </a:solidFill>
              </a:rPr>
              <a:t>።</a:t>
            </a:r>
            <a:endParaRPr lang="am-ET" sz="6000" dirty="0">
              <a:solidFill>
                <a:schemeClr val="bg1"/>
              </a:solidFill>
            </a:endParaRPr>
          </a:p>
          <a:p>
            <a:pPr marL="0" indent="0">
              <a:buNone/>
            </a:pPr>
            <a:endParaRPr lang="am-ET" sz="6000" dirty="0">
              <a:solidFill>
                <a:schemeClr val="bg1"/>
              </a:solidFill>
            </a:endParaRPr>
          </a:p>
        </p:txBody>
      </p:sp>
    </p:spTree>
    <p:extLst>
      <p:ext uri="{BB962C8B-B14F-4D97-AF65-F5344CB8AC3E}">
        <p14:creationId xmlns:p14="http://schemas.microsoft.com/office/powerpoint/2010/main" val="20196748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ይ.ሕ. </a:t>
            </a:r>
            <a:r>
              <a:rPr lang="am-ET" sz="6000" dirty="0">
                <a:solidFill>
                  <a:schemeClr val="bg1"/>
                </a:solidFill>
              </a:rPr>
              <a:t>ጌታ ሆይ በመንግሥትህ አስታውሰን መምህራችን ሆይ አስታውሰን ጌታ ሆይ በቅዱስ መስቀል ላይ ሳለህ በቀኝህ የተሰቀለውን በደለኛ እንዳስታወስከው በመንግሥትህ አስታውሰን፡፡</a:t>
            </a:r>
          </a:p>
          <a:p>
            <a:pPr marL="0" indent="0">
              <a:buNone/>
            </a:pPr>
            <a:endParaRPr lang="en-US" sz="4800" dirty="0">
              <a:solidFill>
                <a:schemeClr val="bg1"/>
              </a:solidFill>
            </a:endParaRPr>
          </a:p>
          <a:p>
            <a:pPr marL="0" indent="0">
              <a:buNone/>
            </a:pPr>
            <a:endParaRPr lang="en-US" sz="4800" dirty="0">
              <a:solidFill>
                <a:schemeClr val="bg1"/>
              </a:solidFill>
            </a:endParaRPr>
          </a:p>
          <a:p>
            <a:pPr marL="0" indent="0">
              <a:buNone/>
            </a:pPr>
            <a:endParaRPr lang="am-ET" sz="4400" dirty="0">
              <a:solidFill>
                <a:schemeClr val="bg1"/>
              </a:solidFill>
            </a:endParaRPr>
          </a:p>
          <a:p>
            <a:pPr marL="0" indent="0">
              <a:buNone/>
            </a:pPr>
            <a:endParaRPr lang="am-ET" sz="4400" dirty="0">
              <a:solidFill>
                <a:schemeClr val="bg1"/>
              </a:solidFill>
            </a:endParaRPr>
          </a:p>
          <a:p>
            <a:pPr marL="0" indent="0">
              <a:buNone/>
            </a:pPr>
            <a:endParaRPr lang="am-ET" sz="4400" dirty="0">
              <a:solidFill>
                <a:schemeClr val="bg1"/>
              </a:solidFill>
            </a:endParaRPr>
          </a:p>
        </p:txBody>
      </p:sp>
    </p:spTree>
    <p:extLst>
      <p:ext uri="{BB962C8B-B14F-4D97-AF65-F5344CB8AC3E}">
        <p14:creationId xmlns:p14="http://schemas.microsoft.com/office/powerpoint/2010/main" val="11191844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ይ.ካ. </a:t>
            </a:r>
            <a:r>
              <a:rPr lang="en-US" sz="5400" dirty="0" err="1">
                <a:solidFill>
                  <a:schemeClr val="bg1"/>
                </a:solidFill>
              </a:rPr>
              <a:t>በርሱ</a:t>
            </a:r>
            <a:r>
              <a:rPr lang="en-US" sz="5400" dirty="0">
                <a:solidFill>
                  <a:schemeClr val="bg1"/>
                </a:solidFill>
              </a:rPr>
              <a:t> </a:t>
            </a:r>
            <a:r>
              <a:rPr lang="en-US" sz="5400" dirty="0" err="1">
                <a:solidFill>
                  <a:schemeClr val="bg1"/>
                </a:solidFill>
              </a:rPr>
              <a:t>ያመኑትን</a:t>
            </a:r>
            <a:r>
              <a:rPr lang="en-US" sz="5400" dirty="0">
                <a:solidFill>
                  <a:schemeClr val="bg1"/>
                </a:solidFill>
              </a:rPr>
              <a:t> </a:t>
            </a:r>
            <a:r>
              <a:rPr lang="en-US" sz="5400" dirty="0" err="1">
                <a:solidFill>
                  <a:schemeClr val="bg1"/>
                </a:solidFill>
              </a:rPr>
              <a:t>ሥቃያተኞች</a:t>
            </a:r>
            <a:r>
              <a:rPr lang="en-US" sz="5400" dirty="0">
                <a:solidFill>
                  <a:schemeClr val="bg1"/>
                </a:solidFill>
              </a:rPr>
              <a:t> </a:t>
            </a:r>
            <a:r>
              <a:rPr lang="en-US" sz="5400" dirty="0" err="1">
                <a:solidFill>
                  <a:schemeClr val="bg1"/>
                </a:solidFill>
              </a:rPr>
              <a:t>ለማዳን</a:t>
            </a:r>
            <a:r>
              <a:rPr lang="en-US" sz="5400" dirty="0">
                <a:solidFill>
                  <a:schemeClr val="bg1"/>
                </a:solidFill>
              </a:rPr>
              <a:t> </a:t>
            </a:r>
            <a:r>
              <a:rPr lang="en-US" sz="5400" dirty="0" err="1">
                <a:solidFill>
                  <a:schemeClr val="bg1"/>
                </a:solidFill>
              </a:rPr>
              <a:t>ሞትን</a:t>
            </a:r>
            <a:r>
              <a:rPr lang="en-US" sz="5400" dirty="0">
                <a:solidFill>
                  <a:schemeClr val="bg1"/>
                </a:solidFill>
              </a:rPr>
              <a:t> </a:t>
            </a:r>
            <a:r>
              <a:rPr lang="en-US" sz="5400" dirty="0" err="1">
                <a:solidFill>
                  <a:schemeClr val="bg1"/>
                </a:solidFill>
              </a:rPr>
              <a:t>ለመሻር</a:t>
            </a:r>
            <a:r>
              <a:rPr lang="en-US" sz="5400" dirty="0">
                <a:solidFill>
                  <a:schemeClr val="bg1"/>
                </a:solidFill>
              </a:rPr>
              <a:t> </a:t>
            </a:r>
            <a:r>
              <a:rPr lang="en-US" sz="5400" dirty="0" err="1">
                <a:solidFill>
                  <a:schemeClr val="bg1"/>
                </a:solidFill>
              </a:rPr>
              <a:t>የሰይጣንን</a:t>
            </a:r>
            <a:r>
              <a:rPr lang="en-US" sz="5400" dirty="0">
                <a:solidFill>
                  <a:schemeClr val="bg1"/>
                </a:solidFill>
              </a:rPr>
              <a:t> </a:t>
            </a:r>
            <a:r>
              <a:rPr lang="en-US" sz="5400" dirty="0" err="1">
                <a:solidFill>
                  <a:schemeClr val="bg1"/>
                </a:solidFill>
              </a:rPr>
              <a:t>ማሰሪያ</a:t>
            </a:r>
            <a:r>
              <a:rPr lang="en-US" sz="5400" dirty="0">
                <a:solidFill>
                  <a:schemeClr val="bg1"/>
                </a:solidFill>
              </a:rPr>
              <a:t> </a:t>
            </a:r>
            <a:r>
              <a:rPr lang="en-US" sz="5400" dirty="0" err="1">
                <a:solidFill>
                  <a:schemeClr val="bg1"/>
                </a:solidFill>
              </a:rPr>
              <a:t>ለመበጠስ</a:t>
            </a:r>
            <a:r>
              <a:rPr lang="en-US" sz="5400" dirty="0">
                <a:solidFill>
                  <a:schemeClr val="bg1"/>
                </a:solidFill>
              </a:rPr>
              <a:t> </a:t>
            </a:r>
            <a:r>
              <a:rPr lang="en-US" sz="5400" dirty="0" err="1">
                <a:solidFill>
                  <a:schemeClr val="bg1"/>
                </a:solidFill>
              </a:rPr>
              <a:t>ሲኦልን</a:t>
            </a:r>
            <a:r>
              <a:rPr lang="en-US" sz="5400" dirty="0">
                <a:solidFill>
                  <a:schemeClr val="bg1"/>
                </a:solidFill>
              </a:rPr>
              <a:t> </a:t>
            </a:r>
            <a:r>
              <a:rPr lang="en-US" sz="5400" dirty="0" err="1">
                <a:solidFill>
                  <a:schemeClr val="bg1"/>
                </a:solidFill>
              </a:rPr>
              <a:t>ለመርገጥ</a:t>
            </a:r>
            <a:r>
              <a:rPr lang="en-US" sz="5400" dirty="0">
                <a:solidFill>
                  <a:schemeClr val="bg1"/>
                </a:solidFill>
              </a:rPr>
              <a:t> </a:t>
            </a:r>
            <a:r>
              <a:rPr lang="en-US" sz="5400" dirty="0" err="1">
                <a:solidFill>
                  <a:schemeClr val="bg1"/>
                </a:solidFill>
              </a:rPr>
              <a:t>ቅዱሳንን</a:t>
            </a:r>
            <a:r>
              <a:rPr lang="en-US" sz="5400" dirty="0">
                <a:solidFill>
                  <a:schemeClr val="bg1"/>
                </a:solidFill>
              </a:rPr>
              <a:t> </a:t>
            </a:r>
            <a:r>
              <a:rPr lang="en-US" sz="5400" dirty="0" err="1">
                <a:solidFill>
                  <a:schemeClr val="bg1"/>
                </a:solidFill>
              </a:rPr>
              <a:t>ለመምራት</a:t>
            </a:r>
            <a:r>
              <a:rPr lang="en-US" sz="5400" dirty="0">
                <a:solidFill>
                  <a:schemeClr val="bg1"/>
                </a:solidFill>
              </a:rPr>
              <a:t> </a:t>
            </a:r>
            <a:r>
              <a:rPr lang="en-US" sz="5400" dirty="0" err="1">
                <a:solidFill>
                  <a:schemeClr val="bg1"/>
                </a:solidFill>
              </a:rPr>
              <a:t>ሥርዐትን</a:t>
            </a:r>
            <a:r>
              <a:rPr lang="en-US" sz="5400" dirty="0">
                <a:solidFill>
                  <a:schemeClr val="bg1"/>
                </a:solidFill>
              </a:rPr>
              <a:t> </a:t>
            </a:r>
            <a:r>
              <a:rPr lang="en-US" sz="5400" dirty="0" err="1">
                <a:solidFill>
                  <a:schemeClr val="bg1"/>
                </a:solidFill>
              </a:rPr>
              <a:t>ለመትከል</a:t>
            </a:r>
            <a:r>
              <a:rPr lang="en-US" sz="5400" dirty="0">
                <a:solidFill>
                  <a:schemeClr val="bg1"/>
                </a:solidFill>
              </a:rPr>
              <a:t> </a:t>
            </a:r>
            <a:r>
              <a:rPr lang="en-US" sz="5400" dirty="0" err="1">
                <a:solidFill>
                  <a:schemeClr val="bg1"/>
                </a:solidFill>
              </a:rPr>
              <a:t>ትንሣኤውን</a:t>
            </a:r>
            <a:r>
              <a:rPr lang="en-US" sz="5400" dirty="0">
                <a:solidFill>
                  <a:schemeClr val="bg1"/>
                </a:solidFill>
              </a:rPr>
              <a:t> </a:t>
            </a:r>
            <a:r>
              <a:rPr lang="en-US" sz="5400" dirty="0" err="1">
                <a:solidFill>
                  <a:schemeClr val="bg1"/>
                </a:solidFill>
              </a:rPr>
              <a:t>ለመግለጥ</a:t>
            </a:r>
            <a:r>
              <a:rPr lang="en-US" sz="5400" dirty="0">
                <a:solidFill>
                  <a:schemeClr val="bg1"/>
                </a:solidFill>
              </a:rPr>
              <a:t> </a:t>
            </a:r>
            <a:r>
              <a:rPr lang="en-US" sz="5400" dirty="0" err="1">
                <a:solidFill>
                  <a:schemeClr val="bg1"/>
                </a:solidFill>
              </a:rPr>
              <a:t>በፈቃዱ</a:t>
            </a:r>
            <a:r>
              <a:rPr lang="en-US" sz="5400" dirty="0">
                <a:solidFill>
                  <a:schemeClr val="bg1"/>
                </a:solidFill>
              </a:rPr>
              <a:t> </a:t>
            </a:r>
            <a:r>
              <a:rPr lang="en-US" sz="5400" dirty="0" err="1">
                <a:solidFill>
                  <a:schemeClr val="bg1"/>
                </a:solidFill>
              </a:rPr>
              <a:t>ለሥቃይ</a:t>
            </a:r>
            <a:r>
              <a:rPr lang="en-US" sz="5400" dirty="0">
                <a:solidFill>
                  <a:schemeClr val="bg1"/>
                </a:solidFill>
              </a:rPr>
              <a:t> </a:t>
            </a:r>
            <a:r>
              <a:rPr lang="en-US" sz="5400" dirty="0" err="1">
                <a:solidFill>
                  <a:schemeClr val="bg1"/>
                </a:solidFill>
              </a:rPr>
              <a:t>የተሰጠ</a:t>
            </a:r>
            <a:r>
              <a:rPr lang="en-US" sz="5400" dirty="0">
                <a:solidFill>
                  <a:schemeClr val="bg1"/>
                </a:solidFill>
              </a:rPr>
              <a:t> </a:t>
            </a:r>
            <a:r>
              <a:rPr lang="en-US" sz="5400" dirty="0" err="1">
                <a:solidFill>
                  <a:schemeClr val="bg1"/>
                </a:solidFill>
              </a:rPr>
              <a:t>እጆቹን</a:t>
            </a:r>
            <a:r>
              <a:rPr lang="en-US" sz="5400" dirty="0">
                <a:solidFill>
                  <a:schemeClr val="bg1"/>
                </a:solidFill>
              </a:rPr>
              <a:t> </a:t>
            </a:r>
            <a:r>
              <a:rPr lang="en-US" sz="5400" dirty="0" err="1">
                <a:solidFill>
                  <a:schemeClr val="bg1"/>
                </a:solidFill>
              </a:rPr>
              <a:t>ለሥቃይ</a:t>
            </a:r>
            <a:r>
              <a:rPr lang="en-US" sz="5400" dirty="0">
                <a:solidFill>
                  <a:schemeClr val="bg1"/>
                </a:solidFill>
              </a:rPr>
              <a:t> </a:t>
            </a:r>
            <a:r>
              <a:rPr lang="en-US" sz="5400" dirty="0" err="1">
                <a:solidFill>
                  <a:schemeClr val="bg1"/>
                </a:solidFill>
              </a:rPr>
              <a:t>ዘረጋ</a:t>
            </a:r>
            <a:r>
              <a:rPr lang="en-US" sz="5400" dirty="0">
                <a:solidFill>
                  <a:schemeClr val="bg1"/>
                </a:solidFill>
              </a:rPr>
              <a:t>።</a:t>
            </a:r>
          </a:p>
          <a:p>
            <a:pPr marL="0" indent="0">
              <a:buNone/>
            </a:pPr>
            <a:r>
              <a:rPr lang="am-ET" sz="6000" dirty="0">
                <a:solidFill>
                  <a:srgbClr val="C00000"/>
                </a:solidFill>
              </a:rPr>
              <a:t>ይ.ሕ. </a:t>
            </a:r>
            <a:r>
              <a:rPr lang="am-ET" sz="6000" dirty="0">
                <a:solidFill>
                  <a:schemeClr val="bg1"/>
                </a:solidFill>
              </a:rPr>
              <a:t>ይህ እንደሆነ እናምናለን በውነት እናምናለን፡፡</a:t>
            </a:r>
            <a:endParaRPr lang="en-US" sz="6000" dirty="0">
              <a:solidFill>
                <a:schemeClr val="bg1"/>
              </a:solidFill>
            </a:endParaRPr>
          </a:p>
          <a:p>
            <a:pPr marL="0" indent="0">
              <a:buNone/>
            </a:pPr>
            <a:endParaRPr lang="en-US" sz="5400" dirty="0">
              <a:solidFill>
                <a:schemeClr val="bg1"/>
              </a:solidFill>
            </a:endParaRPr>
          </a:p>
          <a:p>
            <a:pPr marL="0" indent="0">
              <a:buNone/>
            </a:pPr>
            <a:endParaRPr lang="en-US" sz="4400" dirty="0">
              <a:solidFill>
                <a:schemeClr val="bg1"/>
              </a:solidFill>
            </a:endParaRPr>
          </a:p>
          <a:p>
            <a:pPr marL="0" indent="0">
              <a:buNone/>
            </a:pPr>
            <a:endParaRPr lang="am-ET" sz="4000" dirty="0">
              <a:solidFill>
                <a:schemeClr val="bg1"/>
              </a:solidFill>
            </a:endParaRPr>
          </a:p>
          <a:p>
            <a:pPr marL="0" indent="0">
              <a:buNone/>
            </a:pPr>
            <a:endParaRPr lang="am-ET" sz="4000" dirty="0">
              <a:solidFill>
                <a:schemeClr val="bg1"/>
              </a:solidFill>
            </a:endParaRPr>
          </a:p>
          <a:p>
            <a:pPr marL="0" indent="0">
              <a:buNone/>
            </a:pPr>
            <a:endParaRPr lang="am-ET" sz="4000" dirty="0">
              <a:solidFill>
                <a:schemeClr val="bg1"/>
              </a:solidFill>
            </a:endParaRPr>
          </a:p>
        </p:txBody>
      </p:sp>
    </p:spTree>
    <p:extLst>
      <p:ext uri="{BB962C8B-B14F-4D97-AF65-F5344CB8AC3E}">
        <p14:creationId xmlns:p14="http://schemas.microsoft.com/office/powerpoint/2010/main" val="17786560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ወደ ሰማይ፤ ወደ አንተ፤ ወደ አባቱ ራሱን ቀና አደረገ </a:t>
            </a:r>
            <a:r>
              <a:rPr lang="en-US" sz="6600" dirty="0" err="1">
                <a:solidFill>
                  <a:schemeClr val="bg1"/>
                </a:solidFill>
              </a:rPr>
              <a:t>አመሰገነ</a:t>
            </a:r>
            <a:r>
              <a:rPr lang="en-US" sz="6600" dirty="0">
                <a:solidFill>
                  <a:schemeClr val="bg1"/>
                </a:solidFill>
              </a:rPr>
              <a:t> </a:t>
            </a:r>
            <a:r>
              <a:rPr lang="en-US" sz="6600" dirty="0" err="1">
                <a:solidFill>
                  <a:schemeClr val="bg1"/>
                </a:solidFill>
              </a:rPr>
              <a:t>ባረከ</a:t>
            </a:r>
            <a:r>
              <a:rPr lang="en-US" sz="6600" dirty="0">
                <a:solidFill>
                  <a:schemeClr val="bg1"/>
                </a:solidFill>
              </a:rPr>
              <a:t> </a:t>
            </a:r>
            <a:r>
              <a:rPr lang="en-US" sz="6600" dirty="0" err="1">
                <a:solidFill>
                  <a:schemeClr val="bg1"/>
                </a:solidFill>
              </a:rPr>
              <a:t>ቀደሰ</a:t>
            </a:r>
            <a:r>
              <a:rPr lang="en-US" sz="6600" dirty="0">
                <a:solidFill>
                  <a:schemeClr val="bg1"/>
                </a:solidFill>
              </a:rPr>
              <a:t> </a:t>
            </a:r>
            <a:r>
              <a:rPr lang="en-US" sz="6600" dirty="0" err="1">
                <a:solidFill>
                  <a:schemeClr val="bg1"/>
                </a:solidFill>
              </a:rPr>
              <a:t>ቆርሶም</a:t>
            </a:r>
            <a:r>
              <a:rPr lang="am-ET" sz="6600" dirty="0">
                <a:solidFill>
                  <a:schemeClr val="bg1"/>
                </a:solidFill>
              </a:rPr>
              <a:t> </a:t>
            </a:r>
            <a:r>
              <a:rPr lang="en-US" sz="6600" dirty="0">
                <a:solidFill>
                  <a:schemeClr val="bg1"/>
                </a:solidFill>
              </a:rPr>
              <a:t>ለ</a:t>
            </a:r>
            <a:r>
              <a:rPr lang="am-ET" sz="6600" dirty="0">
                <a:solidFill>
                  <a:schemeClr val="bg1"/>
                </a:solidFill>
              </a:rPr>
              <a:t>ደቀመዛሙርቱ</a:t>
            </a:r>
            <a:r>
              <a:rPr lang="en-US" sz="6600" dirty="0">
                <a:solidFill>
                  <a:schemeClr val="bg1"/>
                </a:solidFill>
              </a:rPr>
              <a:t> </a:t>
            </a:r>
            <a:r>
              <a:rPr lang="en-US" sz="6600" dirty="0" err="1">
                <a:solidFill>
                  <a:schemeClr val="bg1"/>
                </a:solidFill>
              </a:rPr>
              <a:t>ሰጣቸው</a:t>
            </a:r>
            <a:r>
              <a:rPr lang="en-US" sz="6600" dirty="0">
                <a:solidFill>
                  <a:schemeClr val="bg1"/>
                </a:solidFill>
              </a:rPr>
              <a:t> </a:t>
            </a:r>
            <a:r>
              <a:rPr lang="en-US" sz="6600" dirty="0" err="1">
                <a:solidFill>
                  <a:schemeClr val="bg1"/>
                </a:solidFill>
              </a:rPr>
              <a:t>እንዲህም</a:t>
            </a:r>
            <a:r>
              <a:rPr lang="en-US" sz="6600" dirty="0">
                <a:solidFill>
                  <a:schemeClr val="bg1"/>
                </a:solidFill>
              </a:rPr>
              <a:t> </a:t>
            </a:r>
            <a:r>
              <a:rPr lang="en-US" sz="6600" dirty="0" err="1">
                <a:solidFill>
                  <a:schemeClr val="bg1"/>
                </a:solidFill>
              </a:rPr>
              <a:t>አላቸው</a:t>
            </a:r>
            <a:r>
              <a:rPr lang="en-US" sz="6600" dirty="0">
                <a:solidFill>
                  <a:schemeClr val="bg1"/>
                </a:solidFill>
              </a:rPr>
              <a:t> </a:t>
            </a:r>
            <a:r>
              <a:rPr lang="en-US" sz="6600" dirty="0" err="1">
                <a:solidFill>
                  <a:schemeClr val="bg1"/>
                </a:solidFill>
              </a:rPr>
              <a:t>እንካችሁ</a:t>
            </a:r>
            <a:r>
              <a:rPr lang="en-US" sz="6600" dirty="0">
                <a:solidFill>
                  <a:schemeClr val="bg1"/>
                </a:solidFill>
              </a:rPr>
              <a:t> </a:t>
            </a:r>
            <a:r>
              <a:rPr lang="en-US" sz="6600" dirty="0" err="1">
                <a:solidFill>
                  <a:schemeClr val="bg1"/>
                </a:solidFill>
              </a:rPr>
              <a:t>ብሉ</a:t>
            </a:r>
            <a:r>
              <a:rPr lang="en-US" sz="6600" dirty="0">
                <a:solidFill>
                  <a:schemeClr val="bg1"/>
                </a:solidFill>
              </a:rPr>
              <a:t> </a:t>
            </a:r>
            <a:r>
              <a:rPr lang="en-US" sz="6600" dirty="0" err="1">
                <a:solidFill>
                  <a:schemeClr val="bg1"/>
                </a:solidFill>
              </a:rPr>
              <a:t>ለኃጢያት</a:t>
            </a:r>
            <a:r>
              <a:rPr lang="en-US" sz="6600" dirty="0">
                <a:solidFill>
                  <a:schemeClr val="bg1"/>
                </a:solidFill>
              </a:rPr>
              <a:t> </a:t>
            </a:r>
            <a:r>
              <a:rPr lang="en-US" sz="6600" dirty="0" err="1">
                <a:solidFill>
                  <a:schemeClr val="bg1"/>
                </a:solidFill>
              </a:rPr>
              <a:t>ስሬት</a:t>
            </a:r>
            <a:r>
              <a:rPr lang="en-US" sz="6600" dirty="0">
                <a:solidFill>
                  <a:schemeClr val="bg1"/>
                </a:solidFill>
              </a:rPr>
              <a:t> </a:t>
            </a:r>
            <a:r>
              <a:rPr lang="en-US" sz="6600" dirty="0" err="1">
                <a:solidFill>
                  <a:schemeClr val="bg1"/>
                </a:solidFill>
              </a:rPr>
              <a:t>ስለናንተ</a:t>
            </a:r>
            <a:r>
              <a:rPr lang="en-US" sz="6600" dirty="0">
                <a:solidFill>
                  <a:schemeClr val="bg1"/>
                </a:solidFill>
              </a:rPr>
              <a:t> </a:t>
            </a:r>
            <a:r>
              <a:rPr lang="en-US" sz="6600" dirty="0" err="1">
                <a:solidFill>
                  <a:schemeClr val="bg1"/>
                </a:solidFill>
              </a:rPr>
              <a:t>የሚፈተት</a:t>
            </a:r>
            <a:r>
              <a:rPr lang="en-US" sz="6600" dirty="0">
                <a:solidFill>
                  <a:schemeClr val="bg1"/>
                </a:solidFill>
              </a:rPr>
              <a:t> </a:t>
            </a:r>
            <a:r>
              <a:rPr lang="en-US" sz="6600" dirty="0" err="1">
                <a:solidFill>
                  <a:schemeClr val="bg1"/>
                </a:solidFill>
              </a:rPr>
              <a:t>ይህ</a:t>
            </a:r>
            <a:r>
              <a:rPr lang="en-US" sz="6600" dirty="0">
                <a:solidFill>
                  <a:schemeClr val="bg1"/>
                </a:solidFill>
              </a:rPr>
              <a:t> </a:t>
            </a:r>
            <a:r>
              <a:rPr lang="en-US" sz="6600" dirty="0" err="1">
                <a:solidFill>
                  <a:schemeClr val="bg1"/>
                </a:solidFill>
              </a:rPr>
              <a:t>ሥጋዬ</a:t>
            </a:r>
            <a:r>
              <a:rPr lang="en-US" sz="6600" dirty="0">
                <a:solidFill>
                  <a:schemeClr val="bg1"/>
                </a:solidFill>
              </a:rPr>
              <a:t> </a:t>
            </a:r>
            <a:r>
              <a:rPr lang="en-US" sz="6600" dirty="0" err="1">
                <a:solidFill>
                  <a:schemeClr val="bg1"/>
                </a:solidFill>
              </a:rPr>
              <a:t>ነው</a:t>
            </a:r>
            <a:r>
              <a:rPr lang="en-US" sz="6600" dirty="0">
                <a:solidFill>
                  <a:schemeClr val="bg1"/>
                </a:solidFill>
              </a:rPr>
              <a:t>።</a:t>
            </a:r>
            <a:endParaRPr lang="am-ET" sz="6600" dirty="0">
              <a:solidFill>
                <a:schemeClr val="bg1"/>
              </a:solidFill>
            </a:endParaRPr>
          </a:p>
        </p:txBody>
      </p:sp>
    </p:spTree>
    <p:extLst>
      <p:ext uri="{BB962C8B-B14F-4D97-AF65-F5344CB8AC3E}">
        <p14:creationId xmlns:p14="http://schemas.microsoft.com/office/powerpoint/2010/main" val="33357335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ይ.ሕ. </a:t>
            </a:r>
            <a:r>
              <a:rPr lang="am-ET" sz="6600" dirty="0">
                <a:solidFill>
                  <a:schemeClr val="bg1"/>
                </a:solidFill>
              </a:rPr>
              <a:t>አሜን አሜን አሜን እናምናለን እንታመንማለን ጌታችንና አምላካችን ሆይ እናመሰግንሃለን ይህ ሥጋህ መሆኑን በውነት እናምናለን</a:t>
            </a:r>
            <a:r>
              <a:rPr lang="am-ET" sz="6600" dirty="0"/>
              <a:t>፡</a:t>
            </a:r>
            <a:endParaRPr lang="en-US" sz="6600" dirty="0"/>
          </a:p>
        </p:txBody>
      </p:sp>
    </p:spTree>
    <p:extLst>
      <p:ext uri="{BB962C8B-B14F-4D97-AF65-F5344CB8AC3E}">
        <p14:creationId xmlns:p14="http://schemas.microsoft.com/office/powerpoint/2010/main" val="41886621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ይ.ካ. </a:t>
            </a:r>
            <a:r>
              <a:rPr lang="am-ET" sz="6600" dirty="0">
                <a:solidFill>
                  <a:schemeClr val="bg1"/>
                </a:solidFill>
              </a:rPr>
              <a:t>እንዲሁም </a:t>
            </a:r>
            <a:r>
              <a:rPr lang="en-US" sz="6600" dirty="0" err="1">
                <a:solidFill>
                  <a:schemeClr val="bg1"/>
                </a:solidFill>
              </a:rPr>
              <a:t>ጽዋውንም</a:t>
            </a:r>
            <a:r>
              <a:rPr lang="en-US" sz="6600" dirty="0">
                <a:solidFill>
                  <a:schemeClr val="bg1"/>
                </a:solidFill>
              </a:rPr>
              <a:t> </a:t>
            </a:r>
            <a:r>
              <a:rPr lang="en-US" sz="6600" dirty="0" err="1">
                <a:solidFill>
                  <a:schemeClr val="bg1"/>
                </a:solidFill>
              </a:rPr>
              <a:t>አመስግኖ</a:t>
            </a:r>
            <a:r>
              <a:rPr lang="en-US" sz="6600" dirty="0">
                <a:solidFill>
                  <a:schemeClr val="bg1"/>
                </a:solidFill>
              </a:rPr>
              <a:t> </a:t>
            </a:r>
            <a:r>
              <a:rPr lang="en-US" sz="6600" dirty="0" err="1">
                <a:solidFill>
                  <a:schemeClr val="bg1"/>
                </a:solidFill>
              </a:rPr>
              <a:t>ባርኮ</a:t>
            </a:r>
            <a:r>
              <a:rPr lang="en-US" sz="6600" dirty="0">
                <a:solidFill>
                  <a:schemeClr val="bg1"/>
                </a:solidFill>
              </a:rPr>
              <a:t> </a:t>
            </a:r>
            <a:r>
              <a:rPr lang="en-US" sz="6600" dirty="0" err="1">
                <a:solidFill>
                  <a:schemeClr val="bg1"/>
                </a:solidFill>
              </a:rPr>
              <a:t>ቀድሶ</a:t>
            </a:r>
            <a:r>
              <a:rPr lang="en-US" sz="6600" dirty="0">
                <a:solidFill>
                  <a:schemeClr val="bg1"/>
                </a:solidFill>
              </a:rPr>
              <a:t> </a:t>
            </a:r>
            <a:r>
              <a:rPr lang="en-US" sz="6600" dirty="0" err="1">
                <a:solidFill>
                  <a:schemeClr val="bg1"/>
                </a:solidFill>
              </a:rPr>
              <a:t>ለደቀመዛርቱ</a:t>
            </a:r>
            <a:r>
              <a:rPr lang="en-US" sz="6600" dirty="0">
                <a:solidFill>
                  <a:schemeClr val="bg1"/>
                </a:solidFill>
              </a:rPr>
              <a:t> </a:t>
            </a:r>
            <a:r>
              <a:rPr lang="en-US" sz="6600" dirty="0" err="1">
                <a:solidFill>
                  <a:schemeClr val="bg1"/>
                </a:solidFill>
              </a:rPr>
              <a:t>ሰጣቸው</a:t>
            </a:r>
            <a:r>
              <a:rPr lang="en-US" sz="6600" dirty="0">
                <a:solidFill>
                  <a:schemeClr val="bg1"/>
                </a:solidFill>
              </a:rPr>
              <a:t> </a:t>
            </a:r>
            <a:r>
              <a:rPr lang="en-US" sz="6600" dirty="0" err="1">
                <a:solidFill>
                  <a:schemeClr val="bg1"/>
                </a:solidFill>
              </a:rPr>
              <a:t>እንዲህም</a:t>
            </a:r>
            <a:r>
              <a:rPr lang="en-US" sz="6600" dirty="0">
                <a:solidFill>
                  <a:schemeClr val="bg1"/>
                </a:solidFill>
              </a:rPr>
              <a:t> </a:t>
            </a:r>
            <a:r>
              <a:rPr lang="en-US" sz="6600" dirty="0" err="1">
                <a:solidFill>
                  <a:schemeClr val="bg1"/>
                </a:solidFill>
              </a:rPr>
              <a:t>አላቸው</a:t>
            </a:r>
            <a:r>
              <a:rPr lang="am-ET" sz="6600" dirty="0">
                <a:solidFill>
                  <a:schemeClr val="bg1"/>
                </a:solidFill>
              </a:rPr>
              <a:t> </a:t>
            </a:r>
            <a:r>
              <a:rPr lang="en-US" sz="6600" dirty="0" err="1">
                <a:solidFill>
                  <a:schemeClr val="bg1"/>
                </a:solidFill>
              </a:rPr>
              <a:t>ለብዙዎች</a:t>
            </a:r>
            <a:r>
              <a:rPr lang="en-US" sz="6600" dirty="0">
                <a:solidFill>
                  <a:schemeClr val="bg1"/>
                </a:solidFill>
              </a:rPr>
              <a:t> </a:t>
            </a:r>
            <a:r>
              <a:rPr lang="en-US" sz="6600" dirty="0" err="1">
                <a:solidFill>
                  <a:schemeClr val="bg1"/>
                </a:solidFill>
              </a:rPr>
              <a:t>ቤዛ</a:t>
            </a:r>
            <a:r>
              <a:rPr lang="en-US" sz="6600" dirty="0">
                <a:solidFill>
                  <a:schemeClr val="bg1"/>
                </a:solidFill>
              </a:rPr>
              <a:t> </a:t>
            </a:r>
            <a:r>
              <a:rPr lang="en-US" sz="6600" dirty="0" err="1">
                <a:solidFill>
                  <a:schemeClr val="bg1"/>
                </a:solidFill>
              </a:rPr>
              <a:t>ስለናንተ</a:t>
            </a:r>
            <a:r>
              <a:rPr lang="am-ET" sz="6600" dirty="0">
                <a:solidFill>
                  <a:schemeClr val="bg1"/>
                </a:solidFill>
              </a:rPr>
              <a:t> የሚፈስ ይህ ጽዋ ደሜ ነው፡፡</a:t>
            </a:r>
          </a:p>
          <a:p>
            <a:pPr marL="0" indent="0">
              <a:buNone/>
            </a:pPr>
            <a:endParaRPr lang="am-ET" sz="6600" dirty="0"/>
          </a:p>
        </p:txBody>
      </p:sp>
    </p:spTree>
    <p:extLst>
      <p:ext uri="{BB962C8B-B14F-4D97-AF65-F5344CB8AC3E}">
        <p14:creationId xmlns:p14="http://schemas.microsoft.com/office/powerpoint/2010/main" val="22129560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C00000"/>
                </a:solidFill>
              </a:rPr>
              <a:t>ይ.ሕ. </a:t>
            </a:r>
            <a:r>
              <a:rPr lang="am-ET" sz="6600" dirty="0">
                <a:solidFill>
                  <a:schemeClr val="bg1"/>
                </a:solidFill>
              </a:rPr>
              <a:t>አሜን አሜን አሜን እናምናለን </a:t>
            </a:r>
            <a:r>
              <a:rPr lang="en-US" sz="6600" dirty="0">
                <a:solidFill>
                  <a:schemeClr val="bg1"/>
                </a:solidFill>
              </a:rPr>
              <a:t>         </a:t>
            </a:r>
            <a:r>
              <a:rPr lang="am-ET" sz="6600" dirty="0">
                <a:solidFill>
                  <a:schemeClr val="bg1"/>
                </a:solidFill>
              </a:rPr>
              <a:t>እንታመንማለን ጌታችንና አምላካችን ሆይ እናመሰግንሃለን ይህ </a:t>
            </a:r>
            <a:r>
              <a:rPr lang="en-US" sz="6600" dirty="0" err="1">
                <a:solidFill>
                  <a:schemeClr val="bg1"/>
                </a:solidFill>
              </a:rPr>
              <a:t>ክቡር</a:t>
            </a:r>
            <a:r>
              <a:rPr lang="en-US" sz="6600" dirty="0">
                <a:solidFill>
                  <a:schemeClr val="bg1"/>
                </a:solidFill>
              </a:rPr>
              <a:t> </a:t>
            </a:r>
            <a:r>
              <a:rPr lang="am-ET" sz="6600" dirty="0">
                <a:solidFill>
                  <a:schemeClr val="bg1"/>
                </a:solidFill>
              </a:rPr>
              <a:t>ደምህ መሆኑን በውነት እናምናለን</a:t>
            </a:r>
            <a:r>
              <a:rPr lang="en-US" sz="6600" dirty="0">
                <a:solidFill>
                  <a:schemeClr val="bg1"/>
                </a:solidFill>
              </a:rPr>
              <a:t>።</a:t>
            </a:r>
          </a:p>
        </p:txBody>
      </p:sp>
    </p:spTree>
    <p:extLst>
      <p:ext uri="{BB962C8B-B14F-4D97-AF65-F5344CB8AC3E}">
        <p14:creationId xmlns:p14="http://schemas.microsoft.com/office/powerpoint/2010/main" val="17729574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rgbClr val="FF0000"/>
                </a:solidFill>
              </a:rPr>
              <a:t>ይ.ካ. </a:t>
            </a:r>
            <a:r>
              <a:rPr lang="am-ET" sz="6600" dirty="0">
                <a:solidFill>
                  <a:schemeClr val="bg1"/>
                </a:solidFill>
              </a:rPr>
              <a:t>ይህን ስታደርጉ የሞትን መታሰቢያ ታደርጋላችሁ፤ የኔን ትንሣኤም ትናገራላችሁ፡፡</a:t>
            </a:r>
            <a:endParaRPr lang="en-US" sz="6600" dirty="0">
              <a:solidFill>
                <a:schemeClr val="bg1"/>
              </a:solidFill>
            </a:endParaRPr>
          </a:p>
          <a:p>
            <a:pPr marL="0" indent="0">
              <a:buNone/>
            </a:pPr>
            <a:r>
              <a:rPr lang="am-ET" sz="6600" dirty="0">
                <a:solidFill>
                  <a:srgbClr val="FF0000"/>
                </a:solidFill>
              </a:rPr>
              <a:t>ይ.ሕ. </a:t>
            </a:r>
            <a:r>
              <a:rPr lang="am-ET" sz="6600" dirty="0">
                <a:solidFill>
                  <a:schemeClr val="bg1"/>
                </a:solidFill>
              </a:rPr>
              <a:t>ጌታ ሆይ ሞትህንና ቅድስት ትንሣኤህን እንናገራለን ዕርገትህንና ዳግመኛ መምጣትህን እናምናለን፤</a:t>
            </a:r>
          </a:p>
          <a:p>
            <a:pPr marL="0" indent="0">
              <a:buNone/>
            </a:pPr>
            <a:endParaRPr lang="en-US" sz="6600" dirty="0">
              <a:solidFill>
                <a:schemeClr val="bg1"/>
              </a:solidFill>
            </a:endParaRPr>
          </a:p>
        </p:txBody>
      </p:sp>
    </p:spTree>
    <p:extLst>
      <p:ext uri="{BB962C8B-B14F-4D97-AF65-F5344CB8AC3E}">
        <p14:creationId xmlns:p14="http://schemas.microsoft.com/office/powerpoint/2010/main" val="3278658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600" dirty="0">
                <a:solidFill>
                  <a:schemeClr val="bg1"/>
                </a:solidFill>
              </a:rPr>
              <a:t>ጌታችንና አምላካችን ሆይ እናመሰግንሃለን እንታመንህማለን እንማልድህማለን፡፡</a:t>
            </a:r>
            <a:r>
              <a:rPr lang="en-US" sz="6600" dirty="0">
                <a:solidFill>
                  <a:schemeClr val="bg1"/>
                </a:solidFill>
              </a:rPr>
              <a:t> </a:t>
            </a:r>
          </a:p>
          <a:p>
            <a:pPr marL="0" indent="0">
              <a:buNone/>
            </a:pPr>
            <a:r>
              <a:rPr lang="en-US" sz="6600" dirty="0" err="1">
                <a:solidFill>
                  <a:schemeClr val="bg1"/>
                </a:solidFill>
              </a:rPr>
              <a:t>አሜን</a:t>
            </a:r>
            <a:r>
              <a:rPr lang="en-US" sz="6600" dirty="0">
                <a:solidFill>
                  <a:schemeClr val="bg1"/>
                </a:solidFill>
              </a:rPr>
              <a:t> </a:t>
            </a:r>
            <a:r>
              <a:rPr lang="en-US" sz="6600" dirty="0" err="1">
                <a:solidFill>
                  <a:schemeClr val="bg1"/>
                </a:solidFill>
              </a:rPr>
              <a:t>ጌታ</a:t>
            </a:r>
            <a:r>
              <a:rPr lang="en-US" sz="6600" dirty="0">
                <a:solidFill>
                  <a:schemeClr val="bg1"/>
                </a:solidFill>
              </a:rPr>
              <a:t> </a:t>
            </a:r>
            <a:r>
              <a:rPr lang="en-US" sz="6600" dirty="0" err="1">
                <a:solidFill>
                  <a:schemeClr val="bg1"/>
                </a:solidFill>
              </a:rPr>
              <a:t>ሆይ</a:t>
            </a:r>
            <a:r>
              <a:rPr lang="en-US" sz="6600" dirty="0">
                <a:solidFill>
                  <a:schemeClr val="bg1"/>
                </a:solidFill>
              </a:rPr>
              <a:t> </a:t>
            </a:r>
            <a:r>
              <a:rPr lang="en-US" sz="6600" dirty="0" err="1">
                <a:solidFill>
                  <a:schemeClr val="bg1"/>
                </a:solidFill>
              </a:rPr>
              <a:t>ማረን</a:t>
            </a:r>
            <a:r>
              <a:rPr lang="en-US" sz="6600" dirty="0">
                <a:solidFill>
                  <a:schemeClr val="bg1"/>
                </a:solidFill>
              </a:rPr>
              <a:t> </a:t>
            </a:r>
          </a:p>
          <a:p>
            <a:pPr marL="0" indent="0">
              <a:buNone/>
            </a:pPr>
            <a:r>
              <a:rPr lang="en-US" sz="6600" dirty="0" err="1">
                <a:solidFill>
                  <a:schemeClr val="bg1"/>
                </a:solidFill>
              </a:rPr>
              <a:t>ጌታ</a:t>
            </a:r>
            <a:r>
              <a:rPr lang="en-US" sz="6600" dirty="0">
                <a:solidFill>
                  <a:schemeClr val="bg1"/>
                </a:solidFill>
              </a:rPr>
              <a:t> </a:t>
            </a:r>
            <a:r>
              <a:rPr lang="en-US" sz="6600" dirty="0" err="1">
                <a:solidFill>
                  <a:schemeClr val="bg1"/>
                </a:solidFill>
              </a:rPr>
              <a:t>ሆይ</a:t>
            </a:r>
            <a:r>
              <a:rPr lang="en-US" sz="6600" dirty="0">
                <a:solidFill>
                  <a:schemeClr val="bg1"/>
                </a:solidFill>
              </a:rPr>
              <a:t> </a:t>
            </a:r>
            <a:r>
              <a:rPr lang="en-US" sz="6600" dirty="0" err="1">
                <a:solidFill>
                  <a:schemeClr val="bg1"/>
                </a:solidFill>
              </a:rPr>
              <a:t>ራራልን</a:t>
            </a:r>
            <a:r>
              <a:rPr lang="en-US" sz="6600" dirty="0">
                <a:solidFill>
                  <a:schemeClr val="bg1"/>
                </a:solidFill>
              </a:rPr>
              <a:t> </a:t>
            </a:r>
          </a:p>
          <a:p>
            <a:pPr marL="0" indent="0">
              <a:buNone/>
            </a:pPr>
            <a:r>
              <a:rPr lang="en-US" sz="6600" dirty="0" err="1">
                <a:solidFill>
                  <a:schemeClr val="bg1"/>
                </a:solidFill>
              </a:rPr>
              <a:t>ጌታ</a:t>
            </a:r>
            <a:r>
              <a:rPr lang="en-US" sz="6600" dirty="0">
                <a:solidFill>
                  <a:schemeClr val="bg1"/>
                </a:solidFill>
              </a:rPr>
              <a:t> </a:t>
            </a:r>
            <a:r>
              <a:rPr lang="en-US" sz="6600" dirty="0" err="1">
                <a:solidFill>
                  <a:schemeClr val="bg1"/>
                </a:solidFill>
              </a:rPr>
              <a:t>ሆይ</a:t>
            </a:r>
            <a:r>
              <a:rPr lang="en-US" sz="6600" dirty="0">
                <a:solidFill>
                  <a:schemeClr val="bg1"/>
                </a:solidFill>
              </a:rPr>
              <a:t> </a:t>
            </a:r>
            <a:r>
              <a:rPr lang="en-US" sz="6600" dirty="0" err="1">
                <a:solidFill>
                  <a:schemeClr val="bg1"/>
                </a:solidFill>
              </a:rPr>
              <a:t>ይቅር</a:t>
            </a:r>
            <a:r>
              <a:rPr lang="en-US" sz="6600" dirty="0">
                <a:solidFill>
                  <a:schemeClr val="bg1"/>
                </a:solidFill>
              </a:rPr>
              <a:t> </a:t>
            </a:r>
            <a:r>
              <a:rPr lang="en-US" sz="6600" dirty="0" err="1">
                <a:solidFill>
                  <a:schemeClr val="bg1"/>
                </a:solidFill>
              </a:rPr>
              <a:t>በለን</a:t>
            </a:r>
            <a:r>
              <a:rPr lang="en-US" sz="6600" dirty="0">
                <a:solidFill>
                  <a:schemeClr val="bg1"/>
                </a:solidFill>
              </a:rPr>
              <a:t>።</a:t>
            </a:r>
          </a:p>
        </p:txBody>
      </p:sp>
    </p:spTree>
    <p:extLst>
      <p:ext uri="{BB962C8B-B14F-4D97-AF65-F5344CB8AC3E}">
        <p14:creationId xmlns:p14="http://schemas.microsoft.com/office/powerpoint/2010/main" val="21996163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7200" dirty="0">
                <a:solidFill>
                  <a:srgbClr val="FF0000"/>
                </a:solidFill>
              </a:rPr>
              <a:t>ይ.ዲ. </a:t>
            </a:r>
            <a:r>
              <a:rPr lang="am-ET" sz="7200" dirty="0">
                <a:solidFill>
                  <a:schemeClr val="bg1"/>
                </a:solidFill>
              </a:rPr>
              <a:t>መልካሙን የመንፈስ ቅዱስ አንድነት </a:t>
            </a:r>
            <a:r>
              <a:rPr lang="en-US" sz="7200" dirty="0" err="1">
                <a:solidFill>
                  <a:schemeClr val="bg1"/>
                </a:solidFill>
              </a:rPr>
              <a:t>ይሰጠን</a:t>
            </a:r>
            <a:r>
              <a:rPr lang="en-US" sz="7200" dirty="0">
                <a:solidFill>
                  <a:schemeClr val="bg1"/>
                </a:solidFill>
              </a:rPr>
              <a:t> </a:t>
            </a:r>
            <a:r>
              <a:rPr lang="en-US" sz="7200" dirty="0" err="1">
                <a:solidFill>
                  <a:schemeClr val="bg1"/>
                </a:solidFill>
              </a:rPr>
              <a:t>ዘንድ</a:t>
            </a:r>
            <a:r>
              <a:rPr lang="en-US" sz="7200" dirty="0">
                <a:solidFill>
                  <a:schemeClr val="bg1"/>
                </a:solidFill>
              </a:rPr>
              <a:t> </a:t>
            </a:r>
            <a:r>
              <a:rPr lang="am-ET" sz="7200" dirty="0">
                <a:solidFill>
                  <a:schemeClr val="bg1"/>
                </a:solidFill>
              </a:rPr>
              <a:t>በሙሉ ልባችን እግዚአብሔርን አምላካችንን እን</a:t>
            </a:r>
            <a:r>
              <a:rPr lang="en-US" sz="7200" dirty="0" err="1">
                <a:solidFill>
                  <a:schemeClr val="bg1"/>
                </a:solidFill>
              </a:rPr>
              <a:t>ማልደው</a:t>
            </a:r>
            <a:r>
              <a:rPr lang="am-ET" sz="7200" dirty="0">
                <a:solidFill>
                  <a:schemeClr val="bg1"/>
                </a:solidFill>
              </a:rPr>
              <a:t>፡፡</a:t>
            </a:r>
            <a:endParaRPr lang="en-US" sz="7200" dirty="0">
              <a:solidFill>
                <a:schemeClr val="bg1"/>
              </a:solidFill>
            </a:endParaRPr>
          </a:p>
          <a:p>
            <a:pPr marL="0" indent="0">
              <a:buNone/>
            </a:pPr>
            <a:r>
              <a:rPr lang="am-ET" sz="7200" dirty="0">
                <a:solidFill>
                  <a:srgbClr val="FF0000"/>
                </a:solidFill>
              </a:rPr>
              <a:t>ይ.ሕ. </a:t>
            </a:r>
            <a:r>
              <a:rPr lang="am-ET" sz="7200" dirty="0">
                <a:solidFill>
                  <a:schemeClr val="bg1"/>
                </a:solidFill>
              </a:rPr>
              <a:t>ነዋሪ ሆኖ እንዳለ ለዘለዓለም ይኖራል፡፡</a:t>
            </a:r>
          </a:p>
        </p:txBody>
      </p:sp>
    </p:spTree>
    <p:extLst>
      <p:ext uri="{BB962C8B-B14F-4D97-AF65-F5344CB8AC3E}">
        <p14:creationId xmlns:p14="http://schemas.microsoft.com/office/powerpoint/2010/main" val="31547566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FF0000"/>
                </a:solidFill>
              </a:rPr>
              <a:t>ይ.ካ. </a:t>
            </a:r>
            <a:r>
              <a:rPr lang="am-ET" sz="6000" dirty="0">
                <a:solidFill>
                  <a:schemeClr val="bg1"/>
                </a:solidFill>
              </a:rPr>
              <a:t>በመንፈስ ቅዱስም አንድ እንድንሆን አድርገን፤ ለዘላለም ባንተ ሕይወት እንድናገኝ፤ በዚህ ቁርባን አድነን፤ የእግዚአብሔር ስም የተመሰገነ ይሁን፤ በእግዚአብሔር ስም የሚመጣ የተመሰገነ ይሁን፤ ገናና ስሙ የተመሰገነ ይሁን፤ የመንፈስ ቅዱስን ጸጋ ስጠን፡፡</a:t>
            </a:r>
          </a:p>
        </p:txBody>
      </p:sp>
    </p:spTree>
    <p:extLst>
      <p:ext uri="{BB962C8B-B14F-4D97-AF65-F5344CB8AC3E}">
        <p14:creationId xmlns:p14="http://schemas.microsoft.com/office/powerpoint/2010/main" val="30132237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FF0000"/>
                </a:solidFill>
              </a:rPr>
              <a:t>ይ.ዲ. </a:t>
            </a:r>
            <a:r>
              <a:rPr lang="am-ET" sz="6000" dirty="0">
                <a:solidFill>
                  <a:schemeClr val="bg1"/>
                </a:solidFill>
              </a:rPr>
              <a:t>ለጸሎት ተነሡ፡፡</a:t>
            </a:r>
          </a:p>
          <a:p>
            <a:pPr marL="0" indent="0">
              <a:buNone/>
            </a:pPr>
            <a:r>
              <a:rPr lang="am-ET" sz="6000" dirty="0">
                <a:solidFill>
                  <a:srgbClr val="FF0000"/>
                </a:solidFill>
              </a:rPr>
              <a:t>ይ.ሕ. </a:t>
            </a:r>
            <a:r>
              <a:rPr lang="am-ET" sz="6000" dirty="0">
                <a:solidFill>
                  <a:schemeClr val="bg1"/>
                </a:solidFill>
              </a:rPr>
              <a:t>ጌታ ሆይ ይቅር በለን፡፡</a:t>
            </a:r>
          </a:p>
          <a:p>
            <a:pPr marL="0" indent="0">
              <a:buNone/>
            </a:pPr>
            <a:r>
              <a:rPr lang="am-ET" sz="6000" dirty="0">
                <a:solidFill>
                  <a:srgbClr val="FF0000"/>
                </a:solidFill>
              </a:rPr>
              <a:t>ይ.ካ. </a:t>
            </a:r>
            <a:r>
              <a:rPr lang="am-ET" sz="6000" dirty="0">
                <a:solidFill>
                  <a:schemeClr val="bg1"/>
                </a:solidFill>
              </a:rPr>
              <a:t>ሰላም ለሁላችሁ ይሁን፡፡</a:t>
            </a:r>
            <a:endParaRPr lang="en-US" sz="6000" dirty="0">
              <a:solidFill>
                <a:schemeClr val="bg1"/>
              </a:solidFill>
            </a:endParaRPr>
          </a:p>
          <a:p>
            <a:pPr marL="0" indent="0">
              <a:buNone/>
            </a:pPr>
            <a:r>
              <a:rPr lang="am-ET" sz="6000" dirty="0">
                <a:solidFill>
                  <a:srgbClr val="FF0000"/>
                </a:solidFill>
              </a:rPr>
              <a:t>ይ.ሕ. </a:t>
            </a:r>
            <a:r>
              <a:rPr lang="am-ET" sz="6000" dirty="0">
                <a:solidFill>
                  <a:schemeClr val="bg1"/>
                </a:solidFill>
              </a:rPr>
              <a:t>ከመንፈስህም ጋር፡፡</a:t>
            </a:r>
          </a:p>
        </p:txBody>
      </p:sp>
    </p:spTree>
    <p:extLst>
      <p:ext uri="{BB962C8B-B14F-4D97-AF65-F5344CB8AC3E}">
        <p14:creationId xmlns:p14="http://schemas.microsoft.com/office/powerpoint/2010/main" val="18915942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 ይ.ካ. </a:t>
            </a:r>
            <a:r>
              <a:rPr lang="en-US" sz="6000" dirty="0" err="1">
                <a:solidFill>
                  <a:schemeClr val="bg1"/>
                </a:solidFill>
              </a:rPr>
              <a:t>ዓለምን</a:t>
            </a:r>
            <a:r>
              <a:rPr lang="en-US" sz="6000" dirty="0">
                <a:solidFill>
                  <a:schemeClr val="bg1"/>
                </a:solidFill>
              </a:rPr>
              <a:t> </a:t>
            </a:r>
            <a:r>
              <a:rPr lang="en-US" sz="6000" dirty="0" err="1">
                <a:solidFill>
                  <a:schemeClr val="bg1"/>
                </a:solidFill>
              </a:rPr>
              <a:t>ሁሉ</a:t>
            </a:r>
            <a:r>
              <a:rPr lang="en-US" sz="6000" dirty="0">
                <a:solidFill>
                  <a:schemeClr val="bg1"/>
                </a:solidFill>
              </a:rPr>
              <a:t> </a:t>
            </a:r>
            <a:r>
              <a:rPr lang="en-US" sz="6000" dirty="0" err="1">
                <a:solidFill>
                  <a:schemeClr val="bg1"/>
                </a:solidFill>
              </a:rPr>
              <a:t>የምትይዝ</a:t>
            </a:r>
            <a:r>
              <a:rPr lang="en-US" sz="6000" dirty="0">
                <a:solidFill>
                  <a:schemeClr val="bg1"/>
                </a:solidFill>
              </a:rPr>
              <a:t> </a:t>
            </a:r>
            <a:r>
              <a:rPr lang="en-US" sz="6000" dirty="0" err="1">
                <a:solidFill>
                  <a:schemeClr val="bg1"/>
                </a:solidFill>
              </a:rPr>
              <a:t>በኪሩቤል</a:t>
            </a:r>
            <a:r>
              <a:rPr lang="en-US" sz="6000" dirty="0">
                <a:solidFill>
                  <a:schemeClr val="bg1"/>
                </a:solidFill>
              </a:rPr>
              <a:t> </a:t>
            </a:r>
            <a:r>
              <a:rPr lang="en-US" sz="6000" dirty="0" err="1">
                <a:solidFill>
                  <a:schemeClr val="bg1"/>
                </a:solidFill>
              </a:rPr>
              <a:t>ሠረገላ</a:t>
            </a:r>
            <a:r>
              <a:rPr lang="en-US" sz="6000" dirty="0">
                <a:solidFill>
                  <a:schemeClr val="bg1"/>
                </a:solidFill>
              </a:rPr>
              <a:t> </a:t>
            </a:r>
            <a:r>
              <a:rPr lang="en-US" sz="6000" dirty="0" err="1">
                <a:solidFill>
                  <a:schemeClr val="bg1"/>
                </a:solidFill>
              </a:rPr>
              <a:t>የምትቀመጥ</a:t>
            </a:r>
            <a:r>
              <a:rPr lang="en-US" sz="6000" dirty="0">
                <a:solidFill>
                  <a:schemeClr val="bg1"/>
                </a:solidFill>
              </a:rPr>
              <a:t> </a:t>
            </a:r>
            <a:r>
              <a:rPr lang="en-US" sz="6000" dirty="0" err="1">
                <a:solidFill>
                  <a:schemeClr val="bg1"/>
                </a:solidFill>
              </a:rPr>
              <a:t>በልዑላን</a:t>
            </a:r>
            <a:r>
              <a:rPr lang="en-US" sz="6000" dirty="0">
                <a:solidFill>
                  <a:schemeClr val="bg1"/>
                </a:solidFill>
              </a:rPr>
              <a:t> </a:t>
            </a:r>
            <a:r>
              <a:rPr lang="en-US" sz="6000" dirty="0" err="1">
                <a:solidFill>
                  <a:schemeClr val="bg1"/>
                </a:solidFill>
              </a:rPr>
              <a:t>የምታርፍ</a:t>
            </a:r>
            <a:r>
              <a:rPr lang="en-US" sz="6000" dirty="0">
                <a:solidFill>
                  <a:schemeClr val="bg1"/>
                </a:solidFill>
              </a:rPr>
              <a:t> </a:t>
            </a:r>
            <a:r>
              <a:rPr lang="en-US" sz="6000" dirty="0" err="1">
                <a:solidFill>
                  <a:schemeClr val="bg1"/>
                </a:solidFill>
              </a:rPr>
              <a:t>በትሑታንም</a:t>
            </a:r>
            <a:r>
              <a:rPr lang="en-US" sz="6000" dirty="0">
                <a:solidFill>
                  <a:schemeClr val="bg1"/>
                </a:solidFill>
              </a:rPr>
              <a:t> </a:t>
            </a:r>
            <a:r>
              <a:rPr lang="en-US" sz="6000" dirty="0" err="1">
                <a:solidFill>
                  <a:schemeClr val="bg1"/>
                </a:solidFill>
              </a:rPr>
              <a:t>የምትመሰገን</a:t>
            </a:r>
            <a:r>
              <a:rPr lang="en-US" sz="6000" dirty="0">
                <a:solidFill>
                  <a:schemeClr val="bg1"/>
                </a:solidFill>
              </a:rPr>
              <a:t> </a:t>
            </a:r>
            <a:r>
              <a:rPr lang="en-US" sz="6000" dirty="0" err="1">
                <a:solidFill>
                  <a:schemeClr val="bg1"/>
                </a:solidFill>
              </a:rPr>
              <a:t>ዓለምን</a:t>
            </a:r>
            <a:r>
              <a:rPr lang="en-US" sz="6000" dirty="0">
                <a:solidFill>
                  <a:schemeClr val="bg1"/>
                </a:solidFill>
              </a:rPr>
              <a:t> </a:t>
            </a:r>
            <a:r>
              <a:rPr lang="en-US" sz="6000" dirty="0" err="1">
                <a:solidFill>
                  <a:schemeClr val="bg1"/>
                </a:solidFill>
              </a:rPr>
              <a:t>የምታሳርፍ</a:t>
            </a:r>
            <a:r>
              <a:rPr lang="en-US" sz="6000" dirty="0">
                <a:solidFill>
                  <a:schemeClr val="bg1"/>
                </a:solidFill>
              </a:rPr>
              <a:t> </a:t>
            </a:r>
            <a:r>
              <a:rPr lang="en-US" sz="6000" dirty="0" err="1">
                <a:solidFill>
                  <a:schemeClr val="bg1"/>
                </a:solidFill>
              </a:rPr>
              <a:t>የተሰወረውን</a:t>
            </a:r>
            <a:r>
              <a:rPr lang="en-US" sz="6000" dirty="0">
                <a:solidFill>
                  <a:schemeClr val="bg1"/>
                </a:solidFill>
              </a:rPr>
              <a:t> </a:t>
            </a:r>
            <a:r>
              <a:rPr lang="en-US" sz="6000" dirty="0" err="1">
                <a:solidFill>
                  <a:schemeClr val="bg1"/>
                </a:solidFill>
              </a:rPr>
              <a:t>ምሥጢር</a:t>
            </a:r>
            <a:r>
              <a:rPr lang="en-US" sz="6000" dirty="0">
                <a:solidFill>
                  <a:schemeClr val="bg1"/>
                </a:solidFill>
              </a:rPr>
              <a:t> </a:t>
            </a:r>
            <a:r>
              <a:rPr lang="en-US" sz="6000" dirty="0" err="1">
                <a:solidFill>
                  <a:schemeClr val="bg1"/>
                </a:solidFill>
              </a:rPr>
              <a:t>በልጅህ</a:t>
            </a:r>
            <a:r>
              <a:rPr lang="en-US" sz="6000" dirty="0">
                <a:solidFill>
                  <a:schemeClr val="bg1"/>
                </a:solidFill>
              </a:rPr>
              <a:t> </a:t>
            </a:r>
            <a:r>
              <a:rPr lang="en-US" sz="6000" dirty="0" err="1">
                <a:solidFill>
                  <a:schemeClr val="bg1"/>
                </a:solidFill>
              </a:rPr>
              <a:t>መስቀል</a:t>
            </a:r>
            <a:r>
              <a:rPr lang="en-US" sz="6000" dirty="0">
                <a:solidFill>
                  <a:schemeClr val="bg1"/>
                </a:solidFill>
              </a:rPr>
              <a:t> </a:t>
            </a:r>
            <a:r>
              <a:rPr lang="en-US" sz="6000" dirty="0" err="1">
                <a:solidFill>
                  <a:schemeClr val="bg1"/>
                </a:solidFill>
              </a:rPr>
              <a:t>ያሳየኸን</a:t>
            </a:r>
            <a:r>
              <a:rPr lang="en-US" sz="6000" dirty="0">
                <a:solidFill>
                  <a:schemeClr val="bg1"/>
                </a:solidFill>
              </a:rPr>
              <a:t> </a:t>
            </a:r>
            <a:r>
              <a:rPr lang="en-US" sz="6000" dirty="0" err="1">
                <a:solidFill>
                  <a:schemeClr val="bg1"/>
                </a:solidFill>
              </a:rPr>
              <a:t>ጌታ</a:t>
            </a:r>
            <a:r>
              <a:rPr lang="en-US" sz="6000" dirty="0">
                <a:solidFill>
                  <a:schemeClr val="bg1"/>
                </a:solidFill>
              </a:rPr>
              <a:t> </a:t>
            </a:r>
            <a:r>
              <a:rPr lang="en-US" sz="6000" dirty="0" err="1">
                <a:solidFill>
                  <a:schemeClr val="bg1"/>
                </a:solidFill>
              </a:rPr>
              <a:t>አምላክ</a:t>
            </a:r>
            <a:r>
              <a:rPr lang="en-US" sz="6000" dirty="0">
                <a:solidFill>
                  <a:schemeClr val="bg1"/>
                </a:solidFill>
              </a:rPr>
              <a:t> </a:t>
            </a:r>
            <a:r>
              <a:rPr lang="en-US" sz="6000" dirty="0" err="1">
                <a:solidFill>
                  <a:schemeClr val="bg1"/>
                </a:solidFill>
              </a:rPr>
              <a:t>ሆይ</a:t>
            </a:r>
            <a:r>
              <a:rPr lang="en-US" sz="6000" dirty="0">
                <a:solidFill>
                  <a:schemeClr val="bg1"/>
                </a:solidFill>
              </a:rPr>
              <a:t> </a:t>
            </a:r>
            <a:r>
              <a:rPr lang="en-US" sz="6000" dirty="0" err="1">
                <a:solidFill>
                  <a:schemeClr val="bg1"/>
                </a:solidFill>
              </a:rPr>
              <a:t>በብርሃን</a:t>
            </a:r>
            <a:r>
              <a:rPr lang="en-US" sz="6000" dirty="0">
                <a:solidFill>
                  <a:schemeClr val="bg1"/>
                </a:solidFill>
              </a:rPr>
              <a:t> </a:t>
            </a:r>
            <a:r>
              <a:rPr lang="en-US" sz="6000" dirty="0" err="1">
                <a:solidFill>
                  <a:schemeClr val="bg1"/>
                </a:solidFill>
              </a:rPr>
              <a:t>የምትኖር</a:t>
            </a:r>
            <a:r>
              <a:rPr lang="en-US" sz="6000" dirty="0">
                <a:solidFill>
                  <a:schemeClr val="bg1"/>
                </a:solidFill>
              </a:rPr>
              <a:t> </a:t>
            </a:r>
            <a:r>
              <a:rPr lang="en-US" sz="6000" dirty="0" err="1">
                <a:solidFill>
                  <a:schemeClr val="bg1"/>
                </a:solidFill>
              </a:rPr>
              <a:t>ነህና</a:t>
            </a:r>
            <a:r>
              <a:rPr lang="en-US" sz="6000" dirty="0">
                <a:solidFill>
                  <a:schemeClr val="bg1"/>
                </a:solidFill>
              </a:rPr>
              <a:t> </a:t>
            </a:r>
            <a:r>
              <a:rPr lang="en-US" sz="6000" dirty="0" err="1">
                <a:solidFill>
                  <a:schemeClr val="bg1"/>
                </a:solidFill>
              </a:rPr>
              <a:t>እንሰግድልሃለን</a:t>
            </a:r>
            <a:r>
              <a:rPr lang="en-US" sz="6000" dirty="0">
                <a:solidFill>
                  <a:schemeClr val="bg1"/>
                </a:solidFill>
              </a:rPr>
              <a:t>። </a:t>
            </a:r>
            <a:r>
              <a:rPr lang="en-US" sz="6000" dirty="0" err="1">
                <a:solidFill>
                  <a:schemeClr val="bg1"/>
                </a:solidFill>
              </a:rPr>
              <a:t>እንዳንተ</a:t>
            </a:r>
            <a:r>
              <a:rPr lang="en-US" sz="6000" dirty="0">
                <a:solidFill>
                  <a:schemeClr val="bg1"/>
                </a:solidFill>
              </a:rPr>
              <a:t> </a:t>
            </a:r>
            <a:r>
              <a:rPr lang="en-US" sz="6000" dirty="0" err="1">
                <a:solidFill>
                  <a:schemeClr val="bg1"/>
                </a:solidFill>
              </a:rPr>
              <a:t>ትልቅና</a:t>
            </a:r>
            <a:r>
              <a:rPr lang="en-US" sz="6000" dirty="0">
                <a:solidFill>
                  <a:schemeClr val="bg1"/>
                </a:solidFill>
              </a:rPr>
              <a:t> </a:t>
            </a:r>
            <a:r>
              <a:rPr lang="en-US" sz="6000" dirty="0" err="1">
                <a:solidFill>
                  <a:schemeClr val="bg1"/>
                </a:solidFill>
              </a:rPr>
              <a:t>መሓሪ</a:t>
            </a:r>
            <a:r>
              <a:rPr lang="en-US" sz="6000" dirty="0">
                <a:solidFill>
                  <a:schemeClr val="bg1"/>
                </a:solidFill>
              </a:rPr>
              <a:t> </a:t>
            </a:r>
            <a:r>
              <a:rPr lang="en-US" sz="6000" dirty="0" err="1">
                <a:solidFill>
                  <a:schemeClr val="bg1"/>
                </a:solidFill>
              </a:rPr>
              <a:t>አምላክ</a:t>
            </a:r>
            <a:r>
              <a:rPr lang="en-US" sz="6000" dirty="0">
                <a:solidFill>
                  <a:schemeClr val="bg1"/>
                </a:solidFill>
              </a:rPr>
              <a:t> </a:t>
            </a:r>
            <a:r>
              <a:rPr lang="en-US" sz="6000" dirty="0" err="1">
                <a:solidFill>
                  <a:schemeClr val="bg1"/>
                </a:solidFill>
              </a:rPr>
              <a:t>ማነው</a:t>
            </a:r>
            <a:r>
              <a:rPr lang="en-US" sz="6000" dirty="0">
                <a:solidFill>
                  <a:schemeClr val="bg1"/>
                </a:solidFill>
              </a:rPr>
              <a:t>።</a:t>
            </a:r>
          </a:p>
        </p:txBody>
      </p:sp>
    </p:spTree>
    <p:extLst>
      <p:ext uri="{BB962C8B-B14F-4D97-AF65-F5344CB8AC3E}">
        <p14:creationId xmlns:p14="http://schemas.microsoft.com/office/powerpoint/2010/main" val="2707567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en-US" sz="6000" dirty="0" err="1">
                <a:solidFill>
                  <a:schemeClr val="bg1"/>
                </a:solidFill>
              </a:rPr>
              <a:t>በልብ</a:t>
            </a:r>
            <a:r>
              <a:rPr lang="en-US" sz="6000" dirty="0">
                <a:solidFill>
                  <a:schemeClr val="bg1"/>
                </a:solidFill>
              </a:rPr>
              <a:t> </a:t>
            </a:r>
            <a:r>
              <a:rPr lang="en-US" sz="6000" dirty="0" err="1">
                <a:solidFill>
                  <a:schemeClr val="bg1"/>
                </a:solidFill>
              </a:rPr>
              <a:t>የዋህነት</a:t>
            </a:r>
            <a:r>
              <a:rPr lang="en-US" sz="6000" dirty="0">
                <a:solidFill>
                  <a:schemeClr val="bg1"/>
                </a:solidFill>
              </a:rPr>
              <a:t> </a:t>
            </a:r>
            <a:r>
              <a:rPr lang="en-US" sz="6000" dirty="0" err="1">
                <a:solidFill>
                  <a:schemeClr val="bg1"/>
                </a:solidFill>
              </a:rPr>
              <a:t>ለሚያገለግሉህና</a:t>
            </a:r>
            <a:r>
              <a:rPr lang="en-US" sz="6000" dirty="0">
                <a:solidFill>
                  <a:schemeClr val="bg1"/>
                </a:solidFill>
              </a:rPr>
              <a:t> </a:t>
            </a:r>
            <a:r>
              <a:rPr lang="en-US" sz="6000" dirty="0" err="1">
                <a:solidFill>
                  <a:schemeClr val="bg1"/>
                </a:solidFill>
              </a:rPr>
              <a:t>መልካም</a:t>
            </a:r>
            <a:r>
              <a:rPr lang="en-US" sz="6000" dirty="0">
                <a:solidFill>
                  <a:schemeClr val="bg1"/>
                </a:solidFill>
              </a:rPr>
              <a:t> </a:t>
            </a:r>
            <a:r>
              <a:rPr lang="en-US" sz="6000" dirty="0" err="1">
                <a:solidFill>
                  <a:schemeClr val="bg1"/>
                </a:solidFill>
              </a:rPr>
              <a:t>መዓዛ</a:t>
            </a:r>
            <a:r>
              <a:rPr lang="en-US" sz="6000" dirty="0">
                <a:solidFill>
                  <a:schemeClr val="bg1"/>
                </a:solidFill>
              </a:rPr>
              <a:t> </a:t>
            </a:r>
            <a:r>
              <a:rPr lang="en-US" sz="6000" dirty="0" err="1">
                <a:solidFill>
                  <a:schemeClr val="bg1"/>
                </a:solidFill>
              </a:rPr>
              <a:t>ለሚያቀርቡልህ</a:t>
            </a:r>
            <a:r>
              <a:rPr lang="en-US" sz="6000" dirty="0">
                <a:solidFill>
                  <a:schemeClr val="bg1"/>
                </a:solidFill>
              </a:rPr>
              <a:t> </a:t>
            </a:r>
            <a:r>
              <a:rPr lang="en-US" sz="6000" dirty="0" err="1">
                <a:solidFill>
                  <a:schemeClr val="bg1"/>
                </a:solidFill>
              </a:rPr>
              <a:t>ለሐዋርያት</a:t>
            </a:r>
            <a:r>
              <a:rPr lang="en-US" sz="6000" dirty="0">
                <a:solidFill>
                  <a:schemeClr val="bg1"/>
                </a:solidFill>
              </a:rPr>
              <a:t> </a:t>
            </a:r>
            <a:r>
              <a:rPr lang="en-US" sz="6000" dirty="0" err="1">
                <a:solidFill>
                  <a:schemeClr val="bg1"/>
                </a:solidFill>
              </a:rPr>
              <a:t>እንደሰጠኻቸው</a:t>
            </a:r>
            <a:r>
              <a:rPr lang="en-US" sz="6000" dirty="0">
                <a:solidFill>
                  <a:schemeClr val="bg1"/>
                </a:solidFill>
              </a:rPr>
              <a:t> </a:t>
            </a:r>
            <a:r>
              <a:rPr lang="en-US" sz="6000" dirty="0" err="1">
                <a:solidFill>
                  <a:schemeClr val="bg1"/>
                </a:solidFill>
              </a:rPr>
              <a:t>ሥልጣን</a:t>
            </a:r>
            <a:r>
              <a:rPr lang="en-US" sz="6000" dirty="0">
                <a:solidFill>
                  <a:schemeClr val="bg1"/>
                </a:solidFill>
              </a:rPr>
              <a:t> </a:t>
            </a:r>
            <a:r>
              <a:rPr lang="en-US" sz="6000" dirty="0" err="1">
                <a:solidFill>
                  <a:schemeClr val="bg1"/>
                </a:solidFill>
              </a:rPr>
              <a:t>ዓይነት</a:t>
            </a:r>
            <a:r>
              <a:rPr lang="en-US" sz="6000" dirty="0">
                <a:solidFill>
                  <a:schemeClr val="bg1"/>
                </a:solidFill>
              </a:rPr>
              <a:t> </a:t>
            </a:r>
            <a:r>
              <a:rPr lang="en-US" sz="6000" dirty="0" err="1">
                <a:solidFill>
                  <a:schemeClr val="bg1"/>
                </a:solidFill>
              </a:rPr>
              <a:t>ሥልጣንህን</a:t>
            </a:r>
            <a:r>
              <a:rPr lang="en-US" sz="6000" dirty="0">
                <a:solidFill>
                  <a:schemeClr val="bg1"/>
                </a:solidFill>
              </a:rPr>
              <a:t> </a:t>
            </a:r>
            <a:r>
              <a:rPr lang="en-US" sz="6000" dirty="0" err="1">
                <a:solidFill>
                  <a:schemeClr val="bg1"/>
                </a:solidFill>
              </a:rPr>
              <a:t>ከኛ</a:t>
            </a:r>
            <a:r>
              <a:rPr lang="en-US" sz="6000" dirty="0">
                <a:solidFill>
                  <a:schemeClr val="bg1"/>
                </a:solidFill>
              </a:rPr>
              <a:t> </a:t>
            </a:r>
            <a:r>
              <a:rPr lang="en-US" sz="6000" dirty="0" err="1">
                <a:solidFill>
                  <a:schemeClr val="bg1"/>
                </a:solidFill>
              </a:rPr>
              <a:t>አታርቅብን</a:t>
            </a:r>
            <a:r>
              <a:rPr lang="en-US" sz="6000" dirty="0">
                <a:solidFill>
                  <a:schemeClr val="bg1"/>
                </a:solidFill>
              </a:rPr>
              <a:t>። </a:t>
            </a:r>
            <a:r>
              <a:rPr lang="en-US" sz="6000" dirty="0" err="1">
                <a:solidFill>
                  <a:schemeClr val="bg1"/>
                </a:solidFill>
              </a:rPr>
              <a:t>ሁሉን</a:t>
            </a:r>
            <a:r>
              <a:rPr lang="en-US" sz="6000" dirty="0">
                <a:solidFill>
                  <a:schemeClr val="bg1"/>
                </a:solidFill>
              </a:rPr>
              <a:t> </a:t>
            </a:r>
            <a:r>
              <a:rPr lang="en-US" sz="6000" dirty="0" err="1">
                <a:solidFill>
                  <a:schemeClr val="bg1"/>
                </a:solidFill>
              </a:rPr>
              <a:t>የምትይዝ</a:t>
            </a:r>
            <a:r>
              <a:rPr lang="en-US" sz="6000" dirty="0">
                <a:solidFill>
                  <a:schemeClr val="bg1"/>
                </a:solidFill>
              </a:rPr>
              <a:t> </a:t>
            </a:r>
            <a:r>
              <a:rPr lang="en-US" sz="6000" dirty="0" err="1">
                <a:solidFill>
                  <a:schemeClr val="bg1"/>
                </a:solidFill>
              </a:rPr>
              <a:t>እግዚአብሔር</a:t>
            </a:r>
            <a:r>
              <a:rPr lang="en-US" sz="6000" dirty="0">
                <a:solidFill>
                  <a:schemeClr val="bg1"/>
                </a:solidFill>
              </a:rPr>
              <a:t> </a:t>
            </a:r>
            <a:r>
              <a:rPr lang="en-US" sz="6000" dirty="0" err="1">
                <a:solidFill>
                  <a:schemeClr val="bg1"/>
                </a:solidFill>
              </a:rPr>
              <a:t>አምላካችን</a:t>
            </a:r>
            <a:r>
              <a:rPr lang="en-US" sz="6000" dirty="0">
                <a:solidFill>
                  <a:schemeClr val="bg1"/>
                </a:solidFill>
              </a:rPr>
              <a:t> </a:t>
            </a:r>
            <a:r>
              <a:rPr lang="en-US" sz="6000" dirty="0" err="1">
                <a:solidFill>
                  <a:schemeClr val="bg1"/>
                </a:solidFill>
              </a:rPr>
              <a:t>ሆይ</a:t>
            </a:r>
            <a:r>
              <a:rPr lang="en-US" sz="6000" dirty="0">
                <a:solidFill>
                  <a:schemeClr val="bg1"/>
                </a:solidFill>
              </a:rPr>
              <a:t> </a:t>
            </a:r>
            <a:r>
              <a:rPr lang="en-US" sz="6000" dirty="0" err="1">
                <a:solidFill>
                  <a:schemeClr val="bg1"/>
                </a:solidFill>
              </a:rPr>
              <a:t>ስለ</a:t>
            </a:r>
            <a:r>
              <a:rPr lang="en-US" sz="6000" dirty="0">
                <a:solidFill>
                  <a:schemeClr val="bg1"/>
                </a:solidFill>
              </a:rPr>
              <a:t> </a:t>
            </a:r>
            <a:r>
              <a:rPr lang="en-US" sz="6000" dirty="0" err="1">
                <a:solidFill>
                  <a:schemeClr val="bg1"/>
                </a:solidFill>
              </a:rPr>
              <a:t>ጌታችን</a:t>
            </a:r>
            <a:r>
              <a:rPr lang="en-US" sz="6000" dirty="0">
                <a:solidFill>
                  <a:schemeClr val="bg1"/>
                </a:solidFill>
              </a:rPr>
              <a:t> </a:t>
            </a:r>
            <a:r>
              <a:rPr lang="en-US" sz="6000" dirty="0" err="1">
                <a:solidFill>
                  <a:schemeClr val="bg1"/>
                </a:solidFill>
              </a:rPr>
              <a:t>መድኃኒታችን</a:t>
            </a:r>
            <a:r>
              <a:rPr lang="en-US" sz="6000" dirty="0">
                <a:solidFill>
                  <a:schemeClr val="bg1"/>
                </a:solidFill>
              </a:rPr>
              <a:t> </a:t>
            </a:r>
            <a:r>
              <a:rPr lang="en-US" sz="6000" dirty="0" err="1">
                <a:solidFill>
                  <a:schemeClr val="bg1"/>
                </a:solidFill>
              </a:rPr>
              <a:t>ኢየሱስ</a:t>
            </a:r>
            <a:r>
              <a:rPr lang="en-US" sz="6000" dirty="0">
                <a:solidFill>
                  <a:schemeClr val="bg1"/>
                </a:solidFill>
              </a:rPr>
              <a:t> </a:t>
            </a:r>
            <a:r>
              <a:rPr lang="en-US" sz="6000" dirty="0" err="1">
                <a:solidFill>
                  <a:schemeClr val="bg1"/>
                </a:solidFill>
              </a:rPr>
              <a:t>ክርስቶስ</a:t>
            </a:r>
            <a:r>
              <a:rPr lang="en-US" sz="6000" dirty="0">
                <a:solidFill>
                  <a:schemeClr val="bg1"/>
                </a:solidFill>
              </a:rPr>
              <a:t> </a:t>
            </a:r>
            <a:r>
              <a:rPr lang="en-US" sz="6000" dirty="0" err="1">
                <a:solidFill>
                  <a:schemeClr val="bg1"/>
                </a:solidFill>
              </a:rPr>
              <a:t>እንለምንሃለን</a:t>
            </a:r>
            <a:r>
              <a:rPr lang="en-US" sz="6000" dirty="0">
                <a:solidFill>
                  <a:schemeClr val="bg1"/>
                </a:solidFill>
              </a:rPr>
              <a:t>።</a:t>
            </a:r>
          </a:p>
        </p:txBody>
      </p:sp>
    </p:spTree>
    <p:extLst>
      <p:ext uri="{BB962C8B-B14F-4D97-AF65-F5344CB8AC3E}">
        <p14:creationId xmlns:p14="http://schemas.microsoft.com/office/powerpoint/2010/main" val="9644167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en-US" sz="8000" dirty="0" err="1">
                <a:solidFill>
                  <a:schemeClr val="bg1"/>
                </a:solidFill>
              </a:rPr>
              <a:t>አባታችን</a:t>
            </a:r>
            <a:r>
              <a:rPr lang="en-US" sz="8000" dirty="0">
                <a:solidFill>
                  <a:schemeClr val="bg1"/>
                </a:solidFill>
              </a:rPr>
              <a:t> </a:t>
            </a:r>
            <a:r>
              <a:rPr lang="en-US" sz="8000" dirty="0" err="1">
                <a:solidFill>
                  <a:schemeClr val="bg1"/>
                </a:solidFill>
              </a:rPr>
              <a:t>ሆይ</a:t>
            </a:r>
            <a:r>
              <a:rPr lang="en-US" sz="8000" dirty="0">
                <a:solidFill>
                  <a:schemeClr val="bg1"/>
                </a:solidFill>
              </a:rPr>
              <a:t> </a:t>
            </a:r>
            <a:r>
              <a:rPr lang="en-US" sz="8000" dirty="0" err="1">
                <a:solidFill>
                  <a:schemeClr val="bg1"/>
                </a:solidFill>
              </a:rPr>
              <a:t>በሰማይ</a:t>
            </a:r>
            <a:r>
              <a:rPr lang="en-US" sz="8000" dirty="0">
                <a:solidFill>
                  <a:schemeClr val="bg1"/>
                </a:solidFill>
              </a:rPr>
              <a:t> </a:t>
            </a:r>
            <a:r>
              <a:rPr lang="en-US" sz="8000" dirty="0" err="1">
                <a:solidFill>
                  <a:schemeClr val="bg1"/>
                </a:solidFill>
              </a:rPr>
              <a:t>የምትኖር</a:t>
            </a:r>
            <a:endParaRPr lang="en-US" sz="8000" dirty="0">
              <a:solidFill>
                <a:schemeClr val="bg1"/>
              </a:solidFill>
            </a:endParaRPr>
          </a:p>
          <a:p>
            <a:pPr marL="0" indent="0">
              <a:buNone/>
            </a:pPr>
            <a:r>
              <a:rPr lang="en-US" sz="8000" dirty="0" err="1">
                <a:solidFill>
                  <a:schemeClr val="bg1"/>
                </a:solidFill>
              </a:rPr>
              <a:t>ስምህ</a:t>
            </a:r>
            <a:r>
              <a:rPr lang="en-US" sz="8000" dirty="0">
                <a:solidFill>
                  <a:schemeClr val="bg1"/>
                </a:solidFill>
              </a:rPr>
              <a:t> </a:t>
            </a:r>
            <a:r>
              <a:rPr lang="en-US" sz="8000" dirty="0" err="1">
                <a:solidFill>
                  <a:schemeClr val="bg1"/>
                </a:solidFill>
              </a:rPr>
              <a:t>ቅዱስ</a:t>
            </a:r>
            <a:r>
              <a:rPr lang="en-US" sz="8000" dirty="0">
                <a:solidFill>
                  <a:schemeClr val="bg1"/>
                </a:solidFill>
              </a:rPr>
              <a:t> </a:t>
            </a:r>
            <a:r>
              <a:rPr lang="en-US" sz="8000" dirty="0" err="1">
                <a:solidFill>
                  <a:schemeClr val="bg1"/>
                </a:solidFill>
              </a:rPr>
              <a:t>ይሁን</a:t>
            </a:r>
            <a:r>
              <a:rPr lang="en-US" sz="8000" dirty="0">
                <a:solidFill>
                  <a:schemeClr val="bg1"/>
                </a:solidFill>
              </a:rPr>
              <a:t>፡፡ </a:t>
            </a:r>
          </a:p>
          <a:p>
            <a:pPr marL="0" indent="0">
              <a:buNone/>
            </a:pPr>
            <a:r>
              <a:rPr lang="en-US" sz="8000" dirty="0" err="1">
                <a:solidFill>
                  <a:schemeClr val="bg1"/>
                </a:solidFill>
              </a:rPr>
              <a:t>ስምህ</a:t>
            </a:r>
            <a:r>
              <a:rPr lang="en-US" sz="8000" dirty="0">
                <a:solidFill>
                  <a:schemeClr val="bg1"/>
                </a:solidFill>
              </a:rPr>
              <a:t> </a:t>
            </a:r>
            <a:r>
              <a:rPr lang="en-US" sz="8000" dirty="0" err="1">
                <a:solidFill>
                  <a:schemeClr val="bg1"/>
                </a:solidFill>
              </a:rPr>
              <a:t>ይመስገን</a:t>
            </a:r>
            <a:r>
              <a:rPr lang="en-US" sz="8000" dirty="0">
                <a:solidFill>
                  <a:schemeClr val="bg1"/>
                </a:solidFill>
              </a:rPr>
              <a:t> </a:t>
            </a:r>
            <a:r>
              <a:rPr lang="en-US" sz="8000" dirty="0" err="1">
                <a:solidFill>
                  <a:schemeClr val="bg1"/>
                </a:solidFill>
              </a:rPr>
              <a:t>መንግሥትህ</a:t>
            </a:r>
            <a:r>
              <a:rPr lang="en-US" sz="8000" dirty="0">
                <a:solidFill>
                  <a:schemeClr val="bg1"/>
                </a:solidFill>
              </a:rPr>
              <a:t> </a:t>
            </a:r>
            <a:r>
              <a:rPr lang="en-US" sz="8000" dirty="0" err="1">
                <a:solidFill>
                  <a:schemeClr val="bg1"/>
                </a:solidFill>
              </a:rPr>
              <a:t>ትምጣ</a:t>
            </a:r>
            <a:r>
              <a:rPr lang="en-US" sz="8000" dirty="0">
                <a:solidFill>
                  <a:schemeClr val="bg1"/>
                </a:solidFill>
              </a:rPr>
              <a:t> </a:t>
            </a:r>
          </a:p>
          <a:p>
            <a:pPr marL="0" indent="0">
              <a:buNone/>
            </a:pPr>
            <a:r>
              <a:rPr lang="en-US" sz="8000" dirty="0" err="1">
                <a:solidFill>
                  <a:schemeClr val="bg1"/>
                </a:solidFill>
              </a:rPr>
              <a:t>ስምህ</a:t>
            </a:r>
            <a:r>
              <a:rPr lang="en-US" sz="8000" dirty="0">
                <a:solidFill>
                  <a:schemeClr val="bg1"/>
                </a:solidFill>
              </a:rPr>
              <a:t> </a:t>
            </a:r>
            <a:r>
              <a:rPr lang="en-US" sz="8000" dirty="0" err="1">
                <a:solidFill>
                  <a:schemeClr val="bg1"/>
                </a:solidFill>
              </a:rPr>
              <a:t>ቅዱስ</a:t>
            </a:r>
            <a:r>
              <a:rPr lang="en-US" sz="8000" dirty="0">
                <a:solidFill>
                  <a:schemeClr val="bg1"/>
                </a:solidFill>
              </a:rPr>
              <a:t> </a:t>
            </a:r>
            <a:r>
              <a:rPr lang="en-US" sz="8000" dirty="0" err="1">
                <a:solidFill>
                  <a:schemeClr val="bg1"/>
                </a:solidFill>
              </a:rPr>
              <a:t>ይሁን</a:t>
            </a:r>
            <a:r>
              <a:rPr lang="en-US" sz="8000" dirty="0">
                <a:solidFill>
                  <a:schemeClr val="bg1"/>
                </a:solidFill>
              </a:rPr>
              <a:t>፡፡ </a:t>
            </a:r>
          </a:p>
          <a:p>
            <a:pPr marL="0" indent="0">
              <a:buNone/>
            </a:pPr>
            <a:r>
              <a:rPr lang="en-US" sz="5400" dirty="0">
                <a:solidFill>
                  <a:schemeClr val="bg1"/>
                </a:solidFill>
              </a:rPr>
              <a:t> </a:t>
            </a:r>
          </a:p>
        </p:txBody>
      </p:sp>
    </p:spTree>
    <p:extLst>
      <p:ext uri="{BB962C8B-B14F-4D97-AF65-F5344CB8AC3E}">
        <p14:creationId xmlns:p14="http://schemas.microsoft.com/office/powerpoint/2010/main" val="15984852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344400" cy="6950076"/>
          </a:xfrm>
          <a:solidFill>
            <a:schemeClr val="tx1"/>
          </a:solidFill>
        </p:spPr>
        <p:txBody>
          <a:bodyPr>
            <a:noAutofit/>
          </a:bodyPr>
          <a:lstStyle/>
          <a:p>
            <a:pPr marL="0" indent="0">
              <a:buNone/>
            </a:pPr>
            <a:r>
              <a:rPr lang="en-US" sz="6600" dirty="0" err="1">
                <a:solidFill>
                  <a:schemeClr val="bg1"/>
                </a:solidFill>
              </a:rPr>
              <a:t>ፈቃድህ</a:t>
            </a:r>
            <a:r>
              <a:rPr lang="en-US" sz="6600" dirty="0">
                <a:solidFill>
                  <a:schemeClr val="bg1"/>
                </a:solidFill>
              </a:rPr>
              <a:t> </a:t>
            </a:r>
            <a:r>
              <a:rPr lang="en-US" sz="6600" dirty="0" err="1">
                <a:solidFill>
                  <a:schemeClr val="bg1"/>
                </a:solidFill>
              </a:rPr>
              <a:t>ትሁን</a:t>
            </a:r>
            <a:r>
              <a:rPr lang="en-US" sz="6600" dirty="0">
                <a:solidFill>
                  <a:schemeClr val="bg1"/>
                </a:solidFill>
              </a:rPr>
              <a:t> </a:t>
            </a:r>
            <a:r>
              <a:rPr lang="en-US" sz="6600" dirty="0" err="1">
                <a:solidFill>
                  <a:schemeClr val="bg1"/>
                </a:solidFill>
              </a:rPr>
              <a:t>በሰማይ</a:t>
            </a:r>
            <a:r>
              <a:rPr lang="en-US" sz="6600" dirty="0">
                <a:solidFill>
                  <a:schemeClr val="bg1"/>
                </a:solidFill>
              </a:rPr>
              <a:t>  </a:t>
            </a:r>
            <a:r>
              <a:rPr lang="en-US" sz="6600" dirty="0" err="1">
                <a:solidFill>
                  <a:schemeClr val="bg1"/>
                </a:solidFill>
              </a:rPr>
              <a:t>በምድር</a:t>
            </a:r>
            <a:r>
              <a:rPr lang="en-US" sz="6600" dirty="0">
                <a:solidFill>
                  <a:schemeClr val="bg1"/>
                </a:solidFill>
              </a:rPr>
              <a:t> </a:t>
            </a:r>
          </a:p>
          <a:p>
            <a:pPr marL="0" indent="0">
              <a:buNone/>
            </a:pPr>
            <a:r>
              <a:rPr lang="en-US" sz="6600" dirty="0" err="1">
                <a:solidFill>
                  <a:schemeClr val="bg1"/>
                </a:solidFill>
              </a:rPr>
              <a:t>ስምህ</a:t>
            </a:r>
            <a:r>
              <a:rPr lang="en-US" sz="6600" dirty="0">
                <a:solidFill>
                  <a:schemeClr val="bg1"/>
                </a:solidFill>
              </a:rPr>
              <a:t> </a:t>
            </a:r>
            <a:r>
              <a:rPr lang="en-US" sz="6600" dirty="0" err="1">
                <a:solidFill>
                  <a:schemeClr val="bg1"/>
                </a:solidFill>
              </a:rPr>
              <a:t>ቅዱስ</a:t>
            </a:r>
            <a:r>
              <a:rPr lang="en-US" sz="6600" dirty="0">
                <a:solidFill>
                  <a:schemeClr val="bg1"/>
                </a:solidFill>
              </a:rPr>
              <a:t> </a:t>
            </a:r>
            <a:r>
              <a:rPr lang="en-US" sz="6600" dirty="0" err="1">
                <a:solidFill>
                  <a:schemeClr val="bg1"/>
                </a:solidFill>
              </a:rPr>
              <a:t>ይሁን</a:t>
            </a:r>
            <a:r>
              <a:rPr lang="en-US" sz="6600" dirty="0">
                <a:solidFill>
                  <a:schemeClr val="bg1"/>
                </a:solidFill>
              </a:rPr>
              <a:t>፡፡ </a:t>
            </a:r>
          </a:p>
          <a:p>
            <a:pPr marL="0" indent="0">
              <a:buNone/>
            </a:pPr>
            <a:r>
              <a:rPr lang="en-US" sz="6600" dirty="0" err="1">
                <a:solidFill>
                  <a:schemeClr val="bg1"/>
                </a:solidFill>
              </a:rPr>
              <a:t>ዛሬ</a:t>
            </a:r>
            <a:r>
              <a:rPr lang="en-US" sz="6600" dirty="0">
                <a:solidFill>
                  <a:schemeClr val="bg1"/>
                </a:solidFill>
              </a:rPr>
              <a:t> </a:t>
            </a:r>
            <a:r>
              <a:rPr lang="en-US" sz="6600" dirty="0" err="1">
                <a:solidFill>
                  <a:schemeClr val="bg1"/>
                </a:solidFill>
              </a:rPr>
              <a:t>የዕለት</a:t>
            </a:r>
            <a:r>
              <a:rPr lang="en-US" sz="6600" dirty="0">
                <a:solidFill>
                  <a:schemeClr val="bg1"/>
                </a:solidFill>
              </a:rPr>
              <a:t> </a:t>
            </a:r>
            <a:r>
              <a:rPr lang="en-US" sz="6600" dirty="0" err="1">
                <a:solidFill>
                  <a:schemeClr val="bg1"/>
                </a:solidFill>
              </a:rPr>
              <a:t>እንጀራችንን</a:t>
            </a:r>
            <a:r>
              <a:rPr lang="en-US" sz="6600" dirty="0">
                <a:solidFill>
                  <a:schemeClr val="bg1"/>
                </a:solidFill>
              </a:rPr>
              <a:t> </a:t>
            </a:r>
            <a:r>
              <a:rPr lang="en-US" sz="6600" dirty="0" err="1">
                <a:solidFill>
                  <a:schemeClr val="bg1"/>
                </a:solidFill>
              </a:rPr>
              <a:t>ስጠን</a:t>
            </a:r>
            <a:r>
              <a:rPr lang="en-US" sz="6600" dirty="0">
                <a:solidFill>
                  <a:schemeClr val="bg1"/>
                </a:solidFill>
              </a:rPr>
              <a:t> </a:t>
            </a:r>
          </a:p>
          <a:p>
            <a:pPr marL="0" indent="0">
              <a:buNone/>
            </a:pPr>
            <a:r>
              <a:rPr lang="en-US" sz="6600" dirty="0" err="1">
                <a:solidFill>
                  <a:schemeClr val="bg1"/>
                </a:solidFill>
              </a:rPr>
              <a:t>ስምህ</a:t>
            </a:r>
            <a:r>
              <a:rPr lang="en-US" sz="6600" dirty="0">
                <a:solidFill>
                  <a:schemeClr val="bg1"/>
                </a:solidFill>
              </a:rPr>
              <a:t> </a:t>
            </a:r>
            <a:r>
              <a:rPr lang="en-US" sz="6600" dirty="0" err="1">
                <a:solidFill>
                  <a:schemeClr val="bg1"/>
                </a:solidFill>
              </a:rPr>
              <a:t>ቅዱስ</a:t>
            </a:r>
            <a:r>
              <a:rPr lang="en-US" sz="6600" dirty="0">
                <a:solidFill>
                  <a:schemeClr val="bg1"/>
                </a:solidFill>
              </a:rPr>
              <a:t> </a:t>
            </a:r>
            <a:r>
              <a:rPr lang="en-US" sz="6600" dirty="0" err="1">
                <a:solidFill>
                  <a:schemeClr val="bg1"/>
                </a:solidFill>
              </a:rPr>
              <a:t>ይሁን</a:t>
            </a:r>
            <a:r>
              <a:rPr lang="en-US" sz="6600" dirty="0">
                <a:solidFill>
                  <a:schemeClr val="bg1"/>
                </a:solidFill>
              </a:rPr>
              <a:t>፡፡ </a:t>
            </a:r>
          </a:p>
          <a:p>
            <a:pPr marL="0" indent="0">
              <a:buNone/>
            </a:pPr>
            <a:r>
              <a:rPr lang="en-US" sz="6600" dirty="0" err="1">
                <a:solidFill>
                  <a:schemeClr val="bg1"/>
                </a:solidFill>
              </a:rPr>
              <a:t>የበደልንህን</a:t>
            </a:r>
            <a:r>
              <a:rPr lang="en-US" sz="6600" dirty="0">
                <a:solidFill>
                  <a:schemeClr val="bg1"/>
                </a:solidFill>
              </a:rPr>
              <a:t> </a:t>
            </a:r>
            <a:r>
              <a:rPr lang="en-US" sz="6600" dirty="0" err="1">
                <a:solidFill>
                  <a:schemeClr val="bg1"/>
                </a:solidFill>
              </a:rPr>
              <a:t>ይቅር</a:t>
            </a:r>
            <a:r>
              <a:rPr lang="en-US" sz="6600" dirty="0">
                <a:solidFill>
                  <a:schemeClr val="bg1"/>
                </a:solidFill>
              </a:rPr>
              <a:t> </a:t>
            </a:r>
            <a:r>
              <a:rPr lang="en-US" sz="6600" dirty="0" err="1">
                <a:solidFill>
                  <a:schemeClr val="bg1"/>
                </a:solidFill>
              </a:rPr>
              <a:t>በለን</a:t>
            </a:r>
            <a:endParaRPr lang="en-US" sz="6600" dirty="0">
              <a:solidFill>
                <a:schemeClr val="bg1"/>
              </a:solidFill>
            </a:endParaRPr>
          </a:p>
          <a:p>
            <a:pPr marL="0" indent="0">
              <a:buNone/>
            </a:pPr>
            <a:r>
              <a:rPr lang="en-US" sz="6600" dirty="0" err="1">
                <a:solidFill>
                  <a:schemeClr val="bg1"/>
                </a:solidFill>
              </a:rPr>
              <a:t>ስምህ</a:t>
            </a:r>
            <a:r>
              <a:rPr lang="en-US" sz="6600" dirty="0">
                <a:solidFill>
                  <a:schemeClr val="bg1"/>
                </a:solidFill>
              </a:rPr>
              <a:t> </a:t>
            </a:r>
            <a:r>
              <a:rPr lang="en-US" sz="6600" dirty="0" err="1">
                <a:solidFill>
                  <a:schemeClr val="bg1"/>
                </a:solidFill>
              </a:rPr>
              <a:t>ቅዱስ</a:t>
            </a:r>
            <a:r>
              <a:rPr lang="en-US" sz="6600" dirty="0">
                <a:solidFill>
                  <a:schemeClr val="bg1"/>
                </a:solidFill>
              </a:rPr>
              <a:t> </a:t>
            </a:r>
            <a:r>
              <a:rPr lang="en-US" sz="6600" dirty="0" err="1">
                <a:solidFill>
                  <a:schemeClr val="bg1"/>
                </a:solidFill>
              </a:rPr>
              <a:t>ይሁን</a:t>
            </a:r>
            <a:r>
              <a:rPr lang="en-US" sz="6600" dirty="0">
                <a:solidFill>
                  <a:schemeClr val="bg1"/>
                </a:solidFill>
              </a:rPr>
              <a:t>፡፡ </a:t>
            </a:r>
          </a:p>
          <a:p>
            <a:pPr marL="0" indent="0">
              <a:buNone/>
            </a:pPr>
            <a:endParaRPr lang="en-US" sz="4000" dirty="0"/>
          </a:p>
        </p:txBody>
      </p:sp>
    </p:spTree>
    <p:extLst>
      <p:ext uri="{BB962C8B-B14F-4D97-AF65-F5344CB8AC3E}">
        <p14:creationId xmlns:p14="http://schemas.microsoft.com/office/powerpoint/2010/main" val="10721370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344400" cy="6950076"/>
          </a:xfrm>
          <a:solidFill>
            <a:schemeClr val="tx1"/>
          </a:solidFill>
        </p:spPr>
        <p:txBody>
          <a:bodyPr>
            <a:noAutofit/>
          </a:bodyPr>
          <a:lstStyle/>
          <a:p>
            <a:pPr marL="0" indent="0">
              <a:buNone/>
            </a:pPr>
            <a:r>
              <a:rPr lang="en-US" sz="6600" dirty="0" err="1">
                <a:solidFill>
                  <a:schemeClr val="bg1"/>
                </a:solidFill>
              </a:rPr>
              <a:t>እኛም</a:t>
            </a:r>
            <a:r>
              <a:rPr lang="en-US" sz="6600" dirty="0">
                <a:solidFill>
                  <a:schemeClr val="bg1"/>
                </a:solidFill>
              </a:rPr>
              <a:t> </a:t>
            </a:r>
            <a:r>
              <a:rPr lang="en-US" sz="6600" dirty="0" err="1">
                <a:solidFill>
                  <a:schemeClr val="bg1"/>
                </a:solidFill>
              </a:rPr>
              <a:t>የበደሉንን</a:t>
            </a:r>
            <a:r>
              <a:rPr lang="en-US" sz="6600" dirty="0">
                <a:solidFill>
                  <a:schemeClr val="bg1"/>
                </a:solidFill>
              </a:rPr>
              <a:t> </a:t>
            </a:r>
            <a:r>
              <a:rPr lang="en-US" sz="6600" dirty="0" err="1">
                <a:solidFill>
                  <a:schemeClr val="bg1"/>
                </a:solidFill>
              </a:rPr>
              <a:t>ይቅር</a:t>
            </a:r>
            <a:r>
              <a:rPr lang="en-US" sz="6600" dirty="0">
                <a:solidFill>
                  <a:schemeClr val="bg1"/>
                </a:solidFill>
              </a:rPr>
              <a:t> </a:t>
            </a:r>
            <a:r>
              <a:rPr lang="en-US" sz="6600" dirty="0" err="1">
                <a:solidFill>
                  <a:schemeClr val="bg1"/>
                </a:solidFill>
              </a:rPr>
              <a:t>እንደምንል</a:t>
            </a:r>
            <a:r>
              <a:rPr lang="en-US" sz="6600" dirty="0">
                <a:solidFill>
                  <a:schemeClr val="bg1"/>
                </a:solidFill>
              </a:rPr>
              <a:t>  </a:t>
            </a:r>
          </a:p>
          <a:p>
            <a:pPr marL="0" indent="0">
              <a:buNone/>
            </a:pPr>
            <a:r>
              <a:rPr lang="en-US" sz="6600" dirty="0" err="1">
                <a:solidFill>
                  <a:schemeClr val="bg1"/>
                </a:solidFill>
              </a:rPr>
              <a:t>ስምህ</a:t>
            </a:r>
            <a:r>
              <a:rPr lang="en-US" sz="6600" dirty="0">
                <a:solidFill>
                  <a:schemeClr val="bg1"/>
                </a:solidFill>
              </a:rPr>
              <a:t> </a:t>
            </a:r>
            <a:r>
              <a:rPr lang="en-US" sz="6600" dirty="0" err="1">
                <a:solidFill>
                  <a:schemeClr val="bg1"/>
                </a:solidFill>
              </a:rPr>
              <a:t>ቅዱስ</a:t>
            </a:r>
            <a:r>
              <a:rPr lang="en-US" sz="6600" dirty="0">
                <a:solidFill>
                  <a:schemeClr val="bg1"/>
                </a:solidFill>
              </a:rPr>
              <a:t> </a:t>
            </a:r>
            <a:r>
              <a:rPr lang="en-US" sz="6600" dirty="0" err="1">
                <a:solidFill>
                  <a:schemeClr val="bg1"/>
                </a:solidFill>
              </a:rPr>
              <a:t>ይሁን</a:t>
            </a:r>
            <a:r>
              <a:rPr lang="en-US" sz="6600" dirty="0">
                <a:solidFill>
                  <a:schemeClr val="bg1"/>
                </a:solidFill>
              </a:rPr>
              <a:t>፡፡ </a:t>
            </a:r>
          </a:p>
          <a:p>
            <a:pPr marL="0" indent="0">
              <a:buNone/>
            </a:pPr>
            <a:r>
              <a:rPr lang="en-US" sz="6600" dirty="0" err="1">
                <a:solidFill>
                  <a:schemeClr val="bg1"/>
                </a:solidFill>
              </a:rPr>
              <a:t>ወደ</a:t>
            </a:r>
            <a:r>
              <a:rPr lang="en-US" sz="6600" dirty="0">
                <a:solidFill>
                  <a:schemeClr val="bg1"/>
                </a:solidFill>
              </a:rPr>
              <a:t> </a:t>
            </a:r>
            <a:r>
              <a:rPr lang="en-US" sz="6600" dirty="0" err="1">
                <a:solidFill>
                  <a:schemeClr val="bg1"/>
                </a:solidFill>
              </a:rPr>
              <a:t>ፈተና</a:t>
            </a:r>
            <a:r>
              <a:rPr lang="en-US" sz="6600" dirty="0">
                <a:solidFill>
                  <a:schemeClr val="bg1"/>
                </a:solidFill>
              </a:rPr>
              <a:t> </a:t>
            </a:r>
            <a:r>
              <a:rPr lang="en-US" sz="6600" dirty="0" err="1">
                <a:solidFill>
                  <a:schemeClr val="bg1"/>
                </a:solidFill>
              </a:rPr>
              <a:t>አታግባን</a:t>
            </a:r>
            <a:endParaRPr lang="en-US" sz="6600" dirty="0">
              <a:solidFill>
                <a:schemeClr val="bg1"/>
              </a:solidFill>
            </a:endParaRPr>
          </a:p>
          <a:p>
            <a:pPr marL="0" indent="0">
              <a:buNone/>
            </a:pPr>
            <a:r>
              <a:rPr lang="en-US" sz="6600" dirty="0" err="1">
                <a:solidFill>
                  <a:schemeClr val="bg1"/>
                </a:solidFill>
              </a:rPr>
              <a:t>ስምህ</a:t>
            </a:r>
            <a:r>
              <a:rPr lang="en-US" sz="6600" dirty="0">
                <a:solidFill>
                  <a:schemeClr val="bg1"/>
                </a:solidFill>
              </a:rPr>
              <a:t> </a:t>
            </a:r>
            <a:r>
              <a:rPr lang="en-US" sz="6600" dirty="0" err="1">
                <a:solidFill>
                  <a:schemeClr val="bg1"/>
                </a:solidFill>
              </a:rPr>
              <a:t>ቅዱስ</a:t>
            </a:r>
            <a:r>
              <a:rPr lang="en-US" sz="6600" dirty="0">
                <a:solidFill>
                  <a:schemeClr val="bg1"/>
                </a:solidFill>
              </a:rPr>
              <a:t> </a:t>
            </a:r>
            <a:r>
              <a:rPr lang="en-US" sz="6600" dirty="0" err="1">
                <a:solidFill>
                  <a:schemeClr val="bg1"/>
                </a:solidFill>
              </a:rPr>
              <a:t>ይሁን</a:t>
            </a:r>
            <a:r>
              <a:rPr lang="en-US" sz="6600" dirty="0">
                <a:solidFill>
                  <a:schemeClr val="bg1"/>
                </a:solidFill>
              </a:rPr>
              <a:t>፡፡ </a:t>
            </a:r>
          </a:p>
          <a:p>
            <a:pPr marL="0" indent="0">
              <a:buNone/>
            </a:pPr>
            <a:r>
              <a:rPr lang="en-US" sz="6600" dirty="0" err="1">
                <a:solidFill>
                  <a:schemeClr val="bg1"/>
                </a:solidFill>
              </a:rPr>
              <a:t>ከክፉ</a:t>
            </a:r>
            <a:r>
              <a:rPr lang="en-US" sz="6600" dirty="0">
                <a:solidFill>
                  <a:schemeClr val="bg1"/>
                </a:solidFill>
              </a:rPr>
              <a:t> </a:t>
            </a:r>
            <a:r>
              <a:rPr lang="en-US" sz="6600" dirty="0" err="1">
                <a:solidFill>
                  <a:schemeClr val="bg1"/>
                </a:solidFill>
              </a:rPr>
              <a:t>ሁሉ</a:t>
            </a:r>
            <a:r>
              <a:rPr lang="en-US" sz="6600" dirty="0">
                <a:solidFill>
                  <a:schemeClr val="bg1"/>
                </a:solidFill>
              </a:rPr>
              <a:t> </a:t>
            </a:r>
            <a:r>
              <a:rPr lang="en-US" sz="6600" dirty="0" err="1">
                <a:solidFill>
                  <a:schemeClr val="bg1"/>
                </a:solidFill>
              </a:rPr>
              <a:t>ሰዉረን</a:t>
            </a:r>
            <a:r>
              <a:rPr lang="en-US" sz="6600" dirty="0">
                <a:solidFill>
                  <a:schemeClr val="bg1"/>
                </a:solidFill>
              </a:rPr>
              <a:t> </a:t>
            </a:r>
            <a:r>
              <a:rPr lang="en-US" sz="6600" dirty="0" err="1">
                <a:solidFill>
                  <a:schemeClr val="bg1"/>
                </a:solidFill>
              </a:rPr>
              <a:t>እንጂ</a:t>
            </a:r>
            <a:endParaRPr lang="en-US" sz="6600" dirty="0">
              <a:solidFill>
                <a:schemeClr val="bg1"/>
              </a:solidFill>
            </a:endParaRPr>
          </a:p>
          <a:p>
            <a:pPr marL="0" indent="0">
              <a:buNone/>
            </a:pPr>
            <a:r>
              <a:rPr lang="en-US" sz="6600" dirty="0" err="1">
                <a:solidFill>
                  <a:schemeClr val="bg1"/>
                </a:solidFill>
              </a:rPr>
              <a:t>ስምህ</a:t>
            </a:r>
            <a:r>
              <a:rPr lang="en-US" sz="6600" dirty="0">
                <a:solidFill>
                  <a:schemeClr val="bg1"/>
                </a:solidFill>
              </a:rPr>
              <a:t> </a:t>
            </a:r>
            <a:r>
              <a:rPr lang="en-US" sz="6600" dirty="0" err="1">
                <a:solidFill>
                  <a:schemeClr val="bg1"/>
                </a:solidFill>
              </a:rPr>
              <a:t>ቅዱስ</a:t>
            </a:r>
            <a:r>
              <a:rPr lang="en-US" sz="6600" dirty="0">
                <a:solidFill>
                  <a:schemeClr val="bg1"/>
                </a:solidFill>
              </a:rPr>
              <a:t> </a:t>
            </a:r>
            <a:r>
              <a:rPr lang="en-US" sz="6600" dirty="0" err="1">
                <a:solidFill>
                  <a:schemeClr val="bg1"/>
                </a:solidFill>
              </a:rPr>
              <a:t>ይሁን</a:t>
            </a:r>
            <a:r>
              <a:rPr lang="en-US" sz="6600" dirty="0">
                <a:solidFill>
                  <a:schemeClr val="bg1"/>
                </a:solidFill>
              </a:rPr>
              <a:t>፡፡ </a:t>
            </a:r>
          </a:p>
        </p:txBody>
      </p:sp>
    </p:spTree>
    <p:extLst>
      <p:ext uri="{BB962C8B-B14F-4D97-AF65-F5344CB8AC3E}">
        <p14:creationId xmlns:p14="http://schemas.microsoft.com/office/powerpoint/2010/main" val="9610145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344400" cy="6950076"/>
          </a:xfrm>
          <a:solidFill>
            <a:schemeClr val="tx1"/>
          </a:solidFill>
        </p:spPr>
        <p:txBody>
          <a:bodyPr>
            <a:noAutofit/>
          </a:bodyPr>
          <a:lstStyle/>
          <a:p>
            <a:pPr marL="0" indent="0">
              <a:buNone/>
            </a:pPr>
            <a:r>
              <a:rPr lang="en-US" sz="7200" dirty="0" err="1">
                <a:solidFill>
                  <a:schemeClr val="bg1"/>
                </a:solidFill>
              </a:rPr>
              <a:t>አሜን</a:t>
            </a:r>
            <a:r>
              <a:rPr lang="en-US" sz="7200" dirty="0">
                <a:solidFill>
                  <a:schemeClr val="bg1"/>
                </a:solidFill>
              </a:rPr>
              <a:t> </a:t>
            </a:r>
            <a:r>
              <a:rPr lang="en-US" sz="7200" dirty="0" err="1">
                <a:solidFill>
                  <a:schemeClr val="bg1"/>
                </a:solidFill>
              </a:rPr>
              <a:t>አሜን</a:t>
            </a:r>
            <a:r>
              <a:rPr lang="en-US" sz="7200" dirty="0">
                <a:solidFill>
                  <a:schemeClr val="bg1"/>
                </a:solidFill>
              </a:rPr>
              <a:t> </a:t>
            </a:r>
            <a:r>
              <a:rPr lang="en-US" sz="7200" dirty="0" err="1">
                <a:solidFill>
                  <a:schemeClr val="bg1"/>
                </a:solidFill>
              </a:rPr>
              <a:t>አሜን</a:t>
            </a:r>
            <a:r>
              <a:rPr lang="en-US" sz="7200" dirty="0">
                <a:solidFill>
                  <a:schemeClr val="bg1"/>
                </a:solidFill>
              </a:rPr>
              <a:t> </a:t>
            </a:r>
            <a:r>
              <a:rPr lang="en-US" sz="7200" dirty="0" err="1">
                <a:solidFill>
                  <a:schemeClr val="bg1"/>
                </a:solidFill>
              </a:rPr>
              <a:t>አሜን</a:t>
            </a:r>
            <a:endParaRPr lang="en-US" sz="7200" dirty="0">
              <a:solidFill>
                <a:schemeClr val="bg1"/>
              </a:solidFill>
            </a:endParaRPr>
          </a:p>
          <a:p>
            <a:pPr marL="0" indent="0">
              <a:buNone/>
            </a:pPr>
            <a:r>
              <a:rPr lang="en-US" sz="7200" dirty="0" err="1">
                <a:solidFill>
                  <a:schemeClr val="bg1"/>
                </a:solidFill>
              </a:rPr>
              <a:t>ስምህ</a:t>
            </a:r>
            <a:r>
              <a:rPr lang="en-US" sz="7200" dirty="0">
                <a:solidFill>
                  <a:schemeClr val="bg1"/>
                </a:solidFill>
              </a:rPr>
              <a:t> </a:t>
            </a:r>
            <a:r>
              <a:rPr lang="en-US" sz="7200" dirty="0" err="1">
                <a:solidFill>
                  <a:schemeClr val="bg1"/>
                </a:solidFill>
              </a:rPr>
              <a:t>ቅዱስ</a:t>
            </a:r>
            <a:r>
              <a:rPr lang="en-US" sz="7200" dirty="0">
                <a:solidFill>
                  <a:schemeClr val="bg1"/>
                </a:solidFill>
              </a:rPr>
              <a:t> </a:t>
            </a:r>
            <a:r>
              <a:rPr lang="en-US" sz="7200" dirty="0" err="1">
                <a:solidFill>
                  <a:schemeClr val="bg1"/>
                </a:solidFill>
              </a:rPr>
              <a:t>ይሁን</a:t>
            </a:r>
            <a:r>
              <a:rPr lang="en-US" sz="7200" dirty="0">
                <a:solidFill>
                  <a:schemeClr val="bg1"/>
                </a:solidFill>
              </a:rPr>
              <a:t>፡፡</a:t>
            </a:r>
          </a:p>
          <a:p>
            <a:pPr marL="0" indent="0">
              <a:buNone/>
            </a:pPr>
            <a:r>
              <a:rPr lang="en-US" sz="7200" dirty="0" err="1">
                <a:solidFill>
                  <a:schemeClr val="bg1"/>
                </a:solidFill>
              </a:rPr>
              <a:t>አሜን</a:t>
            </a:r>
            <a:r>
              <a:rPr lang="en-US" sz="7200" dirty="0">
                <a:solidFill>
                  <a:schemeClr val="bg1"/>
                </a:solidFill>
              </a:rPr>
              <a:t> </a:t>
            </a:r>
            <a:r>
              <a:rPr lang="en-US" sz="7200" dirty="0" err="1">
                <a:solidFill>
                  <a:schemeClr val="bg1"/>
                </a:solidFill>
              </a:rPr>
              <a:t>አሜን</a:t>
            </a:r>
            <a:r>
              <a:rPr lang="en-US" sz="7200" dirty="0">
                <a:solidFill>
                  <a:schemeClr val="bg1"/>
                </a:solidFill>
              </a:rPr>
              <a:t> </a:t>
            </a:r>
            <a:r>
              <a:rPr lang="en-US" sz="7200" dirty="0" err="1">
                <a:solidFill>
                  <a:schemeClr val="bg1"/>
                </a:solidFill>
              </a:rPr>
              <a:t>አሜን</a:t>
            </a:r>
            <a:r>
              <a:rPr lang="en-US" sz="7200" dirty="0">
                <a:solidFill>
                  <a:schemeClr val="bg1"/>
                </a:solidFill>
              </a:rPr>
              <a:t> </a:t>
            </a:r>
            <a:r>
              <a:rPr lang="en-US" sz="7200" dirty="0" err="1">
                <a:solidFill>
                  <a:schemeClr val="bg1"/>
                </a:solidFill>
              </a:rPr>
              <a:t>አሜን</a:t>
            </a:r>
            <a:endParaRPr lang="en-US" sz="7200" dirty="0">
              <a:solidFill>
                <a:schemeClr val="bg1"/>
              </a:solidFill>
            </a:endParaRPr>
          </a:p>
          <a:p>
            <a:pPr marL="0" indent="0">
              <a:buNone/>
            </a:pPr>
            <a:r>
              <a:rPr lang="en-US" sz="7200" dirty="0" err="1">
                <a:solidFill>
                  <a:schemeClr val="bg1"/>
                </a:solidFill>
              </a:rPr>
              <a:t>ስምህ</a:t>
            </a:r>
            <a:r>
              <a:rPr lang="en-US" sz="7200" dirty="0">
                <a:solidFill>
                  <a:schemeClr val="bg1"/>
                </a:solidFill>
              </a:rPr>
              <a:t> </a:t>
            </a:r>
            <a:r>
              <a:rPr lang="en-US" sz="7200" dirty="0" err="1">
                <a:solidFill>
                  <a:schemeClr val="bg1"/>
                </a:solidFill>
              </a:rPr>
              <a:t>ቅዱስ</a:t>
            </a:r>
            <a:r>
              <a:rPr lang="en-US" sz="7200" dirty="0">
                <a:solidFill>
                  <a:schemeClr val="bg1"/>
                </a:solidFill>
              </a:rPr>
              <a:t> </a:t>
            </a:r>
            <a:r>
              <a:rPr lang="en-US" sz="7200" dirty="0" err="1">
                <a:solidFill>
                  <a:schemeClr val="bg1"/>
                </a:solidFill>
              </a:rPr>
              <a:t>ይሁን</a:t>
            </a:r>
            <a:r>
              <a:rPr lang="en-US" sz="7200" dirty="0">
                <a:solidFill>
                  <a:schemeClr val="bg1"/>
                </a:solidFill>
              </a:rPr>
              <a:t>፡፡</a:t>
            </a:r>
          </a:p>
          <a:p>
            <a:pPr marL="0" indent="0">
              <a:buNone/>
            </a:pPr>
            <a:endParaRPr lang="en-US" sz="7200" dirty="0">
              <a:solidFill>
                <a:schemeClr val="bg1"/>
              </a:solidFill>
            </a:endParaRPr>
          </a:p>
        </p:txBody>
      </p:sp>
    </p:spTree>
    <p:extLst>
      <p:ext uri="{BB962C8B-B14F-4D97-AF65-F5344CB8AC3E}">
        <p14:creationId xmlns:p14="http://schemas.microsoft.com/office/powerpoint/2010/main" val="9666028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ይ.</a:t>
            </a:r>
            <a:r>
              <a:rPr lang="en-US" sz="6000" dirty="0">
                <a:solidFill>
                  <a:srgbClr val="C00000"/>
                </a:solidFill>
              </a:rPr>
              <a:t>ሕ</a:t>
            </a:r>
            <a:r>
              <a:rPr lang="am-ET" sz="6000" dirty="0">
                <a:solidFill>
                  <a:srgbClr val="C00000"/>
                </a:solidFill>
              </a:rPr>
              <a:t>. </a:t>
            </a:r>
            <a:r>
              <a:rPr lang="en-US" sz="6000" dirty="0" err="1">
                <a:solidFill>
                  <a:schemeClr val="bg1"/>
                </a:solidFill>
              </a:rPr>
              <a:t>አምላካችን</a:t>
            </a:r>
            <a:r>
              <a:rPr lang="en-US" sz="6000" dirty="0">
                <a:solidFill>
                  <a:schemeClr val="bg1"/>
                </a:solidFill>
              </a:rPr>
              <a:t> </a:t>
            </a:r>
            <a:r>
              <a:rPr lang="en-US" sz="6000" dirty="0" err="1">
                <a:solidFill>
                  <a:schemeClr val="bg1"/>
                </a:solidFill>
              </a:rPr>
              <a:t>ሆይ</a:t>
            </a:r>
            <a:r>
              <a:rPr lang="en-US" sz="6000" dirty="0">
                <a:solidFill>
                  <a:schemeClr val="bg1"/>
                </a:solidFill>
              </a:rPr>
              <a:t> </a:t>
            </a:r>
            <a:r>
              <a:rPr lang="en-US" sz="6000" dirty="0" err="1">
                <a:solidFill>
                  <a:schemeClr val="bg1"/>
                </a:solidFill>
              </a:rPr>
              <a:t>እንደ</a:t>
            </a:r>
            <a:r>
              <a:rPr lang="en-US" sz="6000" dirty="0">
                <a:solidFill>
                  <a:schemeClr val="bg1"/>
                </a:solidFill>
              </a:rPr>
              <a:t> </a:t>
            </a:r>
            <a:r>
              <a:rPr lang="en-US" sz="6000" dirty="0" err="1">
                <a:solidFill>
                  <a:schemeClr val="bg1"/>
                </a:solidFill>
              </a:rPr>
              <a:t>ምሕረትህ</a:t>
            </a:r>
            <a:r>
              <a:rPr lang="en-US" sz="6000" dirty="0">
                <a:solidFill>
                  <a:schemeClr val="bg1"/>
                </a:solidFill>
              </a:rPr>
              <a:t> </a:t>
            </a:r>
            <a:r>
              <a:rPr lang="en-US" sz="6000" dirty="0" err="1">
                <a:solidFill>
                  <a:schemeClr val="bg1"/>
                </a:solidFill>
              </a:rPr>
              <a:t>እንጂ</a:t>
            </a:r>
            <a:r>
              <a:rPr lang="en-US" sz="6000" dirty="0">
                <a:solidFill>
                  <a:schemeClr val="bg1"/>
                </a:solidFill>
              </a:rPr>
              <a:t> </a:t>
            </a:r>
            <a:r>
              <a:rPr lang="en-US" sz="6000" dirty="0" err="1">
                <a:solidFill>
                  <a:schemeClr val="bg1"/>
                </a:solidFill>
              </a:rPr>
              <a:t>እንደ</a:t>
            </a:r>
            <a:r>
              <a:rPr lang="en-US" sz="6000" dirty="0">
                <a:solidFill>
                  <a:schemeClr val="bg1"/>
                </a:solidFill>
              </a:rPr>
              <a:t> </a:t>
            </a:r>
            <a:r>
              <a:rPr lang="en-US" sz="6000" dirty="0" err="1">
                <a:solidFill>
                  <a:schemeClr val="bg1"/>
                </a:solidFill>
              </a:rPr>
              <a:t>ኃጢያታችን</a:t>
            </a:r>
            <a:r>
              <a:rPr lang="en-US" sz="6000" dirty="0">
                <a:solidFill>
                  <a:schemeClr val="bg1"/>
                </a:solidFill>
              </a:rPr>
              <a:t> </a:t>
            </a:r>
            <a:r>
              <a:rPr lang="en-US" sz="6000" dirty="0" err="1">
                <a:solidFill>
                  <a:schemeClr val="bg1"/>
                </a:solidFill>
              </a:rPr>
              <a:t>አይሁንብን</a:t>
            </a:r>
            <a:r>
              <a:rPr lang="en-US" sz="6000" dirty="0">
                <a:solidFill>
                  <a:schemeClr val="bg1"/>
                </a:solidFill>
              </a:rPr>
              <a:t> /3/</a:t>
            </a:r>
          </a:p>
          <a:p>
            <a:pPr marL="0" indent="0">
              <a:buNone/>
            </a:pPr>
            <a:r>
              <a:rPr lang="en-US" sz="6000" dirty="0" err="1">
                <a:solidFill>
                  <a:schemeClr val="bg1"/>
                </a:solidFill>
              </a:rPr>
              <a:t>የመድኃኔ</a:t>
            </a:r>
            <a:r>
              <a:rPr lang="en-US" sz="6000" dirty="0">
                <a:solidFill>
                  <a:schemeClr val="bg1"/>
                </a:solidFill>
              </a:rPr>
              <a:t> </a:t>
            </a:r>
            <a:r>
              <a:rPr lang="en-US" sz="6000" dirty="0" err="1">
                <a:solidFill>
                  <a:schemeClr val="bg1"/>
                </a:solidFill>
              </a:rPr>
              <a:t>ዓለም</a:t>
            </a:r>
            <a:r>
              <a:rPr lang="en-US" sz="6000" dirty="0">
                <a:solidFill>
                  <a:schemeClr val="bg1"/>
                </a:solidFill>
              </a:rPr>
              <a:t> </a:t>
            </a:r>
            <a:r>
              <a:rPr lang="en-US" sz="6000" dirty="0" err="1">
                <a:solidFill>
                  <a:schemeClr val="bg1"/>
                </a:solidFill>
              </a:rPr>
              <a:t>ሠራዊት</a:t>
            </a:r>
            <a:r>
              <a:rPr lang="en-US" sz="6000" dirty="0">
                <a:solidFill>
                  <a:schemeClr val="bg1"/>
                </a:solidFill>
              </a:rPr>
              <a:t> </a:t>
            </a:r>
            <a:r>
              <a:rPr lang="en-US" sz="6000" dirty="0" err="1">
                <a:solidFill>
                  <a:schemeClr val="bg1"/>
                </a:solidFill>
              </a:rPr>
              <a:t>መላእክት</a:t>
            </a:r>
            <a:r>
              <a:rPr lang="en-US" sz="6000" dirty="0">
                <a:solidFill>
                  <a:schemeClr val="bg1"/>
                </a:solidFill>
              </a:rPr>
              <a:t> </a:t>
            </a:r>
            <a:r>
              <a:rPr lang="en-US" sz="6000" dirty="0" err="1">
                <a:solidFill>
                  <a:schemeClr val="bg1"/>
                </a:solidFill>
              </a:rPr>
              <a:t>በመድኃኔ</a:t>
            </a:r>
            <a:r>
              <a:rPr lang="en-US" sz="6000" dirty="0">
                <a:solidFill>
                  <a:schemeClr val="bg1"/>
                </a:solidFill>
              </a:rPr>
              <a:t> </a:t>
            </a:r>
            <a:r>
              <a:rPr lang="en-US" sz="6000" dirty="0" err="1">
                <a:solidFill>
                  <a:schemeClr val="bg1"/>
                </a:solidFill>
              </a:rPr>
              <a:t>ዓለም</a:t>
            </a:r>
            <a:r>
              <a:rPr lang="en-US" sz="6000" dirty="0">
                <a:solidFill>
                  <a:schemeClr val="bg1"/>
                </a:solidFill>
              </a:rPr>
              <a:t> </a:t>
            </a:r>
            <a:r>
              <a:rPr lang="en-US" sz="6000" dirty="0" err="1">
                <a:solidFill>
                  <a:schemeClr val="bg1"/>
                </a:solidFill>
              </a:rPr>
              <a:t>ፊት</a:t>
            </a:r>
            <a:r>
              <a:rPr lang="en-US" sz="6000" dirty="0">
                <a:solidFill>
                  <a:schemeClr val="bg1"/>
                </a:solidFill>
              </a:rPr>
              <a:t> </a:t>
            </a:r>
            <a:r>
              <a:rPr lang="en-US" sz="6000" dirty="0" err="1">
                <a:solidFill>
                  <a:schemeClr val="bg1"/>
                </a:solidFill>
              </a:rPr>
              <a:t>ይቆማሉ</a:t>
            </a:r>
            <a:r>
              <a:rPr lang="en-US" sz="6000" dirty="0">
                <a:solidFill>
                  <a:schemeClr val="bg1"/>
                </a:solidFill>
              </a:rPr>
              <a:t> </a:t>
            </a:r>
            <a:r>
              <a:rPr lang="en-US" sz="6000" dirty="0" err="1">
                <a:solidFill>
                  <a:schemeClr val="bg1"/>
                </a:solidFill>
              </a:rPr>
              <a:t>የመድኃኔ</a:t>
            </a:r>
            <a:r>
              <a:rPr lang="en-US" sz="6000" dirty="0">
                <a:solidFill>
                  <a:schemeClr val="bg1"/>
                </a:solidFill>
              </a:rPr>
              <a:t> </a:t>
            </a:r>
            <a:r>
              <a:rPr lang="en-US" sz="6000" dirty="0" err="1">
                <a:solidFill>
                  <a:schemeClr val="bg1"/>
                </a:solidFill>
              </a:rPr>
              <a:t>ዓለም</a:t>
            </a:r>
            <a:r>
              <a:rPr lang="en-US" sz="6000" dirty="0">
                <a:solidFill>
                  <a:schemeClr val="bg1"/>
                </a:solidFill>
              </a:rPr>
              <a:t> </a:t>
            </a:r>
            <a:r>
              <a:rPr lang="en-US" sz="6000" dirty="0" err="1">
                <a:solidFill>
                  <a:schemeClr val="bg1"/>
                </a:solidFill>
              </a:rPr>
              <a:t>ሥጋውና</a:t>
            </a:r>
            <a:r>
              <a:rPr lang="en-US" sz="6000" dirty="0">
                <a:solidFill>
                  <a:schemeClr val="bg1"/>
                </a:solidFill>
              </a:rPr>
              <a:t> </a:t>
            </a:r>
            <a:r>
              <a:rPr lang="en-US" sz="6000" dirty="0" err="1">
                <a:solidFill>
                  <a:schemeClr val="bg1"/>
                </a:solidFill>
              </a:rPr>
              <a:t>ደሙ</a:t>
            </a:r>
            <a:r>
              <a:rPr lang="en-US" sz="6000" dirty="0">
                <a:solidFill>
                  <a:schemeClr val="bg1"/>
                </a:solidFill>
              </a:rPr>
              <a:t> </a:t>
            </a:r>
            <a:r>
              <a:rPr lang="en-US" sz="6000" dirty="0" err="1">
                <a:solidFill>
                  <a:schemeClr val="bg1"/>
                </a:solidFill>
              </a:rPr>
              <a:t>ዙሪያውን</a:t>
            </a:r>
            <a:r>
              <a:rPr lang="en-US" sz="6000" dirty="0">
                <a:solidFill>
                  <a:schemeClr val="bg1"/>
                </a:solidFill>
              </a:rPr>
              <a:t> </a:t>
            </a:r>
            <a:r>
              <a:rPr lang="en-US" sz="6000" dirty="0" err="1">
                <a:solidFill>
                  <a:schemeClr val="bg1"/>
                </a:solidFill>
              </a:rPr>
              <a:t>ይከባሉ</a:t>
            </a:r>
            <a:r>
              <a:rPr lang="en-US" sz="6000" dirty="0">
                <a:solidFill>
                  <a:schemeClr val="bg1"/>
                </a:solidFill>
              </a:rPr>
              <a:t> </a:t>
            </a:r>
            <a:r>
              <a:rPr lang="en-US" sz="6000" dirty="0" err="1">
                <a:solidFill>
                  <a:schemeClr val="bg1"/>
                </a:solidFill>
              </a:rPr>
              <a:t>በመድኃኔ</a:t>
            </a:r>
            <a:r>
              <a:rPr lang="en-US" sz="6000" dirty="0">
                <a:solidFill>
                  <a:schemeClr val="bg1"/>
                </a:solidFill>
              </a:rPr>
              <a:t> </a:t>
            </a:r>
            <a:r>
              <a:rPr lang="en-US" sz="6000" dirty="0" err="1">
                <a:solidFill>
                  <a:schemeClr val="bg1"/>
                </a:solidFill>
              </a:rPr>
              <a:t>ዓለም</a:t>
            </a:r>
            <a:r>
              <a:rPr lang="en-US" sz="6000" dirty="0">
                <a:solidFill>
                  <a:schemeClr val="bg1"/>
                </a:solidFill>
              </a:rPr>
              <a:t> </a:t>
            </a:r>
            <a:r>
              <a:rPr lang="en-US" sz="6000" dirty="0" err="1">
                <a:solidFill>
                  <a:schemeClr val="bg1"/>
                </a:solidFill>
              </a:rPr>
              <a:t>ፊት</a:t>
            </a:r>
            <a:r>
              <a:rPr lang="en-US" sz="6000" dirty="0">
                <a:solidFill>
                  <a:schemeClr val="bg1"/>
                </a:solidFill>
              </a:rPr>
              <a:t> </a:t>
            </a:r>
            <a:r>
              <a:rPr lang="en-US" sz="6000" dirty="0" err="1">
                <a:solidFill>
                  <a:schemeClr val="bg1"/>
                </a:solidFill>
              </a:rPr>
              <a:t>እንቅረብና</a:t>
            </a:r>
            <a:r>
              <a:rPr lang="en-US" sz="6000" dirty="0">
                <a:solidFill>
                  <a:schemeClr val="bg1"/>
                </a:solidFill>
              </a:rPr>
              <a:t> </a:t>
            </a:r>
            <a:r>
              <a:rPr lang="en-US" sz="6000" dirty="0" err="1">
                <a:solidFill>
                  <a:schemeClr val="bg1"/>
                </a:solidFill>
              </a:rPr>
              <a:t>እንስገድለት</a:t>
            </a:r>
            <a:r>
              <a:rPr lang="en-US" sz="6000" dirty="0">
                <a:solidFill>
                  <a:schemeClr val="bg1"/>
                </a:solidFill>
              </a:rPr>
              <a:t>። </a:t>
            </a:r>
            <a:r>
              <a:rPr lang="en-US" sz="6000" dirty="0" err="1">
                <a:solidFill>
                  <a:schemeClr val="bg1"/>
                </a:solidFill>
              </a:rPr>
              <a:t>እናመሰግንሃለን</a:t>
            </a:r>
            <a:r>
              <a:rPr lang="en-US" sz="6000" dirty="0">
                <a:solidFill>
                  <a:schemeClr val="bg1"/>
                </a:solidFill>
              </a:rPr>
              <a:t>።</a:t>
            </a:r>
            <a:endParaRPr lang="am-ET" sz="6000" dirty="0">
              <a:solidFill>
                <a:srgbClr val="FF0000"/>
              </a:solidFill>
            </a:endParaRPr>
          </a:p>
        </p:txBody>
      </p:sp>
    </p:spTree>
    <p:extLst>
      <p:ext uri="{BB962C8B-B14F-4D97-AF65-F5344CB8AC3E}">
        <p14:creationId xmlns:p14="http://schemas.microsoft.com/office/powerpoint/2010/main" val="19414773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en-US" sz="6600" dirty="0" err="1">
                <a:solidFill>
                  <a:srgbClr val="C00000"/>
                </a:solidFill>
              </a:rPr>
              <a:t>ይ.ዲ</a:t>
            </a:r>
            <a:r>
              <a:rPr lang="en-US" sz="6600" dirty="0">
                <a:solidFill>
                  <a:srgbClr val="C00000"/>
                </a:solidFill>
              </a:rPr>
              <a:t>. </a:t>
            </a:r>
            <a:r>
              <a:rPr lang="en-US" sz="6600" dirty="0" err="1">
                <a:solidFill>
                  <a:schemeClr val="bg1"/>
                </a:solidFill>
              </a:rPr>
              <a:t>በፍርሃት</a:t>
            </a:r>
            <a:r>
              <a:rPr lang="en-US" sz="6600" dirty="0">
                <a:solidFill>
                  <a:schemeClr val="bg1"/>
                </a:solidFill>
              </a:rPr>
              <a:t> </a:t>
            </a:r>
            <a:r>
              <a:rPr lang="en-US" sz="6600" dirty="0" err="1">
                <a:solidFill>
                  <a:schemeClr val="bg1"/>
                </a:solidFill>
              </a:rPr>
              <a:t>ለእግዚአብሔር</a:t>
            </a:r>
            <a:r>
              <a:rPr lang="en-US" sz="6600" dirty="0">
                <a:solidFill>
                  <a:schemeClr val="bg1"/>
                </a:solidFill>
              </a:rPr>
              <a:t> </a:t>
            </a:r>
            <a:r>
              <a:rPr lang="en-US" sz="6600" dirty="0" err="1">
                <a:solidFill>
                  <a:schemeClr val="bg1"/>
                </a:solidFill>
              </a:rPr>
              <a:t>ስገዱ</a:t>
            </a:r>
            <a:r>
              <a:rPr lang="en-US" sz="6600" dirty="0">
                <a:solidFill>
                  <a:schemeClr val="bg1"/>
                </a:solidFill>
              </a:rPr>
              <a:t>።</a:t>
            </a:r>
          </a:p>
          <a:p>
            <a:pPr marL="0" indent="0">
              <a:buNone/>
            </a:pPr>
            <a:r>
              <a:rPr lang="en-US" sz="6600" dirty="0" err="1">
                <a:solidFill>
                  <a:srgbClr val="C00000"/>
                </a:solidFill>
              </a:rPr>
              <a:t>ይ.ሕ</a:t>
            </a:r>
            <a:r>
              <a:rPr lang="en-US" sz="6600" dirty="0">
                <a:solidFill>
                  <a:srgbClr val="C00000"/>
                </a:solidFill>
              </a:rPr>
              <a:t>. </a:t>
            </a:r>
            <a:r>
              <a:rPr lang="en-US" sz="6600" dirty="0" err="1">
                <a:solidFill>
                  <a:schemeClr val="bg1"/>
                </a:solidFill>
              </a:rPr>
              <a:t>ጌታ</a:t>
            </a:r>
            <a:r>
              <a:rPr lang="en-US" sz="6600" dirty="0">
                <a:solidFill>
                  <a:schemeClr val="bg1"/>
                </a:solidFill>
              </a:rPr>
              <a:t> </a:t>
            </a:r>
            <a:r>
              <a:rPr lang="en-US" sz="6600" dirty="0" err="1">
                <a:solidFill>
                  <a:schemeClr val="bg1"/>
                </a:solidFill>
              </a:rPr>
              <a:t>ሆይ</a:t>
            </a:r>
            <a:r>
              <a:rPr lang="en-US" sz="6600" dirty="0">
                <a:solidFill>
                  <a:schemeClr val="bg1"/>
                </a:solidFill>
              </a:rPr>
              <a:t> </a:t>
            </a:r>
            <a:r>
              <a:rPr lang="en-US" sz="6600" dirty="0" err="1">
                <a:solidFill>
                  <a:schemeClr val="bg1"/>
                </a:solidFill>
              </a:rPr>
              <a:t>በፊትህ</a:t>
            </a:r>
            <a:r>
              <a:rPr lang="en-US" sz="6600" dirty="0">
                <a:solidFill>
                  <a:schemeClr val="bg1"/>
                </a:solidFill>
              </a:rPr>
              <a:t> </a:t>
            </a:r>
            <a:r>
              <a:rPr lang="en-US" sz="6600" dirty="0" err="1">
                <a:solidFill>
                  <a:schemeClr val="bg1"/>
                </a:solidFill>
              </a:rPr>
              <a:t>እንሰግዳለን</a:t>
            </a:r>
            <a:r>
              <a:rPr lang="en-US" sz="6600" dirty="0">
                <a:solidFill>
                  <a:schemeClr val="bg1"/>
                </a:solidFill>
              </a:rPr>
              <a:t> </a:t>
            </a:r>
            <a:r>
              <a:rPr lang="en-US" sz="6600" dirty="0" err="1">
                <a:solidFill>
                  <a:schemeClr val="bg1"/>
                </a:solidFill>
              </a:rPr>
              <a:t>እናመሰግንሃለን</a:t>
            </a:r>
            <a:r>
              <a:rPr lang="en-US" sz="6600" dirty="0">
                <a:solidFill>
                  <a:schemeClr val="bg1"/>
                </a:solidFill>
              </a:rPr>
              <a:t>።</a:t>
            </a:r>
            <a:endParaRPr lang="am-ET" sz="6600" dirty="0">
              <a:solidFill>
                <a:srgbClr val="FF0000"/>
              </a:solidFill>
            </a:endParaRPr>
          </a:p>
        </p:txBody>
      </p:sp>
    </p:spTree>
    <p:extLst>
      <p:ext uri="{BB962C8B-B14F-4D97-AF65-F5344CB8AC3E}">
        <p14:creationId xmlns:p14="http://schemas.microsoft.com/office/powerpoint/2010/main" val="12105839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344399" cy="6950075"/>
          </a:xfrm>
          <a:solidFill>
            <a:schemeClr val="tx1"/>
          </a:solidFill>
        </p:spPr>
        <p:txBody>
          <a:bodyPr>
            <a:noAutofit/>
          </a:bodyPr>
          <a:lstStyle/>
          <a:p>
            <a:pPr marL="0" indent="0">
              <a:buNone/>
            </a:pPr>
            <a:r>
              <a:rPr lang="am-ET" sz="6600" dirty="0">
                <a:solidFill>
                  <a:srgbClr val="FF0000"/>
                </a:solidFill>
                <a:latin typeface="NotoSansEthiopic"/>
              </a:rPr>
              <a:t>ይ፡ዲ፦</a:t>
            </a:r>
            <a:r>
              <a:rPr lang="en-US" sz="6600" dirty="0">
                <a:solidFill>
                  <a:srgbClr val="FF0000"/>
                </a:solidFill>
                <a:latin typeface="NotoSansEthiopic"/>
              </a:rPr>
              <a:t> </a:t>
            </a:r>
            <a:r>
              <a:rPr lang="am-ET" sz="6600" dirty="0">
                <a:solidFill>
                  <a:schemeClr val="bg1"/>
                </a:solidFill>
                <a:latin typeface="NotoSansEthiopic"/>
              </a:rPr>
              <a:t>ነፅር።</a:t>
            </a:r>
          </a:p>
          <a:p>
            <a:pPr marL="0" indent="0">
              <a:buNone/>
            </a:pPr>
            <a:r>
              <a:rPr lang="am-ET" sz="6600" dirty="0">
                <a:solidFill>
                  <a:srgbClr val="FF0000"/>
                </a:solidFill>
                <a:latin typeface="NotoSansEthiopic"/>
              </a:rPr>
              <a:t>ይ፡ካ፦</a:t>
            </a:r>
            <a:r>
              <a:rPr lang="en-US" sz="6600" dirty="0">
                <a:solidFill>
                  <a:srgbClr val="FF0000"/>
                </a:solidFill>
                <a:latin typeface="NotoSansEthiopic"/>
              </a:rPr>
              <a:t> </a:t>
            </a:r>
            <a:r>
              <a:rPr lang="am-ET" sz="6600" dirty="0">
                <a:solidFill>
                  <a:schemeClr val="bg1"/>
                </a:solidFill>
                <a:latin typeface="NotoSansEthiopic"/>
              </a:rPr>
              <a:t>ቅድሳት ለቅዱሳን።</a:t>
            </a:r>
          </a:p>
          <a:p>
            <a:pPr marL="0" indent="0">
              <a:buNone/>
            </a:pPr>
            <a:r>
              <a:rPr lang="am-ET" sz="6600" dirty="0">
                <a:solidFill>
                  <a:srgbClr val="FF0000"/>
                </a:solidFill>
                <a:latin typeface="NotoSansEthiopic"/>
              </a:rPr>
              <a:t>ይ፡ሕ፦</a:t>
            </a:r>
            <a:r>
              <a:rPr lang="en-US" sz="6600" dirty="0">
                <a:solidFill>
                  <a:srgbClr val="FF0000"/>
                </a:solidFill>
                <a:latin typeface="NotoSansEthiopic"/>
              </a:rPr>
              <a:t> </a:t>
            </a:r>
            <a:r>
              <a:rPr lang="am-ET" sz="6600" dirty="0">
                <a:solidFill>
                  <a:schemeClr val="bg1"/>
                </a:solidFill>
                <a:latin typeface="NotoSansEthiopic"/>
              </a:rPr>
              <a:t>አሐዱ አብ ቅዱስ፤ አሐዱ ወልድ ቅዱስ፤</a:t>
            </a:r>
            <a:r>
              <a:rPr lang="en-US" sz="6600" dirty="0">
                <a:solidFill>
                  <a:schemeClr val="bg1"/>
                </a:solidFill>
                <a:latin typeface="NotoSansEthiopic"/>
              </a:rPr>
              <a:t> </a:t>
            </a:r>
            <a:r>
              <a:rPr lang="am-ET" sz="6600" dirty="0">
                <a:solidFill>
                  <a:schemeClr val="bg1"/>
                </a:solidFill>
                <a:latin typeface="NotoSansEthiopic"/>
              </a:rPr>
              <a:t>አሐዱ ዉእቱ መንፈስ ቅዱስ።</a:t>
            </a:r>
          </a:p>
          <a:p>
            <a:pPr marL="0" indent="0">
              <a:buNone/>
            </a:pPr>
            <a:r>
              <a:rPr lang="am-ET" sz="6600" dirty="0">
                <a:solidFill>
                  <a:srgbClr val="FF0000"/>
                </a:solidFill>
                <a:latin typeface="NotoSansEthiopic"/>
              </a:rPr>
              <a:t>ይ፡ካ፦</a:t>
            </a:r>
            <a:r>
              <a:rPr lang="en-US" sz="6600" dirty="0">
                <a:solidFill>
                  <a:srgbClr val="FF0000"/>
                </a:solidFill>
                <a:latin typeface="NotoSansEthiopic"/>
              </a:rPr>
              <a:t> </a:t>
            </a:r>
            <a:r>
              <a:rPr lang="am-ET" sz="6600" dirty="0">
                <a:solidFill>
                  <a:schemeClr val="bg1"/>
                </a:solidFill>
                <a:latin typeface="NotoSansEthiopic"/>
              </a:rPr>
              <a:t>እግዚአብሔር</a:t>
            </a:r>
            <a:r>
              <a:rPr lang="en-US" sz="6600" dirty="0">
                <a:solidFill>
                  <a:schemeClr val="bg1"/>
                </a:solidFill>
                <a:latin typeface="NotoSansEthiopic"/>
              </a:rPr>
              <a:t> </a:t>
            </a:r>
            <a:r>
              <a:rPr lang="am-ET" sz="6600" dirty="0">
                <a:solidFill>
                  <a:schemeClr val="bg1"/>
                </a:solidFill>
                <a:latin typeface="NotoSansEthiopic"/>
              </a:rPr>
              <a:t>ምስለ</a:t>
            </a:r>
            <a:r>
              <a:rPr lang="en-US" sz="6600" dirty="0">
                <a:solidFill>
                  <a:schemeClr val="bg1"/>
                </a:solidFill>
                <a:latin typeface="NotoSansEthiopic"/>
              </a:rPr>
              <a:t> </a:t>
            </a:r>
            <a:r>
              <a:rPr lang="am-ET" sz="6600" dirty="0">
                <a:solidFill>
                  <a:schemeClr val="bg1"/>
                </a:solidFill>
                <a:latin typeface="NotoSansEthiopic"/>
              </a:rPr>
              <a:t>ኵልክሙ።</a:t>
            </a:r>
          </a:p>
          <a:p>
            <a:pPr marL="0" indent="0">
              <a:buNone/>
            </a:pPr>
            <a:r>
              <a:rPr lang="am-ET" sz="6600" dirty="0">
                <a:solidFill>
                  <a:srgbClr val="FF0000"/>
                </a:solidFill>
                <a:latin typeface="NotoSansEthiopic"/>
              </a:rPr>
              <a:t>ይ፡ሕ፦</a:t>
            </a:r>
            <a:r>
              <a:rPr lang="en-US" sz="6600" dirty="0">
                <a:solidFill>
                  <a:srgbClr val="FF0000"/>
                </a:solidFill>
                <a:latin typeface="NotoSansEthiopic"/>
              </a:rPr>
              <a:t> </a:t>
            </a:r>
            <a:r>
              <a:rPr lang="am-ET" sz="6600" dirty="0">
                <a:solidFill>
                  <a:schemeClr val="bg1"/>
                </a:solidFill>
                <a:latin typeface="NotoSansEthiopic"/>
              </a:rPr>
              <a:t>ምስለ መንፈስከ።</a:t>
            </a:r>
            <a:endParaRPr lang="en-US" dirty="0">
              <a:solidFill>
                <a:schemeClr val="bg1"/>
              </a:solidFill>
            </a:endParaRPr>
          </a:p>
        </p:txBody>
      </p:sp>
    </p:spTree>
    <p:extLst>
      <p:ext uri="{BB962C8B-B14F-4D97-AF65-F5344CB8AC3E}">
        <p14:creationId xmlns:p14="http://schemas.microsoft.com/office/powerpoint/2010/main" val="25472731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C00000"/>
                </a:solidFill>
              </a:rPr>
              <a:t>ይ.</a:t>
            </a:r>
            <a:r>
              <a:rPr lang="en-US" sz="6000" dirty="0">
                <a:solidFill>
                  <a:srgbClr val="C00000"/>
                </a:solidFill>
              </a:rPr>
              <a:t>ዲ</a:t>
            </a:r>
            <a:r>
              <a:rPr lang="am-ET" sz="6000" dirty="0">
                <a:solidFill>
                  <a:srgbClr val="C00000"/>
                </a:solidFill>
              </a:rPr>
              <a:t>. </a:t>
            </a:r>
            <a:r>
              <a:rPr lang="en-US" sz="6000" dirty="0" err="1">
                <a:solidFill>
                  <a:schemeClr val="bg1"/>
                </a:solidFill>
              </a:rPr>
              <a:t>ተመልከት</a:t>
            </a:r>
            <a:r>
              <a:rPr lang="en-US" sz="6000" dirty="0">
                <a:solidFill>
                  <a:schemeClr val="bg1"/>
                </a:solidFill>
              </a:rPr>
              <a:t>።</a:t>
            </a:r>
          </a:p>
          <a:p>
            <a:pPr marL="0" indent="0">
              <a:buNone/>
            </a:pPr>
            <a:r>
              <a:rPr lang="en-US" sz="6000" dirty="0" err="1">
                <a:solidFill>
                  <a:srgbClr val="C00000"/>
                </a:solidFill>
              </a:rPr>
              <a:t>ይ.ካ</a:t>
            </a:r>
            <a:r>
              <a:rPr lang="en-US" sz="6000" dirty="0">
                <a:solidFill>
                  <a:srgbClr val="C00000"/>
                </a:solidFill>
              </a:rPr>
              <a:t>. </a:t>
            </a:r>
            <a:r>
              <a:rPr lang="en-US" sz="6000" dirty="0" err="1">
                <a:solidFill>
                  <a:schemeClr val="bg1"/>
                </a:solidFill>
              </a:rPr>
              <a:t>የተቀደሰ</a:t>
            </a:r>
            <a:r>
              <a:rPr lang="en-US" sz="6000" dirty="0">
                <a:solidFill>
                  <a:schemeClr val="bg1"/>
                </a:solidFill>
              </a:rPr>
              <a:t> </a:t>
            </a:r>
            <a:r>
              <a:rPr lang="en-US" sz="6000" dirty="0" err="1">
                <a:solidFill>
                  <a:schemeClr val="bg1"/>
                </a:solidFill>
              </a:rPr>
              <a:t>ነገር</a:t>
            </a:r>
            <a:r>
              <a:rPr lang="en-US" sz="6000" dirty="0">
                <a:solidFill>
                  <a:schemeClr val="bg1"/>
                </a:solidFill>
              </a:rPr>
              <a:t> </a:t>
            </a:r>
            <a:r>
              <a:rPr lang="en-US" sz="6000" dirty="0" err="1">
                <a:solidFill>
                  <a:schemeClr val="bg1"/>
                </a:solidFill>
              </a:rPr>
              <a:t>ለቅዱሳን</a:t>
            </a:r>
            <a:r>
              <a:rPr lang="en-US" sz="6000" dirty="0">
                <a:solidFill>
                  <a:schemeClr val="bg1"/>
                </a:solidFill>
              </a:rPr>
              <a:t> </a:t>
            </a:r>
            <a:r>
              <a:rPr lang="en-US" sz="6000" dirty="0" err="1">
                <a:solidFill>
                  <a:schemeClr val="bg1"/>
                </a:solidFill>
              </a:rPr>
              <a:t>ነው</a:t>
            </a:r>
            <a:r>
              <a:rPr lang="en-US" sz="6000" dirty="0">
                <a:solidFill>
                  <a:schemeClr val="bg1"/>
                </a:solidFill>
              </a:rPr>
              <a:t>።</a:t>
            </a:r>
          </a:p>
          <a:p>
            <a:pPr marL="0" indent="0">
              <a:buNone/>
            </a:pPr>
            <a:r>
              <a:rPr lang="en-US" sz="6000" dirty="0" err="1">
                <a:solidFill>
                  <a:srgbClr val="C00000"/>
                </a:solidFill>
              </a:rPr>
              <a:t>ይ.ሕ</a:t>
            </a:r>
            <a:r>
              <a:rPr lang="en-US" sz="6000" dirty="0">
                <a:solidFill>
                  <a:srgbClr val="C00000"/>
                </a:solidFill>
              </a:rPr>
              <a:t>. </a:t>
            </a:r>
            <a:r>
              <a:rPr lang="en-US" sz="6000" dirty="0" err="1">
                <a:solidFill>
                  <a:schemeClr val="bg1"/>
                </a:solidFill>
              </a:rPr>
              <a:t>አንዱ</a:t>
            </a:r>
            <a:r>
              <a:rPr lang="en-US" sz="6000" dirty="0">
                <a:solidFill>
                  <a:schemeClr val="bg1"/>
                </a:solidFill>
              </a:rPr>
              <a:t> </a:t>
            </a:r>
            <a:r>
              <a:rPr lang="en-US" sz="6000" dirty="0" err="1">
                <a:solidFill>
                  <a:schemeClr val="bg1"/>
                </a:solidFill>
              </a:rPr>
              <a:t>አብ</a:t>
            </a:r>
            <a:r>
              <a:rPr lang="en-US" sz="6000" dirty="0">
                <a:solidFill>
                  <a:schemeClr val="bg1"/>
                </a:solidFill>
              </a:rPr>
              <a:t> </a:t>
            </a:r>
            <a:r>
              <a:rPr lang="en-US" sz="6000" dirty="0" err="1">
                <a:solidFill>
                  <a:schemeClr val="bg1"/>
                </a:solidFill>
              </a:rPr>
              <a:t>ቅዱስ</a:t>
            </a:r>
            <a:r>
              <a:rPr lang="en-US" sz="6000" dirty="0">
                <a:solidFill>
                  <a:schemeClr val="bg1"/>
                </a:solidFill>
              </a:rPr>
              <a:t> </a:t>
            </a:r>
            <a:r>
              <a:rPr lang="en-US" sz="6000" dirty="0" err="1">
                <a:solidFill>
                  <a:schemeClr val="bg1"/>
                </a:solidFill>
              </a:rPr>
              <a:t>ነው</a:t>
            </a:r>
            <a:r>
              <a:rPr lang="en-US" sz="6000" dirty="0">
                <a:solidFill>
                  <a:schemeClr val="bg1"/>
                </a:solidFill>
              </a:rPr>
              <a:t> </a:t>
            </a:r>
            <a:r>
              <a:rPr lang="en-US" sz="6000" dirty="0" err="1">
                <a:solidFill>
                  <a:schemeClr val="bg1"/>
                </a:solidFill>
              </a:rPr>
              <a:t>አንዱ</a:t>
            </a:r>
            <a:r>
              <a:rPr lang="en-US" sz="6000" dirty="0">
                <a:solidFill>
                  <a:schemeClr val="bg1"/>
                </a:solidFill>
              </a:rPr>
              <a:t> </a:t>
            </a:r>
            <a:r>
              <a:rPr lang="en-US" sz="6000" dirty="0" err="1">
                <a:solidFill>
                  <a:schemeClr val="bg1"/>
                </a:solidFill>
              </a:rPr>
              <a:t>ወልድ</a:t>
            </a:r>
            <a:r>
              <a:rPr lang="en-US" sz="6000" dirty="0">
                <a:solidFill>
                  <a:schemeClr val="bg1"/>
                </a:solidFill>
              </a:rPr>
              <a:t> </a:t>
            </a:r>
            <a:r>
              <a:rPr lang="en-US" sz="6000" dirty="0" err="1">
                <a:solidFill>
                  <a:schemeClr val="bg1"/>
                </a:solidFill>
              </a:rPr>
              <a:t>ቅዱስ</a:t>
            </a:r>
            <a:r>
              <a:rPr lang="en-US" sz="6000" dirty="0">
                <a:solidFill>
                  <a:schemeClr val="bg1"/>
                </a:solidFill>
              </a:rPr>
              <a:t> </a:t>
            </a:r>
            <a:r>
              <a:rPr lang="en-US" sz="6000" dirty="0" err="1">
                <a:solidFill>
                  <a:schemeClr val="bg1"/>
                </a:solidFill>
              </a:rPr>
              <a:t>ነው</a:t>
            </a:r>
            <a:r>
              <a:rPr lang="en-US" sz="6000" dirty="0">
                <a:solidFill>
                  <a:schemeClr val="bg1"/>
                </a:solidFill>
              </a:rPr>
              <a:t> </a:t>
            </a:r>
            <a:r>
              <a:rPr lang="en-US" sz="6000" dirty="0" err="1">
                <a:solidFill>
                  <a:schemeClr val="bg1"/>
                </a:solidFill>
              </a:rPr>
              <a:t>አንዱ</a:t>
            </a:r>
            <a:r>
              <a:rPr lang="en-US" sz="6000" dirty="0">
                <a:solidFill>
                  <a:schemeClr val="bg1"/>
                </a:solidFill>
              </a:rPr>
              <a:t> </a:t>
            </a:r>
            <a:r>
              <a:rPr lang="en-US" sz="6000" dirty="0" err="1">
                <a:solidFill>
                  <a:schemeClr val="bg1"/>
                </a:solidFill>
              </a:rPr>
              <a:t>መንፈስ</a:t>
            </a:r>
            <a:r>
              <a:rPr lang="en-US" sz="6000" dirty="0">
                <a:solidFill>
                  <a:schemeClr val="bg1"/>
                </a:solidFill>
              </a:rPr>
              <a:t> </a:t>
            </a:r>
            <a:r>
              <a:rPr lang="en-US" sz="6000" dirty="0" err="1">
                <a:solidFill>
                  <a:schemeClr val="bg1"/>
                </a:solidFill>
              </a:rPr>
              <a:t>ቅዱስም</a:t>
            </a:r>
            <a:r>
              <a:rPr lang="en-US" sz="6000" dirty="0">
                <a:solidFill>
                  <a:schemeClr val="bg1"/>
                </a:solidFill>
              </a:rPr>
              <a:t> </a:t>
            </a:r>
            <a:r>
              <a:rPr lang="en-US" sz="6000" dirty="0" err="1">
                <a:solidFill>
                  <a:schemeClr val="bg1"/>
                </a:solidFill>
              </a:rPr>
              <a:t>ቅዱስ</a:t>
            </a:r>
            <a:r>
              <a:rPr lang="en-US" sz="6000" dirty="0">
                <a:solidFill>
                  <a:schemeClr val="bg1"/>
                </a:solidFill>
              </a:rPr>
              <a:t> </a:t>
            </a:r>
            <a:r>
              <a:rPr lang="en-US" sz="6000" dirty="0" err="1">
                <a:solidFill>
                  <a:schemeClr val="bg1"/>
                </a:solidFill>
              </a:rPr>
              <a:t>ነው</a:t>
            </a:r>
            <a:r>
              <a:rPr lang="en-US" sz="6000" dirty="0">
                <a:solidFill>
                  <a:schemeClr val="bg1"/>
                </a:solidFill>
              </a:rPr>
              <a:t>።</a:t>
            </a:r>
          </a:p>
          <a:p>
            <a:pPr marL="0" indent="0">
              <a:buNone/>
            </a:pPr>
            <a:r>
              <a:rPr lang="en-US" sz="6000" dirty="0" err="1">
                <a:solidFill>
                  <a:srgbClr val="C00000"/>
                </a:solidFill>
              </a:rPr>
              <a:t>ይ.ካ</a:t>
            </a:r>
            <a:r>
              <a:rPr lang="en-US" sz="6000" dirty="0">
                <a:solidFill>
                  <a:srgbClr val="C00000"/>
                </a:solidFill>
              </a:rPr>
              <a:t>. </a:t>
            </a:r>
            <a:r>
              <a:rPr lang="en-US" sz="6000" dirty="0" err="1">
                <a:solidFill>
                  <a:schemeClr val="bg1"/>
                </a:solidFill>
              </a:rPr>
              <a:t>እግዚአብሔር</a:t>
            </a:r>
            <a:r>
              <a:rPr lang="en-US" sz="6000" dirty="0">
                <a:solidFill>
                  <a:schemeClr val="bg1"/>
                </a:solidFill>
              </a:rPr>
              <a:t> </a:t>
            </a:r>
            <a:r>
              <a:rPr lang="en-US" sz="6000" dirty="0" err="1">
                <a:solidFill>
                  <a:schemeClr val="bg1"/>
                </a:solidFill>
              </a:rPr>
              <a:t>ከሁላችሁ</a:t>
            </a:r>
            <a:r>
              <a:rPr lang="en-US" sz="6000" dirty="0">
                <a:solidFill>
                  <a:schemeClr val="bg1"/>
                </a:solidFill>
              </a:rPr>
              <a:t> </a:t>
            </a:r>
            <a:r>
              <a:rPr lang="en-US" sz="6000" dirty="0" err="1">
                <a:solidFill>
                  <a:schemeClr val="bg1"/>
                </a:solidFill>
              </a:rPr>
              <a:t>ጋር</a:t>
            </a:r>
            <a:r>
              <a:rPr lang="en-US" sz="6000" dirty="0">
                <a:solidFill>
                  <a:schemeClr val="bg1"/>
                </a:solidFill>
              </a:rPr>
              <a:t> </a:t>
            </a:r>
            <a:r>
              <a:rPr lang="en-US" sz="6000" dirty="0" err="1">
                <a:solidFill>
                  <a:schemeClr val="bg1"/>
                </a:solidFill>
              </a:rPr>
              <a:t>ይሁን</a:t>
            </a:r>
            <a:r>
              <a:rPr lang="en-US" sz="6000" dirty="0">
                <a:solidFill>
                  <a:schemeClr val="bg1"/>
                </a:solidFill>
              </a:rPr>
              <a:t>።</a:t>
            </a:r>
          </a:p>
          <a:p>
            <a:pPr marL="0" indent="0">
              <a:buNone/>
            </a:pPr>
            <a:r>
              <a:rPr lang="en-US" sz="6000" dirty="0" err="1">
                <a:solidFill>
                  <a:srgbClr val="C00000"/>
                </a:solidFill>
              </a:rPr>
              <a:t>ይ.ሕ</a:t>
            </a:r>
            <a:r>
              <a:rPr lang="en-US" sz="6000" dirty="0">
                <a:solidFill>
                  <a:srgbClr val="C00000"/>
                </a:solidFill>
              </a:rPr>
              <a:t>. </a:t>
            </a:r>
            <a:r>
              <a:rPr lang="en-US" sz="6000" dirty="0" err="1">
                <a:solidFill>
                  <a:schemeClr val="bg1"/>
                </a:solidFill>
              </a:rPr>
              <a:t>ከመንፈስህም</a:t>
            </a:r>
            <a:r>
              <a:rPr lang="en-US" sz="6000" dirty="0">
                <a:solidFill>
                  <a:schemeClr val="bg1"/>
                </a:solidFill>
              </a:rPr>
              <a:t> </a:t>
            </a:r>
            <a:r>
              <a:rPr lang="en-US" sz="6000" dirty="0" err="1">
                <a:solidFill>
                  <a:schemeClr val="bg1"/>
                </a:solidFill>
              </a:rPr>
              <a:t>ጋር</a:t>
            </a:r>
            <a:r>
              <a:rPr lang="en-US" sz="6000" dirty="0">
                <a:solidFill>
                  <a:schemeClr val="bg1"/>
                </a:solidFill>
              </a:rPr>
              <a:t>።</a:t>
            </a:r>
            <a:endParaRPr lang="am-ET" sz="6000" dirty="0">
              <a:solidFill>
                <a:srgbClr val="FF0000"/>
              </a:solidFill>
            </a:endParaRPr>
          </a:p>
        </p:txBody>
      </p:sp>
    </p:spTree>
    <p:extLst>
      <p:ext uri="{BB962C8B-B14F-4D97-AF65-F5344CB8AC3E}">
        <p14:creationId xmlns:p14="http://schemas.microsoft.com/office/powerpoint/2010/main" val="1188555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185340"/>
            <a:ext cx="11980517" cy="6661008"/>
          </a:xfrm>
        </p:spPr>
        <p:txBody>
          <a:bodyPr>
            <a:normAutofit fontScale="92500" lnSpcReduction="10000"/>
          </a:bodyPr>
          <a:lstStyle/>
          <a:p>
            <a:pPr marL="0" indent="0">
              <a:lnSpc>
                <a:spcPct val="120000"/>
              </a:lnSpc>
              <a:buNone/>
            </a:pPr>
            <a:endParaRPr lang="en-US" sz="9600" dirty="0">
              <a:latin typeface="NotoSansEthiopic"/>
            </a:endParaRPr>
          </a:p>
          <a:p>
            <a:pPr marL="0" indent="0">
              <a:lnSpc>
                <a:spcPct val="120000"/>
              </a:lnSpc>
              <a:buNone/>
            </a:pPr>
            <a:r>
              <a:rPr lang="am-ET" sz="9600" dirty="0">
                <a:solidFill>
                  <a:srgbClr val="FF0000"/>
                </a:solidFill>
                <a:latin typeface="NotoSansEthiopic"/>
              </a:rPr>
              <a:t>ይ፡ካ፦</a:t>
            </a:r>
            <a:r>
              <a:rPr lang="en-US" sz="9600" dirty="0" err="1">
                <a:solidFill>
                  <a:schemeClr val="bg1"/>
                </a:solidFill>
                <a:latin typeface="NotoSansEthiopic"/>
              </a:rPr>
              <a:t>እግዚኦ</a:t>
            </a:r>
            <a:r>
              <a:rPr lang="en-US" sz="9600" dirty="0">
                <a:solidFill>
                  <a:schemeClr val="bg1"/>
                </a:solidFill>
                <a:latin typeface="NotoSansEthiopic"/>
              </a:rPr>
              <a:t> </a:t>
            </a:r>
            <a:r>
              <a:rPr lang="en-US" sz="9600" dirty="0" err="1">
                <a:solidFill>
                  <a:schemeClr val="bg1"/>
                </a:solidFill>
                <a:latin typeface="NotoSansEthiopic"/>
              </a:rPr>
              <a:t>መሐረነ</a:t>
            </a:r>
            <a:r>
              <a:rPr lang="en-US" sz="9600" dirty="0">
                <a:solidFill>
                  <a:schemeClr val="bg1"/>
                </a:solidFill>
                <a:latin typeface="NotoSansEthiopic"/>
              </a:rPr>
              <a:t> </a:t>
            </a:r>
            <a:r>
              <a:rPr lang="en-US" sz="9600" dirty="0" err="1">
                <a:solidFill>
                  <a:schemeClr val="bg1"/>
                </a:solidFill>
                <a:latin typeface="NotoSansEthiopic"/>
              </a:rPr>
              <a:t>ክርስቶስ</a:t>
            </a:r>
            <a:r>
              <a:rPr lang="en-US" sz="9600" dirty="0">
                <a:solidFill>
                  <a:schemeClr val="bg1"/>
                </a:solidFill>
                <a:latin typeface="NotoSansEthiopic"/>
              </a:rPr>
              <a:t>።</a:t>
            </a:r>
            <a:endParaRPr lang="am-ET" sz="9600" dirty="0">
              <a:solidFill>
                <a:schemeClr val="bg1"/>
              </a:solidFill>
              <a:latin typeface="NotoSansEthiopic"/>
            </a:endParaRPr>
          </a:p>
          <a:p>
            <a:pPr marL="0" indent="0">
              <a:lnSpc>
                <a:spcPct val="120000"/>
              </a:lnSpc>
              <a:buNone/>
            </a:pPr>
            <a:r>
              <a:rPr lang="am-ET" sz="9600" dirty="0">
                <a:solidFill>
                  <a:srgbClr val="FF0000"/>
                </a:solidFill>
                <a:latin typeface="NotoSansEthiopic"/>
              </a:rPr>
              <a:t>ይ፡ሕ፦</a:t>
            </a:r>
            <a:r>
              <a:rPr lang="en-US" sz="9600" dirty="0">
                <a:solidFill>
                  <a:srgbClr val="FF0000"/>
                </a:solidFill>
                <a:latin typeface="NotoSansEthiopic"/>
              </a:rPr>
              <a:t> </a:t>
            </a:r>
            <a:r>
              <a:rPr lang="en-US" sz="9600" dirty="0" err="1">
                <a:solidFill>
                  <a:schemeClr val="bg1"/>
                </a:solidFill>
                <a:latin typeface="NotoSansEthiopic"/>
              </a:rPr>
              <a:t>እግዚኦ</a:t>
            </a:r>
            <a:r>
              <a:rPr lang="en-US" sz="9600" dirty="0">
                <a:solidFill>
                  <a:schemeClr val="bg1"/>
                </a:solidFill>
                <a:latin typeface="NotoSansEthiopic"/>
              </a:rPr>
              <a:t> </a:t>
            </a:r>
            <a:r>
              <a:rPr lang="en-US" sz="9600" dirty="0" err="1">
                <a:solidFill>
                  <a:schemeClr val="bg1"/>
                </a:solidFill>
                <a:latin typeface="NotoSansEthiopic"/>
              </a:rPr>
              <a:t>መሐረነ</a:t>
            </a:r>
            <a:r>
              <a:rPr lang="en-US" sz="9600" dirty="0">
                <a:solidFill>
                  <a:schemeClr val="bg1"/>
                </a:solidFill>
                <a:latin typeface="NotoSansEthiopic"/>
              </a:rPr>
              <a:t> </a:t>
            </a:r>
            <a:r>
              <a:rPr lang="en-US" sz="9600" dirty="0" err="1">
                <a:solidFill>
                  <a:schemeClr val="bg1"/>
                </a:solidFill>
                <a:latin typeface="NotoSansEthiopic"/>
              </a:rPr>
              <a:t>ክርስቶስ</a:t>
            </a:r>
            <a:r>
              <a:rPr lang="en-US" sz="9600" dirty="0">
                <a:solidFill>
                  <a:schemeClr val="bg1"/>
                </a:solidFill>
                <a:latin typeface="NotoSansEthiopic"/>
              </a:rPr>
              <a:t>።</a:t>
            </a:r>
            <a:endParaRPr lang="am-ET" sz="9600" dirty="0">
              <a:solidFill>
                <a:schemeClr val="bg1"/>
              </a:solidFill>
              <a:latin typeface="NotoSansEthiopic"/>
            </a:endParaRPr>
          </a:p>
        </p:txBody>
      </p:sp>
    </p:spTree>
    <p:extLst>
      <p:ext uri="{BB962C8B-B14F-4D97-AF65-F5344CB8AC3E}">
        <p14:creationId xmlns:p14="http://schemas.microsoft.com/office/powerpoint/2010/main" val="31124991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6000" dirty="0">
                <a:solidFill>
                  <a:srgbClr val="FF0000"/>
                </a:solidFill>
              </a:rPr>
              <a:t>ይ.</a:t>
            </a:r>
            <a:r>
              <a:rPr lang="en-US" sz="6000" dirty="0">
                <a:solidFill>
                  <a:srgbClr val="FF0000"/>
                </a:solidFill>
              </a:rPr>
              <a:t>ዲ</a:t>
            </a:r>
            <a:r>
              <a:rPr lang="am-ET" sz="6000" dirty="0">
                <a:solidFill>
                  <a:srgbClr val="FF0000"/>
                </a:solidFill>
              </a:rPr>
              <a:t>. </a:t>
            </a:r>
            <a:r>
              <a:rPr lang="en-US" sz="6000" dirty="0" err="1">
                <a:solidFill>
                  <a:schemeClr val="bg1"/>
                </a:solidFill>
              </a:rPr>
              <a:t>በንሰሐ</a:t>
            </a:r>
            <a:r>
              <a:rPr lang="en-US" sz="6000" dirty="0">
                <a:solidFill>
                  <a:schemeClr val="bg1"/>
                </a:solidFill>
              </a:rPr>
              <a:t> </a:t>
            </a:r>
            <a:r>
              <a:rPr lang="en-US" sz="6000" dirty="0" err="1">
                <a:solidFill>
                  <a:schemeClr val="bg1"/>
                </a:solidFill>
              </a:rPr>
              <a:t>ላይ</a:t>
            </a:r>
            <a:r>
              <a:rPr lang="en-US" sz="6000" dirty="0">
                <a:solidFill>
                  <a:schemeClr val="bg1"/>
                </a:solidFill>
              </a:rPr>
              <a:t> </a:t>
            </a:r>
            <a:r>
              <a:rPr lang="en-US" sz="6000" dirty="0" err="1">
                <a:solidFill>
                  <a:schemeClr val="bg1"/>
                </a:solidFill>
              </a:rPr>
              <a:t>ያላችሁ</a:t>
            </a:r>
            <a:r>
              <a:rPr lang="en-US" sz="6000" dirty="0">
                <a:solidFill>
                  <a:schemeClr val="bg1"/>
                </a:solidFill>
              </a:rPr>
              <a:t> </a:t>
            </a:r>
            <a:r>
              <a:rPr lang="en-US" sz="6000" dirty="0" err="1">
                <a:solidFill>
                  <a:schemeClr val="bg1"/>
                </a:solidFill>
              </a:rPr>
              <a:t>ራሳችሁን</a:t>
            </a:r>
            <a:r>
              <a:rPr lang="en-US" sz="6000" dirty="0">
                <a:solidFill>
                  <a:schemeClr val="bg1"/>
                </a:solidFill>
              </a:rPr>
              <a:t> </a:t>
            </a:r>
            <a:r>
              <a:rPr lang="en-US" sz="6000" dirty="0" err="1">
                <a:solidFill>
                  <a:schemeClr val="bg1"/>
                </a:solidFill>
              </a:rPr>
              <a:t>ዝቅ</a:t>
            </a:r>
            <a:r>
              <a:rPr lang="en-US" sz="6000" dirty="0">
                <a:solidFill>
                  <a:schemeClr val="bg1"/>
                </a:solidFill>
              </a:rPr>
              <a:t> </a:t>
            </a:r>
            <a:r>
              <a:rPr lang="en-US" sz="6000" dirty="0" err="1">
                <a:solidFill>
                  <a:schemeClr val="bg1"/>
                </a:solidFill>
              </a:rPr>
              <a:t>አድርጉ</a:t>
            </a:r>
            <a:r>
              <a:rPr lang="en-US" sz="6000" dirty="0">
                <a:solidFill>
                  <a:schemeClr val="bg1"/>
                </a:solidFill>
              </a:rPr>
              <a:t>።</a:t>
            </a:r>
          </a:p>
          <a:p>
            <a:pPr marL="0" indent="0">
              <a:buNone/>
            </a:pPr>
            <a:r>
              <a:rPr lang="am-ET" sz="6000" dirty="0">
                <a:solidFill>
                  <a:srgbClr val="FF0000"/>
                </a:solidFill>
              </a:rPr>
              <a:t>ይ.ዲ. </a:t>
            </a:r>
            <a:r>
              <a:rPr lang="am-ET" sz="6000" dirty="0">
                <a:solidFill>
                  <a:schemeClr val="bg1"/>
                </a:solidFill>
              </a:rPr>
              <a:t>ለጸሎት ተነሡ፡፡</a:t>
            </a:r>
          </a:p>
          <a:p>
            <a:pPr marL="0" indent="0">
              <a:buNone/>
            </a:pPr>
            <a:r>
              <a:rPr lang="am-ET" sz="6000" dirty="0">
                <a:solidFill>
                  <a:srgbClr val="FF0000"/>
                </a:solidFill>
              </a:rPr>
              <a:t>ይ.ሕ. </a:t>
            </a:r>
            <a:r>
              <a:rPr lang="am-ET" sz="6000" dirty="0">
                <a:solidFill>
                  <a:schemeClr val="bg1"/>
                </a:solidFill>
              </a:rPr>
              <a:t>ጌታ ሆይ ይቅር በለን፡፡</a:t>
            </a:r>
          </a:p>
          <a:p>
            <a:pPr marL="0" indent="0">
              <a:buNone/>
            </a:pPr>
            <a:r>
              <a:rPr lang="am-ET" sz="6000" dirty="0">
                <a:solidFill>
                  <a:srgbClr val="FF0000"/>
                </a:solidFill>
              </a:rPr>
              <a:t>ይ.ካ. </a:t>
            </a:r>
            <a:r>
              <a:rPr lang="am-ET" sz="6000" dirty="0">
                <a:solidFill>
                  <a:schemeClr val="bg1"/>
                </a:solidFill>
              </a:rPr>
              <a:t>ሰላም ለሁላችሁ ይሁን፡፡</a:t>
            </a:r>
            <a:endParaRPr lang="en-US" sz="6000" dirty="0">
              <a:solidFill>
                <a:schemeClr val="bg1"/>
              </a:solidFill>
            </a:endParaRPr>
          </a:p>
          <a:p>
            <a:pPr marL="0" indent="0">
              <a:buNone/>
            </a:pPr>
            <a:r>
              <a:rPr lang="am-ET" sz="6000" dirty="0">
                <a:solidFill>
                  <a:srgbClr val="FF0000"/>
                </a:solidFill>
              </a:rPr>
              <a:t>ይ.ሕ. </a:t>
            </a:r>
            <a:r>
              <a:rPr lang="am-ET" sz="6000" dirty="0">
                <a:solidFill>
                  <a:schemeClr val="bg1"/>
                </a:solidFill>
              </a:rPr>
              <a:t>ከመንፈስህም ጋር፡፡</a:t>
            </a:r>
          </a:p>
        </p:txBody>
      </p:sp>
    </p:spTree>
    <p:extLst>
      <p:ext uri="{BB962C8B-B14F-4D97-AF65-F5344CB8AC3E}">
        <p14:creationId xmlns:p14="http://schemas.microsoft.com/office/powerpoint/2010/main" val="2269480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 y="-1"/>
            <a:ext cx="12344400" cy="6950075"/>
          </a:xfrm>
        </p:spPr>
        <p:txBody>
          <a:bodyPr>
            <a:noAutofit/>
          </a:bodyPr>
          <a:lstStyle/>
          <a:p>
            <a:pPr marL="0" indent="0">
              <a:buNone/>
            </a:pPr>
            <a:r>
              <a:rPr lang="am-ET" sz="6300" b="0" i="0" dirty="0">
                <a:solidFill>
                  <a:srgbClr val="C00000"/>
                </a:solidFill>
                <a:effectLst/>
                <a:latin typeface="NotoSansEthiopic"/>
              </a:rPr>
              <a:t>ይ፡ሕ</a:t>
            </a:r>
            <a:r>
              <a:rPr lang="en-US" sz="6300" dirty="0">
                <a:solidFill>
                  <a:srgbClr val="C00000"/>
                </a:solidFill>
                <a:latin typeface="NotoSansEthiopic"/>
              </a:rPr>
              <a:t>.</a:t>
            </a:r>
            <a:r>
              <a:rPr lang="am-ET" sz="6300" b="0" i="0" dirty="0">
                <a:solidFill>
                  <a:schemeClr val="bg1"/>
                </a:solidFill>
                <a:effectLst/>
                <a:latin typeface="NotoSansEthiopic"/>
              </a:rPr>
              <a:t>ጌታ ኢየሱስ ክርስቶስ ሆይ ስላስቆጣሁና ስላሳዘንኵህ</a:t>
            </a:r>
            <a:r>
              <a:rPr lang="en-US" sz="6300" b="0" i="0" dirty="0">
                <a:solidFill>
                  <a:schemeClr val="bg1"/>
                </a:solidFill>
                <a:effectLst/>
                <a:latin typeface="NotoSansEthiopic"/>
              </a:rPr>
              <a:t> </a:t>
            </a:r>
            <a:r>
              <a:rPr lang="am-ET" sz="6300" b="0" i="0" dirty="0">
                <a:solidFill>
                  <a:schemeClr val="bg1"/>
                </a:solidFill>
                <a:effectLst/>
                <a:latin typeface="NotoSansEthiopic"/>
              </a:rPr>
              <a:t>በፊትህም ክፋት ስለሠራሁ በአርአያህና በአምሳልህ የፈጠርከውን</a:t>
            </a:r>
            <a:r>
              <a:rPr lang="en-US" sz="6300" b="0" i="0" dirty="0">
                <a:solidFill>
                  <a:schemeClr val="bg1"/>
                </a:solidFill>
                <a:effectLst/>
                <a:latin typeface="NotoSansEthiopic"/>
              </a:rPr>
              <a:t> </a:t>
            </a:r>
            <a:r>
              <a:rPr lang="am-ET" sz="6300" b="0" i="0" dirty="0">
                <a:solidFill>
                  <a:schemeClr val="bg1"/>
                </a:solidFill>
                <a:effectLst/>
                <a:latin typeface="NotoSansEthiopic"/>
              </a:rPr>
              <a:t>ነፍሴንና ሥጋዬን ትዛዝህን በማፍረስ ስላረከስኩ ምንም ደግ ስራም</a:t>
            </a:r>
            <a:r>
              <a:rPr lang="en-US" sz="6300" b="0" i="0" dirty="0">
                <a:solidFill>
                  <a:schemeClr val="bg1"/>
                </a:solidFill>
                <a:effectLst/>
                <a:latin typeface="NotoSansEthiopic"/>
              </a:rPr>
              <a:t> </a:t>
            </a:r>
            <a:r>
              <a:rPr lang="am-ET" sz="6300" b="0" i="0" dirty="0">
                <a:solidFill>
                  <a:schemeClr val="bg1"/>
                </a:solidFill>
                <a:effectLst/>
                <a:latin typeface="NotoSansEthiopic"/>
              </a:rPr>
              <a:t>ስለሌለኝ ወደ ረከሰችው ቤቴ ትገባ ዘንድ አይገባኝም።</a:t>
            </a:r>
            <a:endParaRPr lang="en-US" sz="6300" dirty="0">
              <a:solidFill>
                <a:schemeClr val="bg1"/>
              </a:solidFill>
            </a:endParaRPr>
          </a:p>
        </p:txBody>
      </p:sp>
    </p:spTree>
    <p:extLst>
      <p:ext uri="{BB962C8B-B14F-4D97-AF65-F5344CB8AC3E}">
        <p14:creationId xmlns:p14="http://schemas.microsoft.com/office/powerpoint/2010/main" val="32090545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96818"/>
            <a:ext cx="12344399" cy="6749526"/>
          </a:xfrm>
        </p:spPr>
        <p:txBody>
          <a:bodyPr>
            <a:noAutofit/>
          </a:bodyPr>
          <a:lstStyle/>
          <a:p>
            <a:pPr marL="0" indent="0">
              <a:buNone/>
            </a:pPr>
            <a:r>
              <a:rPr lang="am-ET" sz="6000" b="0" i="0" dirty="0">
                <a:solidFill>
                  <a:schemeClr val="bg1"/>
                </a:solidFill>
                <a:effectLst/>
                <a:latin typeface="NotoSansEthiopic"/>
              </a:rPr>
              <a:t>ነገር ግን</a:t>
            </a:r>
            <a:r>
              <a:rPr lang="en-US" sz="6000" b="0" i="0" dirty="0">
                <a:solidFill>
                  <a:schemeClr val="bg1"/>
                </a:solidFill>
                <a:effectLst/>
                <a:latin typeface="NotoSansEthiopic"/>
              </a:rPr>
              <a:t> </a:t>
            </a:r>
            <a:r>
              <a:rPr lang="am-ET" sz="6000" b="0" i="0" dirty="0">
                <a:solidFill>
                  <a:schemeClr val="bg1"/>
                </a:solidFill>
                <a:effectLst/>
                <a:latin typeface="NotoSansEthiopic"/>
              </a:rPr>
              <a:t>ስለ ጥበበኛው ሥራህና እኔን ለማዳን ሰው ስለመሆንህ ስለ ክቡር</a:t>
            </a:r>
            <a:r>
              <a:rPr lang="en-US" sz="6000" b="0" i="0" dirty="0">
                <a:solidFill>
                  <a:schemeClr val="bg1"/>
                </a:solidFill>
                <a:effectLst/>
                <a:latin typeface="NotoSansEthiopic"/>
              </a:rPr>
              <a:t> </a:t>
            </a:r>
            <a:r>
              <a:rPr lang="am-ET" sz="6000" b="0" i="0" dirty="0">
                <a:solidFill>
                  <a:schemeClr val="bg1"/>
                </a:solidFill>
                <a:effectLst/>
                <a:latin typeface="NotoSansEthiopic"/>
              </a:rPr>
              <a:t>መስቀልህና ሕይወት ሰጭ ስለሆነችው ሞትህ በሦስተኛው ቀን</a:t>
            </a:r>
            <a:r>
              <a:rPr lang="en-US" sz="6000" b="0" i="0" dirty="0">
                <a:solidFill>
                  <a:schemeClr val="bg1"/>
                </a:solidFill>
                <a:effectLst/>
                <a:latin typeface="NotoSansEthiopic"/>
              </a:rPr>
              <a:t> </a:t>
            </a:r>
            <a:r>
              <a:rPr lang="am-ET" sz="6000" b="0" i="0" dirty="0">
                <a:solidFill>
                  <a:schemeClr val="bg1"/>
                </a:solidFill>
                <a:effectLst/>
                <a:latin typeface="NotoSansEthiopic"/>
              </a:rPr>
              <a:t>ከሙታን መነሳትህ ጌታዬ ሆይ ከበደልና ከርግማን ሁሉ ከኃ</a:t>
            </a:r>
            <a:r>
              <a:rPr lang="en-US" sz="6000" dirty="0" err="1">
                <a:solidFill>
                  <a:schemeClr val="bg1"/>
                </a:solidFill>
                <a:latin typeface="NotoSansEthiopic"/>
              </a:rPr>
              <a:t>ጢአት</a:t>
            </a:r>
            <a:r>
              <a:rPr lang="en-US" sz="6000" b="0" i="0" dirty="0">
                <a:solidFill>
                  <a:schemeClr val="bg1"/>
                </a:solidFill>
                <a:effectLst/>
                <a:latin typeface="NotoSansEthiopic"/>
              </a:rPr>
              <a:t> ር</a:t>
            </a:r>
            <a:r>
              <a:rPr lang="am-ET" sz="6000" b="0" i="0" dirty="0">
                <a:solidFill>
                  <a:schemeClr val="bg1"/>
                </a:solidFill>
                <a:effectLst/>
                <a:latin typeface="NotoSansEthiopic"/>
              </a:rPr>
              <a:t>ክ</a:t>
            </a:r>
            <a:r>
              <a:rPr lang="en-US" sz="6000" dirty="0">
                <a:solidFill>
                  <a:schemeClr val="bg1"/>
                </a:solidFill>
                <a:latin typeface="NotoSansEthiopic"/>
              </a:rPr>
              <a:t>ሰ</a:t>
            </a:r>
            <a:r>
              <a:rPr lang="am-ET" sz="6000" b="0" i="0" dirty="0">
                <a:solidFill>
                  <a:schemeClr val="bg1"/>
                </a:solidFill>
                <a:effectLst/>
                <a:latin typeface="NotoSansEthiopic"/>
              </a:rPr>
              <a:t>ት ሁሉ እንድታነፃኝ እለምንሀለው። </a:t>
            </a:r>
            <a:endParaRPr lang="en-US" sz="6000" b="0" i="0" dirty="0">
              <a:solidFill>
                <a:schemeClr val="bg1"/>
              </a:solidFill>
              <a:effectLst/>
              <a:latin typeface="NotoSansEthiopic"/>
            </a:endParaRPr>
          </a:p>
        </p:txBody>
      </p:sp>
    </p:spTree>
    <p:extLst>
      <p:ext uri="{BB962C8B-B14F-4D97-AF65-F5344CB8AC3E}">
        <p14:creationId xmlns:p14="http://schemas.microsoft.com/office/powerpoint/2010/main" val="372734985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344399" cy="6950075"/>
          </a:xfrm>
        </p:spPr>
        <p:txBody>
          <a:bodyPr>
            <a:noAutofit/>
          </a:bodyPr>
          <a:lstStyle/>
          <a:p>
            <a:pPr marL="0" indent="0">
              <a:buNone/>
            </a:pPr>
            <a:r>
              <a:rPr lang="am-ET" sz="6300" dirty="0">
                <a:solidFill>
                  <a:schemeClr val="bg1"/>
                </a:solidFill>
                <a:latin typeface="NotoSansEthiopic"/>
              </a:rPr>
              <a:t>ቅዱስ</a:t>
            </a:r>
            <a:r>
              <a:rPr lang="en-US" sz="6300" dirty="0">
                <a:solidFill>
                  <a:schemeClr val="bg1"/>
                </a:solidFill>
                <a:latin typeface="NotoSansEthiopic"/>
              </a:rPr>
              <a:t> </a:t>
            </a:r>
            <a:r>
              <a:rPr lang="am-ET" sz="6300" dirty="0">
                <a:solidFill>
                  <a:schemeClr val="bg1"/>
                </a:solidFill>
                <a:latin typeface="NotoSansEthiopic"/>
              </a:rPr>
              <a:t>ምስጢርህን</a:t>
            </a:r>
            <a:r>
              <a:rPr lang="en-US" sz="6300" dirty="0">
                <a:solidFill>
                  <a:schemeClr val="bg1"/>
                </a:solidFill>
                <a:latin typeface="NotoSansEthiopic"/>
              </a:rPr>
              <a:t> </a:t>
            </a:r>
            <a:r>
              <a:rPr lang="am-ET" sz="6300" dirty="0">
                <a:solidFill>
                  <a:schemeClr val="bg1"/>
                </a:solidFill>
                <a:latin typeface="NotoSansEthiopic"/>
              </a:rPr>
              <a:t>ስንቀበል እንደም</a:t>
            </a:r>
            <a:r>
              <a:rPr lang="en-US" sz="6300" dirty="0">
                <a:solidFill>
                  <a:schemeClr val="bg1"/>
                </a:solidFill>
                <a:latin typeface="NotoSansEthiopic"/>
              </a:rPr>
              <a:t>ህ</a:t>
            </a:r>
            <a:r>
              <a:rPr lang="am-ET" sz="6300" dirty="0">
                <a:solidFill>
                  <a:schemeClr val="bg1"/>
                </a:solidFill>
                <a:latin typeface="NotoSansEthiopic"/>
              </a:rPr>
              <a:t>ረትህ ብዛት ማረኝ ይቅር በለ</a:t>
            </a:r>
            <a:r>
              <a:rPr lang="en-US" sz="6300" dirty="0">
                <a:solidFill>
                  <a:schemeClr val="bg1"/>
                </a:solidFill>
                <a:latin typeface="NotoSansEthiopic"/>
              </a:rPr>
              <a:t>ኝ</a:t>
            </a:r>
            <a:r>
              <a:rPr lang="am-ET" sz="6300" dirty="0">
                <a:solidFill>
                  <a:schemeClr val="bg1"/>
                </a:solidFill>
                <a:latin typeface="NotoSansEthiopic"/>
              </a:rPr>
              <a:t> እንጂ ለወቀሳና</a:t>
            </a:r>
            <a:r>
              <a:rPr lang="en-US" sz="6300" dirty="0">
                <a:solidFill>
                  <a:schemeClr val="bg1"/>
                </a:solidFill>
                <a:latin typeface="NotoSansEthiopic"/>
              </a:rPr>
              <a:t> </a:t>
            </a:r>
            <a:r>
              <a:rPr lang="am-ET" sz="6300" dirty="0">
                <a:solidFill>
                  <a:schemeClr val="bg1"/>
                </a:solidFill>
                <a:latin typeface="NotoSansEthiopic"/>
              </a:rPr>
              <a:t>ለፍርድ አይሁንብኝ። የአለም ሕይወት ሆይ </a:t>
            </a:r>
            <a:r>
              <a:rPr lang="am-ET" sz="6300" b="0" i="0" dirty="0">
                <a:solidFill>
                  <a:schemeClr val="bg1"/>
                </a:solidFill>
                <a:effectLst/>
                <a:latin typeface="NotoSansEthiopic"/>
              </a:rPr>
              <a:t>በእመቤታችን በቅድስት</a:t>
            </a:r>
            <a:r>
              <a:rPr lang="en-US" sz="6300" b="0" i="0" dirty="0">
                <a:solidFill>
                  <a:schemeClr val="bg1"/>
                </a:solidFill>
                <a:effectLst/>
                <a:latin typeface="NotoSansEthiopic"/>
              </a:rPr>
              <a:t> </a:t>
            </a:r>
            <a:r>
              <a:rPr lang="am-ET" sz="6300" b="0" i="0" dirty="0">
                <a:solidFill>
                  <a:schemeClr val="bg1"/>
                </a:solidFill>
                <a:effectLst/>
                <a:latin typeface="NotoSansEthiopic"/>
              </a:rPr>
              <a:t>ድንግል</a:t>
            </a:r>
            <a:r>
              <a:rPr lang="en-US" sz="6300" b="0" i="0" dirty="0">
                <a:solidFill>
                  <a:schemeClr val="bg1"/>
                </a:solidFill>
                <a:effectLst/>
                <a:latin typeface="NotoSansEthiopic"/>
              </a:rPr>
              <a:t> </a:t>
            </a:r>
            <a:r>
              <a:rPr lang="am-ET" sz="6300" b="0" i="0" dirty="0">
                <a:solidFill>
                  <a:schemeClr val="bg1"/>
                </a:solidFill>
                <a:effectLst/>
                <a:latin typeface="NotoSansEthiopic"/>
              </a:rPr>
              <a:t>ማርያምና በመጥምቁ ዩሐንስ አማላጅነት በቅዱሳን</a:t>
            </a:r>
            <a:r>
              <a:rPr lang="en-US" sz="6300" b="0" i="0" dirty="0">
                <a:solidFill>
                  <a:schemeClr val="bg1"/>
                </a:solidFill>
                <a:effectLst/>
                <a:latin typeface="NotoSansEthiopic"/>
              </a:rPr>
              <a:t> </a:t>
            </a:r>
            <a:r>
              <a:rPr lang="am-ET" sz="6300" b="0" i="0" dirty="0">
                <a:solidFill>
                  <a:schemeClr val="bg1"/>
                </a:solidFill>
                <a:effectLst/>
                <a:latin typeface="NotoSansEthiopic"/>
              </a:rPr>
              <a:t>መላእክትና በመልካም በተጋደሉ</a:t>
            </a:r>
            <a:r>
              <a:rPr lang="en-US" sz="6300" b="0" i="0" dirty="0">
                <a:solidFill>
                  <a:schemeClr val="bg1"/>
                </a:solidFill>
                <a:effectLst/>
                <a:latin typeface="NotoSansEthiopic"/>
              </a:rPr>
              <a:t>ት</a:t>
            </a:r>
            <a:r>
              <a:rPr lang="am-ET" sz="6300" b="0" i="0" dirty="0">
                <a:solidFill>
                  <a:schemeClr val="bg1"/>
                </a:solidFill>
                <a:effectLst/>
                <a:latin typeface="NotoSansEthiopic"/>
              </a:rPr>
              <a:t> ሰማእታት ፃድቃን</a:t>
            </a:r>
            <a:endParaRPr lang="en-US" sz="6300" dirty="0">
              <a:solidFill>
                <a:schemeClr val="bg1"/>
              </a:solidFill>
            </a:endParaRPr>
          </a:p>
        </p:txBody>
      </p:sp>
    </p:spTree>
    <p:extLst>
      <p:ext uri="{BB962C8B-B14F-4D97-AF65-F5344CB8AC3E}">
        <p14:creationId xmlns:p14="http://schemas.microsoft.com/office/powerpoint/2010/main" val="25480705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344399" cy="6950075"/>
          </a:xfrm>
        </p:spPr>
        <p:txBody>
          <a:bodyPr>
            <a:noAutofit/>
          </a:bodyPr>
          <a:lstStyle/>
          <a:p>
            <a:pPr marL="0" indent="0">
              <a:buNone/>
            </a:pPr>
            <a:r>
              <a:rPr lang="am-ET" sz="6000" b="0" i="0" dirty="0">
                <a:solidFill>
                  <a:schemeClr val="bg1"/>
                </a:solidFill>
                <a:effectLst/>
                <a:latin typeface="NotoSansEthiopic"/>
              </a:rPr>
              <a:t>ሁሉ ፀሎት</a:t>
            </a:r>
            <a:r>
              <a:rPr lang="en-US" sz="6000" b="0" i="0" dirty="0">
                <a:solidFill>
                  <a:schemeClr val="bg1"/>
                </a:solidFill>
                <a:effectLst/>
                <a:latin typeface="NotoSansEthiopic"/>
              </a:rPr>
              <a:t> </a:t>
            </a:r>
            <a:r>
              <a:rPr lang="am-ET" sz="6000" b="0" i="0" dirty="0">
                <a:solidFill>
                  <a:schemeClr val="bg1"/>
                </a:solidFill>
                <a:effectLst/>
                <a:latin typeface="NotoSansEthiopic"/>
              </a:rPr>
              <a:t>በምሕረትህ</a:t>
            </a:r>
            <a:r>
              <a:rPr lang="en-US" sz="6000" b="0" i="0" dirty="0">
                <a:solidFill>
                  <a:schemeClr val="bg1"/>
                </a:solidFill>
                <a:effectLst/>
                <a:latin typeface="NotoSansEthiopic"/>
              </a:rPr>
              <a:t> </a:t>
            </a:r>
            <a:r>
              <a:rPr lang="am-ET" sz="6000" b="0" i="0" dirty="0">
                <a:solidFill>
                  <a:schemeClr val="bg1"/>
                </a:solidFill>
                <a:effectLst/>
                <a:latin typeface="NotoSansEthiopic"/>
              </a:rPr>
              <a:t>የኃ</a:t>
            </a:r>
            <a:r>
              <a:rPr lang="en-US" sz="6000" dirty="0">
                <a:solidFill>
                  <a:schemeClr val="bg1"/>
                </a:solidFill>
                <a:latin typeface="NotoSansEthiopic"/>
              </a:rPr>
              <a:t>ጢ</a:t>
            </a:r>
            <a:r>
              <a:rPr lang="am-ET" sz="6000" b="0" i="0" dirty="0">
                <a:solidFill>
                  <a:schemeClr val="bg1"/>
                </a:solidFill>
                <a:effectLst/>
                <a:latin typeface="NotoSansEthiopic"/>
              </a:rPr>
              <a:t>አቴ ሥርየት የነፍሴንና የሥጋዬ ሕይወት እስከ</a:t>
            </a:r>
            <a:r>
              <a:rPr lang="en-US" sz="6000" b="0" i="0" dirty="0">
                <a:solidFill>
                  <a:schemeClr val="bg1"/>
                </a:solidFill>
                <a:effectLst/>
                <a:latin typeface="NotoSansEthiopic"/>
              </a:rPr>
              <a:t> </a:t>
            </a:r>
            <a:r>
              <a:rPr lang="am-ET" sz="6000" b="0" i="0" dirty="0">
                <a:solidFill>
                  <a:schemeClr val="bg1"/>
                </a:solidFill>
                <a:effectLst/>
                <a:latin typeface="NotoSansEthiopic"/>
              </a:rPr>
              <a:t>ዘለአለም ስጠኝ። አሜን።</a:t>
            </a:r>
            <a:endParaRPr lang="en-US" sz="6000" b="0" i="0" dirty="0">
              <a:solidFill>
                <a:schemeClr val="bg1"/>
              </a:solidFill>
              <a:effectLst/>
              <a:latin typeface="NotoSansEthiopic"/>
            </a:endParaRPr>
          </a:p>
          <a:p>
            <a:pPr marL="0" indent="0">
              <a:buNone/>
            </a:pPr>
            <a:r>
              <a:rPr lang="en-US" sz="6000" dirty="0" err="1">
                <a:solidFill>
                  <a:srgbClr val="C00000"/>
                </a:solidFill>
                <a:latin typeface="NotoSansEthiopic"/>
              </a:rPr>
              <a:t>ይ.ዲ</a:t>
            </a:r>
            <a:r>
              <a:rPr lang="en-US" sz="6000" dirty="0">
                <a:solidFill>
                  <a:srgbClr val="C00000"/>
                </a:solidFill>
                <a:latin typeface="NotoSansEthiopic"/>
              </a:rPr>
              <a:t>. </a:t>
            </a:r>
            <a:r>
              <a:rPr lang="en-US" sz="6000" dirty="0" err="1">
                <a:solidFill>
                  <a:schemeClr val="bg1"/>
                </a:solidFill>
                <a:latin typeface="NotoSansEthiopic"/>
              </a:rPr>
              <a:t>ለኛና</a:t>
            </a:r>
            <a:r>
              <a:rPr lang="en-US" sz="6000" dirty="0">
                <a:solidFill>
                  <a:schemeClr val="bg1"/>
                </a:solidFill>
                <a:latin typeface="NotoSansEthiopic"/>
              </a:rPr>
              <a:t> </a:t>
            </a:r>
            <a:r>
              <a:rPr lang="en-US" sz="6000" dirty="0" err="1">
                <a:solidFill>
                  <a:schemeClr val="bg1"/>
                </a:solidFill>
                <a:latin typeface="NotoSansEthiopic"/>
              </a:rPr>
              <a:t>ለሕዝበ</a:t>
            </a:r>
            <a:r>
              <a:rPr lang="en-US" sz="6000" dirty="0">
                <a:solidFill>
                  <a:schemeClr val="bg1"/>
                </a:solidFill>
                <a:latin typeface="NotoSansEthiopic"/>
              </a:rPr>
              <a:t> </a:t>
            </a:r>
            <a:r>
              <a:rPr lang="en-US" sz="6000" dirty="0" err="1">
                <a:solidFill>
                  <a:schemeClr val="bg1"/>
                </a:solidFill>
                <a:latin typeface="NotoSansEthiopic"/>
              </a:rPr>
              <a:t>ክርስቲያን</a:t>
            </a:r>
            <a:r>
              <a:rPr lang="en-US" sz="6000" dirty="0">
                <a:solidFill>
                  <a:schemeClr val="bg1"/>
                </a:solidFill>
                <a:latin typeface="NotoSansEthiopic"/>
              </a:rPr>
              <a:t> </a:t>
            </a:r>
            <a:r>
              <a:rPr lang="en-US" sz="6000" dirty="0" err="1">
                <a:solidFill>
                  <a:schemeClr val="bg1"/>
                </a:solidFill>
                <a:latin typeface="NotoSansEthiopic"/>
              </a:rPr>
              <a:t>ሁሉ</a:t>
            </a:r>
            <a:r>
              <a:rPr lang="en-US" sz="6000" dirty="0">
                <a:solidFill>
                  <a:schemeClr val="bg1"/>
                </a:solidFill>
                <a:latin typeface="NotoSansEthiopic"/>
              </a:rPr>
              <a:t> </a:t>
            </a:r>
            <a:r>
              <a:rPr lang="en-US" sz="6000" dirty="0" err="1">
                <a:solidFill>
                  <a:schemeClr val="bg1"/>
                </a:solidFill>
                <a:latin typeface="NotoSansEthiopic"/>
              </a:rPr>
              <a:t>እንዲሁም</a:t>
            </a:r>
            <a:r>
              <a:rPr lang="en-US" sz="6000" dirty="0">
                <a:solidFill>
                  <a:schemeClr val="bg1"/>
                </a:solidFill>
                <a:latin typeface="NotoSansEthiopic"/>
              </a:rPr>
              <a:t> </a:t>
            </a:r>
            <a:r>
              <a:rPr lang="en-US" sz="6000" dirty="0" err="1">
                <a:solidFill>
                  <a:schemeClr val="bg1"/>
                </a:solidFill>
                <a:latin typeface="NotoSansEthiopic"/>
              </a:rPr>
              <a:t>በሰላምና</a:t>
            </a:r>
            <a:r>
              <a:rPr lang="en-US" sz="6000" dirty="0">
                <a:solidFill>
                  <a:schemeClr val="bg1"/>
                </a:solidFill>
                <a:latin typeface="NotoSansEthiopic"/>
              </a:rPr>
              <a:t> </a:t>
            </a:r>
            <a:r>
              <a:rPr lang="en-US" sz="6000" dirty="0" err="1">
                <a:solidFill>
                  <a:schemeClr val="bg1"/>
                </a:solidFill>
                <a:latin typeface="NotoSansEthiopic"/>
              </a:rPr>
              <a:t>በኢየሱስ</a:t>
            </a:r>
            <a:r>
              <a:rPr lang="en-US" sz="6000" dirty="0">
                <a:solidFill>
                  <a:schemeClr val="bg1"/>
                </a:solidFill>
                <a:latin typeface="NotoSansEthiopic"/>
              </a:rPr>
              <a:t> </a:t>
            </a:r>
            <a:r>
              <a:rPr lang="en-US" sz="6000" dirty="0" err="1">
                <a:solidFill>
                  <a:schemeClr val="bg1"/>
                </a:solidFill>
                <a:latin typeface="NotoSansEthiopic"/>
              </a:rPr>
              <a:t>ክርስቶስ</a:t>
            </a:r>
            <a:r>
              <a:rPr lang="en-US" sz="6000" dirty="0">
                <a:solidFill>
                  <a:schemeClr val="bg1"/>
                </a:solidFill>
                <a:latin typeface="NotoSansEthiopic"/>
              </a:rPr>
              <a:t> </a:t>
            </a:r>
            <a:r>
              <a:rPr lang="en-US" sz="6000" dirty="0" err="1">
                <a:solidFill>
                  <a:schemeClr val="bg1"/>
                </a:solidFill>
                <a:latin typeface="NotoSansEthiopic"/>
              </a:rPr>
              <a:t>ፍቅር</a:t>
            </a:r>
            <a:r>
              <a:rPr lang="en-US" sz="6000" dirty="0">
                <a:solidFill>
                  <a:schemeClr val="bg1"/>
                </a:solidFill>
                <a:latin typeface="NotoSansEthiopic"/>
              </a:rPr>
              <a:t> </a:t>
            </a:r>
            <a:r>
              <a:rPr lang="en-US" sz="6000" dirty="0" err="1">
                <a:solidFill>
                  <a:schemeClr val="bg1"/>
                </a:solidFill>
                <a:latin typeface="NotoSansEthiopic"/>
              </a:rPr>
              <a:t>እንድናስታውሳቸው</a:t>
            </a:r>
            <a:r>
              <a:rPr lang="en-US" sz="6000" dirty="0">
                <a:solidFill>
                  <a:schemeClr val="bg1"/>
                </a:solidFill>
                <a:latin typeface="NotoSansEthiopic"/>
              </a:rPr>
              <a:t> </a:t>
            </a:r>
            <a:r>
              <a:rPr lang="en-US" sz="6000" dirty="0" err="1">
                <a:solidFill>
                  <a:schemeClr val="bg1"/>
                </a:solidFill>
                <a:latin typeface="NotoSansEthiopic"/>
              </a:rPr>
              <a:t>አደራ</a:t>
            </a:r>
            <a:r>
              <a:rPr lang="en-US" sz="6000" dirty="0">
                <a:solidFill>
                  <a:schemeClr val="bg1"/>
                </a:solidFill>
                <a:latin typeface="NotoSansEthiopic"/>
              </a:rPr>
              <a:t> </a:t>
            </a:r>
            <a:r>
              <a:rPr lang="en-US" sz="6000" dirty="0" err="1">
                <a:solidFill>
                  <a:schemeClr val="bg1"/>
                </a:solidFill>
                <a:latin typeface="NotoSansEthiopic"/>
              </a:rPr>
              <a:t>ላሉን</a:t>
            </a:r>
            <a:r>
              <a:rPr lang="en-US" sz="6000" dirty="0">
                <a:solidFill>
                  <a:schemeClr val="bg1"/>
                </a:solidFill>
                <a:latin typeface="NotoSansEthiopic"/>
              </a:rPr>
              <a:t> </a:t>
            </a:r>
            <a:r>
              <a:rPr lang="en-US" sz="6000" dirty="0" err="1">
                <a:solidFill>
                  <a:schemeClr val="bg1"/>
                </a:solidFill>
                <a:latin typeface="NotoSansEthiopic"/>
              </a:rPr>
              <a:t>ሁሉ</a:t>
            </a:r>
            <a:r>
              <a:rPr lang="en-US" sz="6000" dirty="0">
                <a:solidFill>
                  <a:schemeClr val="bg1"/>
                </a:solidFill>
                <a:latin typeface="NotoSansEthiopic"/>
              </a:rPr>
              <a:t> </a:t>
            </a:r>
            <a:r>
              <a:rPr lang="en-US" sz="6000" dirty="0" err="1">
                <a:solidFill>
                  <a:schemeClr val="bg1"/>
                </a:solidFill>
                <a:latin typeface="NotoSansEthiopic"/>
              </a:rPr>
              <a:t>ጸልዩ</a:t>
            </a:r>
            <a:r>
              <a:rPr lang="en-US" sz="6000" dirty="0">
                <a:solidFill>
                  <a:schemeClr val="bg1"/>
                </a:solidFill>
                <a:latin typeface="NotoSansEthiopic"/>
              </a:rPr>
              <a:t> </a:t>
            </a:r>
            <a:r>
              <a:rPr lang="en-US" sz="6000" dirty="0" err="1">
                <a:solidFill>
                  <a:schemeClr val="bg1"/>
                </a:solidFill>
                <a:latin typeface="NotoSansEthiopic"/>
              </a:rPr>
              <a:t>አመስግኑ</a:t>
            </a:r>
            <a:r>
              <a:rPr lang="en-US" sz="6000" dirty="0">
                <a:solidFill>
                  <a:schemeClr val="bg1"/>
                </a:solidFill>
                <a:latin typeface="NotoSansEthiopic"/>
              </a:rPr>
              <a:t> </a:t>
            </a:r>
            <a:r>
              <a:rPr lang="en-US" sz="6000" dirty="0" err="1">
                <a:solidFill>
                  <a:schemeClr val="bg1"/>
                </a:solidFill>
                <a:latin typeface="NotoSansEthiopic"/>
              </a:rPr>
              <a:t>ዘምሩ</a:t>
            </a:r>
            <a:r>
              <a:rPr lang="en-US" sz="6000" dirty="0">
                <a:solidFill>
                  <a:schemeClr val="bg1"/>
                </a:solidFill>
                <a:latin typeface="NotoSansEthiopic"/>
              </a:rPr>
              <a:t>።</a:t>
            </a:r>
            <a:endParaRPr lang="en-US" sz="6000" dirty="0">
              <a:solidFill>
                <a:schemeClr val="bg1"/>
              </a:solidFill>
            </a:endParaRPr>
          </a:p>
          <a:p>
            <a:pPr marL="0" indent="0">
              <a:buNone/>
            </a:pPr>
            <a:endParaRPr lang="en-US" sz="6000" dirty="0">
              <a:solidFill>
                <a:schemeClr val="bg1"/>
              </a:solidFill>
            </a:endParaRPr>
          </a:p>
        </p:txBody>
      </p:sp>
    </p:spTree>
    <p:extLst>
      <p:ext uri="{BB962C8B-B14F-4D97-AF65-F5344CB8AC3E}">
        <p14:creationId xmlns:p14="http://schemas.microsoft.com/office/powerpoint/2010/main" val="28375836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37423" y="234634"/>
            <a:ext cx="7869555" cy="771524"/>
          </a:xfrm>
        </p:spPr>
        <p:txBody>
          <a:bodyPr>
            <a:noAutofit/>
          </a:bodyPr>
          <a:lstStyle/>
          <a:p>
            <a:r>
              <a:rPr lang="am-ET" sz="6683" dirty="0">
                <a:solidFill>
                  <a:srgbClr val="FF0000"/>
                </a:solidFill>
              </a:rPr>
              <a:t>የምለው አጣ</a:t>
            </a:r>
            <a:r>
              <a:rPr lang="en-US" sz="6683" dirty="0">
                <a:solidFill>
                  <a:srgbClr val="FF0000"/>
                </a:solidFill>
              </a:rPr>
              <a:t>ሁ</a:t>
            </a:r>
          </a:p>
        </p:txBody>
      </p:sp>
      <p:sp>
        <p:nvSpPr>
          <p:cNvPr id="3" name="Subtitle 2"/>
          <p:cNvSpPr>
            <a:spLocks noGrp="1"/>
          </p:cNvSpPr>
          <p:nvPr>
            <p:ph type="subTitle" idx="1"/>
          </p:nvPr>
        </p:nvSpPr>
        <p:spPr>
          <a:xfrm>
            <a:off x="1543050" y="1006157"/>
            <a:ext cx="10569893" cy="5762259"/>
          </a:xfrm>
        </p:spPr>
        <p:txBody>
          <a:bodyPr>
            <a:noAutofit/>
          </a:bodyPr>
          <a:lstStyle/>
          <a:p>
            <a:r>
              <a:rPr lang="am-ET" sz="7290" dirty="0"/>
              <a:t>የምለው አጣ</a:t>
            </a:r>
            <a:r>
              <a:rPr lang="en-US" sz="7290" dirty="0"/>
              <a:t>ሁ</a:t>
            </a:r>
            <a:r>
              <a:rPr lang="am-ET" sz="7290" dirty="0"/>
              <a:t> አንተን ለመግለፅ</a:t>
            </a:r>
          </a:p>
          <a:p>
            <a:r>
              <a:rPr lang="am-ET" sz="7290" dirty="0"/>
              <a:t>እግዚአብሔር ሆይ </a:t>
            </a:r>
            <a:endParaRPr lang="en-US" sz="7290" dirty="0"/>
          </a:p>
          <a:p>
            <a:r>
              <a:rPr lang="am-ET" sz="7290" dirty="0"/>
              <a:t>እንዴት ድንቅ/ታላቅ ነህ/2/</a:t>
            </a:r>
            <a:endParaRPr lang="en-US" sz="7290" dirty="0"/>
          </a:p>
        </p:txBody>
      </p:sp>
    </p:spTree>
    <p:extLst>
      <p:ext uri="{BB962C8B-B14F-4D97-AF65-F5344CB8AC3E}">
        <p14:creationId xmlns:p14="http://schemas.microsoft.com/office/powerpoint/2010/main" val="18251783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የሰማይ የምድር ፍጥረቱ </a:t>
            </a:r>
          </a:p>
          <a:p>
            <a:r>
              <a:rPr lang="am-ET" sz="7290" dirty="0"/>
              <a:t>   አቤት የእጅህ ስራ ውበቱ</a:t>
            </a:r>
          </a:p>
          <a:p>
            <a:r>
              <a:rPr lang="am-ET" sz="7290" dirty="0"/>
              <a:t>  ውህደት ቅንጅት ህብረታቸው</a:t>
            </a:r>
          </a:p>
          <a:p>
            <a:r>
              <a:rPr lang="am-ET" sz="7290" dirty="0"/>
              <a:t>  ከአዕምሮ በላይ ነው ላያቸው</a:t>
            </a:r>
            <a:endParaRPr lang="en-US" sz="7290" dirty="0"/>
          </a:p>
        </p:txBody>
      </p:sp>
    </p:spTree>
    <p:extLst>
      <p:ext uri="{BB962C8B-B14F-4D97-AF65-F5344CB8AC3E}">
        <p14:creationId xmlns:p14="http://schemas.microsoft.com/office/powerpoint/2010/main" val="30119281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ስራህን አይቼ ምን ልበል </a:t>
            </a:r>
          </a:p>
          <a:p>
            <a:r>
              <a:rPr lang="am-ET" sz="7290" dirty="0"/>
              <a:t>     አንተን በሚመጥን ስያሜ</a:t>
            </a:r>
          </a:p>
          <a:p>
            <a:r>
              <a:rPr lang="am-ET" sz="7290" dirty="0"/>
              <a:t>     እንደምን ልግለፅህ ማን ብዬ</a:t>
            </a:r>
          </a:p>
          <a:p>
            <a:r>
              <a:rPr lang="am-ET" sz="7290" dirty="0"/>
              <a:t>     ከአይምሮ በላይ ነህ ጌታዬ</a:t>
            </a:r>
            <a:endParaRPr lang="en-US" sz="7290" dirty="0"/>
          </a:p>
        </p:txBody>
      </p:sp>
    </p:spTree>
    <p:extLst>
      <p:ext uri="{BB962C8B-B14F-4D97-AF65-F5344CB8AC3E}">
        <p14:creationId xmlns:p14="http://schemas.microsoft.com/office/powerpoint/2010/main" val="30308376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የምለው አጣ</a:t>
            </a:r>
            <a:r>
              <a:rPr lang="en-US" sz="7290" dirty="0"/>
              <a:t>ሁ</a:t>
            </a:r>
            <a:r>
              <a:rPr lang="am-ET" sz="7290" dirty="0"/>
              <a:t> አንተን ለመግለፅ</a:t>
            </a:r>
          </a:p>
          <a:p>
            <a:r>
              <a:rPr lang="am-ET" sz="7290" dirty="0"/>
              <a:t>እግዚአብሔር ሆይ </a:t>
            </a:r>
            <a:endParaRPr lang="en-US" sz="7290" dirty="0"/>
          </a:p>
          <a:p>
            <a:r>
              <a:rPr lang="am-ET" sz="7290" dirty="0"/>
              <a:t>እንዴት ድንቅ/ታላቅ ነህ/2/</a:t>
            </a:r>
            <a:endParaRPr lang="en-US" sz="7290" dirty="0"/>
          </a:p>
        </p:txBody>
      </p:sp>
    </p:spTree>
    <p:extLst>
      <p:ext uri="{BB962C8B-B14F-4D97-AF65-F5344CB8AC3E}">
        <p14:creationId xmlns:p14="http://schemas.microsoft.com/office/powerpoint/2010/main" val="1319131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ፀሃይ ከዋክብቶች በሰማይ</a:t>
            </a:r>
          </a:p>
          <a:p>
            <a:r>
              <a:rPr lang="am-ET" sz="7290" dirty="0"/>
              <a:t>   ሕይወት ያለው ፍጥረት በምድር ላይ </a:t>
            </a:r>
          </a:p>
          <a:p>
            <a:r>
              <a:rPr lang="am-ET" sz="7290" dirty="0"/>
              <a:t>   አንዱ ከአንዱ ጋራ ሕብረቱ</a:t>
            </a:r>
          </a:p>
          <a:p>
            <a:r>
              <a:rPr lang="am-ET" sz="7290" dirty="0"/>
              <a:t>  ሰው ያልደረሰበት በእውቀቱ </a:t>
            </a:r>
            <a:endParaRPr lang="en-US" sz="7290" dirty="0"/>
          </a:p>
        </p:txBody>
      </p:sp>
    </p:spTree>
    <p:extLst>
      <p:ext uri="{BB962C8B-B14F-4D97-AF65-F5344CB8AC3E}">
        <p14:creationId xmlns:p14="http://schemas.microsoft.com/office/powerpoint/2010/main" val="41842223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ሺህ ትውልድ ቢፈጠር ቢተካ</a:t>
            </a:r>
          </a:p>
          <a:p>
            <a:r>
              <a:rPr lang="am-ET" sz="7290" dirty="0"/>
              <a:t>      ጥበብህ ፍፁም አይለካ</a:t>
            </a:r>
          </a:p>
          <a:p>
            <a:r>
              <a:rPr lang="am-ET" sz="7290" dirty="0"/>
              <a:t>      የእኛ አምላክ ኧረ እንዴት ድንቅ ነህ</a:t>
            </a:r>
          </a:p>
          <a:p>
            <a:r>
              <a:rPr lang="am-ET" sz="7290" dirty="0"/>
              <a:t>      እኩያ አምሳያ የሌለህ</a:t>
            </a:r>
            <a:endParaRPr lang="en-US" sz="7290" dirty="0"/>
          </a:p>
        </p:txBody>
      </p:sp>
    </p:spTree>
    <p:extLst>
      <p:ext uri="{BB962C8B-B14F-4D97-AF65-F5344CB8AC3E}">
        <p14:creationId xmlns:p14="http://schemas.microsoft.com/office/powerpoint/2010/main" val="15730497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የምለው አጣ</a:t>
            </a:r>
            <a:r>
              <a:rPr lang="en-US" sz="7290" dirty="0"/>
              <a:t>ሁ</a:t>
            </a:r>
            <a:r>
              <a:rPr lang="am-ET" sz="7290" dirty="0"/>
              <a:t> አንተን ለመግለፅ</a:t>
            </a:r>
          </a:p>
          <a:p>
            <a:r>
              <a:rPr lang="am-ET" sz="7290" dirty="0"/>
              <a:t>እግዚአብሔር ሆይ </a:t>
            </a:r>
            <a:endParaRPr lang="en-US" sz="7290" dirty="0"/>
          </a:p>
          <a:p>
            <a:r>
              <a:rPr lang="am-ET" sz="7290" dirty="0"/>
              <a:t>እንዴት ድንቅ/ታላቅ ነህ/2/</a:t>
            </a:r>
            <a:endParaRPr lang="en-US" sz="7290" dirty="0"/>
          </a:p>
        </p:txBody>
      </p:sp>
    </p:spTree>
    <p:extLst>
      <p:ext uri="{BB962C8B-B14F-4D97-AF65-F5344CB8AC3E}">
        <p14:creationId xmlns:p14="http://schemas.microsoft.com/office/powerpoint/2010/main" val="9954778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ከፍጥረታት ሁሉ በላይ ነህ</a:t>
            </a:r>
          </a:p>
          <a:p>
            <a:r>
              <a:rPr lang="am-ET" sz="7290" dirty="0"/>
              <a:t>   ከሃያላን ሁሉ ሃያል ነህ</a:t>
            </a:r>
          </a:p>
          <a:p>
            <a:r>
              <a:rPr lang="am-ET" sz="7290" dirty="0"/>
              <a:t>   ጥበብህ ማንም አይደርስበት </a:t>
            </a:r>
          </a:p>
          <a:p>
            <a:r>
              <a:rPr lang="am-ET" sz="7290" dirty="0"/>
              <a:t>   የሰው ልጅ ቢመራመርበት </a:t>
            </a:r>
            <a:endParaRPr lang="en-US" sz="7290" dirty="0"/>
          </a:p>
        </p:txBody>
      </p:sp>
    </p:spTree>
    <p:extLst>
      <p:ext uri="{BB962C8B-B14F-4D97-AF65-F5344CB8AC3E}">
        <p14:creationId xmlns:p14="http://schemas.microsoft.com/office/powerpoint/2010/main" val="5063127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 አልፋ ነህ አንተ ኦሜጋ ነህ</a:t>
            </a:r>
          </a:p>
          <a:p>
            <a:r>
              <a:rPr lang="am-ET" sz="7290" dirty="0"/>
              <a:t>      ጅማሬ ፍፃሜ የሌለህ</a:t>
            </a:r>
          </a:p>
          <a:p>
            <a:r>
              <a:rPr lang="am-ET" sz="7290" dirty="0"/>
              <a:t>      የማመልክህ አምላክ እንዲህ ነህ</a:t>
            </a:r>
          </a:p>
          <a:p>
            <a:r>
              <a:rPr lang="am-ET" sz="7290" dirty="0"/>
              <a:t>      ፍፁም የሚመስልህ የሌለህ</a:t>
            </a:r>
            <a:endParaRPr lang="en-US" sz="7290" dirty="0"/>
          </a:p>
        </p:txBody>
      </p:sp>
    </p:spTree>
    <p:extLst>
      <p:ext uri="{BB962C8B-B14F-4D97-AF65-F5344CB8AC3E}">
        <p14:creationId xmlns:p14="http://schemas.microsoft.com/office/powerpoint/2010/main" val="127633568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0332" y="558672"/>
            <a:ext cx="11742611" cy="6209744"/>
          </a:xfrm>
        </p:spPr>
        <p:txBody>
          <a:bodyPr>
            <a:noAutofit/>
          </a:bodyPr>
          <a:lstStyle/>
          <a:p>
            <a:r>
              <a:rPr lang="am-ET" sz="7290" dirty="0"/>
              <a:t>የምለው አጣ</a:t>
            </a:r>
            <a:r>
              <a:rPr lang="en-US" sz="7290" dirty="0"/>
              <a:t>ሁ</a:t>
            </a:r>
            <a:r>
              <a:rPr lang="am-ET" sz="7290" dirty="0"/>
              <a:t> አንተን ለመግለፅ</a:t>
            </a:r>
          </a:p>
          <a:p>
            <a:r>
              <a:rPr lang="am-ET" sz="7290" dirty="0"/>
              <a:t>እግዚአብሔር ሆይ </a:t>
            </a:r>
            <a:endParaRPr lang="en-US" sz="7290" dirty="0"/>
          </a:p>
          <a:p>
            <a:r>
              <a:rPr lang="am-ET" sz="7290" dirty="0"/>
              <a:t>እንዴት ድንቅ/ታላቅ ነህ/2/</a:t>
            </a:r>
            <a:endParaRPr lang="en-US" sz="7290" dirty="0"/>
          </a:p>
        </p:txBody>
      </p:sp>
    </p:spTree>
    <p:extLst>
      <p:ext uri="{BB962C8B-B14F-4D97-AF65-F5344CB8AC3E}">
        <p14:creationId xmlns:p14="http://schemas.microsoft.com/office/powerpoint/2010/main" val="70079907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err="1">
                <a:solidFill>
                  <a:schemeClr val="bg1"/>
                </a:solidFill>
                <a:latin typeface="NotoSansEthiopic"/>
              </a:rPr>
              <a:t>ለነፍስ</a:t>
            </a:r>
            <a:r>
              <a:rPr lang="en-US" sz="5400" dirty="0">
                <a:solidFill>
                  <a:schemeClr val="bg1"/>
                </a:solidFill>
                <a:latin typeface="NotoSansEthiopic"/>
              </a:rPr>
              <a:t> </a:t>
            </a:r>
            <a:r>
              <a:rPr lang="en-US" sz="5400" dirty="0" err="1">
                <a:solidFill>
                  <a:schemeClr val="bg1"/>
                </a:solidFill>
                <a:latin typeface="NotoSansEthiopic"/>
              </a:rPr>
              <a:t>ሕይወት</a:t>
            </a:r>
            <a:r>
              <a:rPr lang="en-US" sz="5400" dirty="0">
                <a:solidFill>
                  <a:schemeClr val="bg1"/>
                </a:solidFill>
                <a:latin typeface="NotoSansEthiopic"/>
              </a:rPr>
              <a:t> </a:t>
            </a:r>
            <a:r>
              <a:rPr lang="en-US" sz="5400" dirty="0" err="1">
                <a:solidFill>
                  <a:schemeClr val="bg1"/>
                </a:solidFill>
                <a:latin typeface="NotoSansEthiopic"/>
              </a:rPr>
              <a:t>መድኃኒት</a:t>
            </a:r>
            <a:r>
              <a:rPr lang="en-US" sz="5400" dirty="0">
                <a:solidFill>
                  <a:schemeClr val="bg1"/>
                </a:solidFill>
                <a:latin typeface="NotoSansEthiopic"/>
              </a:rPr>
              <a:t> </a:t>
            </a:r>
            <a:r>
              <a:rPr lang="en-US" sz="5400" dirty="0" err="1">
                <a:solidFill>
                  <a:schemeClr val="bg1"/>
                </a:solidFill>
                <a:latin typeface="NotoSansEthiopic"/>
              </a:rPr>
              <a:t>ይሆነን</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የተቀደሰውን</a:t>
            </a:r>
            <a:r>
              <a:rPr lang="en-US" sz="5400" dirty="0">
                <a:solidFill>
                  <a:schemeClr val="bg1"/>
                </a:solidFill>
                <a:latin typeface="NotoSansEthiopic"/>
              </a:rPr>
              <a:t> </a:t>
            </a:r>
            <a:r>
              <a:rPr lang="en-US" sz="5400" dirty="0" err="1">
                <a:solidFill>
                  <a:schemeClr val="bg1"/>
                </a:solidFill>
                <a:latin typeface="NotoSansEthiopic"/>
              </a:rPr>
              <a:t>ምሥጢር</a:t>
            </a:r>
            <a:r>
              <a:rPr lang="en-US" sz="5400" dirty="0">
                <a:solidFill>
                  <a:schemeClr val="bg1"/>
                </a:solidFill>
                <a:latin typeface="NotoSansEthiopic"/>
              </a:rPr>
              <a:t> </a:t>
            </a:r>
            <a:r>
              <a:rPr lang="en-US" sz="5400" dirty="0" err="1">
                <a:solidFill>
                  <a:schemeClr val="bg1"/>
                </a:solidFill>
                <a:latin typeface="NotoSansEthiopic"/>
              </a:rPr>
              <a:t>ተቀብለን</a:t>
            </a:r>
            <a:r>
              <a:rPr lang="en-US" sz="5400" dirty="0">
                <a:solidFill>
                  <a:schemeClr val="bg1"/>
                </a:solidFill>
                <a:latin typeface="NotoSansEthiopic"/>
              </a:rPr>
              <a:t> </a:t>
            </a:r>
            <a:r>
              <a:rPr lang="en-US" sz="5400" dirty="0" err="1">
                <a:solidFill>
                  <a:schemeClr val="bg1"/>
                </a:solidFill>
                <a:latin typeface="NotoSansEthiopic"/>
              </a:rPr>
              <a:t>እግዚአብሔርን</a:t>
            </a:r>
            <a:r>
              <a:rPr lang="en-US" sz="5400" dirty="0">
                <a:solidFill>
                  <a:schemeClr val="bg1"/>
                </a:solidFill>
                <a:latin typeface="NotoSansEthiopic"/>
              </a:rPr>
              <a:t> </a:t>
            </a:r>
            <a:r>
              <a:rPr lang="en-US" sz="5400" dirty="0" err="1">
                <a:solidFill>
                  <a:schemeClr val="bg1"/>
                </a:solidFill>
                <a:latin typeface="NotoSansEthiopic"/>
              </a:rPr>
              <a:t>እናመሰግናለን</a:t>
            </a:r>
            <a:r>
              <a:rPr lang="en-US" sz="5400" dirty="0">
                <a:solidFill>
                  <a:schemeClr val="bg1"/>
                </a:solidFill>
                <a:latin typeface="NotoSansEthiopic"/>
              </a:rPr>
              <a:t>። </a:t>
            </a:r>
            <a:r>
              <a:rPr lang="en-US" sz="5400" dirty="0" err="1">
                <a:solidFill>
                  <a:schemeClr val="bg1"/>
                </a:solidFill>
                <a:latin typeface="NotoSansEthiopic"/>
              </a:rPr>
              <a:t>እኛ</a:t>
            </a:r>
            <a:r>
              <a:rPr lang="en-US" sz="5400" dirty="0">
                <a:solidFill>
                  <a:schemeClr val="bg1"/>
                </a:solidFill>
                <a:latin typeface="NotoSansEthiopic"/>
              </a:rPr>
              <a:t> </a:t>
            </a:r>
            <a:r>
              <a:rPr lang="en-US" sz="5400" dirty="0" err="1">
                <a:solidFill>
                  <a:schemeClr val="bg1"/>
                </a:solidFill>
                <a:latin typeface="NotoSansEthiopic"/>
              </a:rPr>
              <a:t>ይሄን</a:t>
            </a:r>
            <a:r>
              <a:rPr lang="en-US" sz="5400" dirty="0">
                <a:solidFill>
                  <a:schemeClr val="bg1"/>
                </a:solidFill>
                <a:latin typeface="NotoSansEthiopic"/>
              </a:rPr>
              <a:t> </a:t>
            </a:r>
            <a:r>
              <a:rPr lang="en-US" sz="5400" dirty="0" err="1">
                <a:solidFill>
                  <a:schemeClr val="bg1"/>
                </a:solidFill>
                <a:latin typeface="NotoSansEthiopic"/>
              </a:rPr>
              <a:t>ምሥጢር</a:t>
            </a:r>
            <a:r>
              <a:rPr lang="en-US" sz="5400" dirty="0">
                <a:solidFill>
                  <a:schemeClr val="bg1"/>
                </a:solidFill>
                <a:latin typeface="NotoSansEthiopic"/>
              </a:rPr>
              <a:t> </a:t>
            </a:r>
            <a:r>
              <a:rPr lang="en-US" sz="5400" dirty="0" err="1">
                <a:solidFill>
                  <a:schemeClr val="bg1"/>
                </a:solidFill>
                <a:latin typeface="NotoSansEthiopic"/>
              </a:rPr>
              <a:t>የተቀበልን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አምላካችንን</a:t>
            </a:r>
            <a:r>
              <a:rPr lang="en-US" sz="5400" dirty="0">
                <a:solidFill>
                  <a:schemeClr val="bg1"/>
                </a:solidFill>
                <a:latin typeface="NotoSansEthiopic"/>
              </a:rPr>
              <a:t> </a:t>
            </a:r>
            <a:r>
              <a:rPr lang="en-US" sz="5400" dirty="0" err="1">
                <a:solidFill>
                  <a:schemeClr val="bg1"/>
                </a:solidFill>
                <a:latin typeface="NotoSansEthiopic"/>
              </a:rPr>
              <a:t>እያመሰገን</a:t>
            </a:r>
            <a:r>
              <a:rPr lang="en-US" sz="5400" dirty="0">
                <a:solidFill>
                  <a:schemeClr val="bg1"/>
                </a:solidFill>
                <a:latin typeface="NotoSansEthiopic"/>
              </a:rPr>
              <a:t> </a:t>
            </a:r>
            <a:r>
              <a:rPr lang="en-US" sz="5400" dirty="0" err="1">
                <a:solidFill>
                  <a:schemeClr val="bg1"/>
                </a:solidFill>
                <a:latin typeface="NotoSansEthiopic"/>
              </a:rPr>
              <a:t>እንለምናለን</a:t>
            </a:r>
            <a:r>
              <a:rPr lang="en-US" sz="5400" dirty="0">
                <a:solidFill>
                  <a:schemeClr val="bg1"/>
                </a:solidFill>
                <a:latin typeface="NotoSansEthiopic"/>
              </a:rPr>
              <a:t> </a:t>
            </a:r>
            <a:r>
              <a:rPr lang="en-US" sz="5400" dirty="0" err="1">
                <a:solidFill>
                  <a:schemeClr val="bg1"/>
                </a:solidFill>
                <a:latin typeface="NotoSansEthiopic"/>
              </a:rPr>
              <a:t>እንማጠንማለን</a:t>
            </a:r>
            <a:r>
              <a:rPr lang="en-US" sz="5400" dirty="0">
                <a:solidFill>
                  <a:schemeClr val="bg1"/>
                </a:solidFill>
                <a:latin typeface="NotoSansEthiopic"/>
              </a:rPr>
              <a:t>።</a:t>
            </a:r>
            <a:endParaRPr lang="en-US" sz="1800" dirty="0">
              <a:solidFill>
                <a:schemeClr val="bg1"/>
              </a:solidFill>
            </a:endParaRPr>
          </a:p>
        </p:txBody>
      </p:sp>
    </p:spTree>
    <p:extLst>
      <p:ext uri="{BB962C8B-B14F-4D97-AF65-F5344CB8AC3E}">
        <p14:creationId xmlns:p14="http://schemas.microsoft.com/office/powerpoint/2010/main" val="21944977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96818"/>
            <a:ext cx="12344399"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err="1">
                <a:solidFill>
                  <a:srgbClr val="C00000"/>
                </a:solidFill>
                <a:latin typeface="NotoSansEthiopic"/>
              </a:rPr>
              <a:t>ካ.</a:t>
            </a:r>
            <a:r>
              <a:rPr lang="en-US" sz="5400" dirty="0" err="1">
                <a:solidFill>
                  <a:schemeClr val="bg1"/>
                </a:solidFill>
                <a:latin typeface="NotoSansEthiopic"/>
              </a:rPr>
              <a:t>ንጉሴና</a:t>
            </a:r>
            <a:r>
              <a:rPr lang="en-US" sz="5400" dirty="0">
                <a:solidFill>
                  <a:schemeClr val="bg1"/>
                </a:solidFill>
                <a:latin typeface="NotoSansEthiopic"/>
              </a:rPr>
              <a:t> </a:t>
            </a:r>
            <a:r>
              <a:rPr lang="en-US" sz="5400" dirty="0" err="1">
                <a:solidFill>
                  <a:schemeClr val="bg1"/>
                </a:solidFill>
                <a:latin typeface="NotoSansEthiopic"/>
              </a:rPr>
              <a:t>አምላኬ</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ከፍ</a:t>
            </a:r>
            <a:r>
              <a:rPr lang="en-US" sz="5400" dirty="0">
                <a:solidFill>
                  <a:schemeClr val="bg1"/>
                </a:solidFill>
                <a:latin typeface="NotoSansEthiopic"/>
              </a:rPr>
              <a:t> </a:t>
            </a:r>
            <a:r>
              <a:rPr lang="en-US" sz="5400" dirty="0" err="1">
                <a:solidFill>
                  <a:schemeClr val="bg1"/>
                </a:solidFill>
                <a:latin typeface="NotoSansEthiopic"/>
              </a:rPr>
              <a:t>ከፍ</a:t>
            </a:r>
            <a:r>
              <a:rPr lang="en-US" sz="5400" dirty="0">
                <a:solidFill>
                  <a:schemeClr val="bg1"/>
                </a:solidFill>
                <a:latin typeface="NotoSansEthiopic"/>
              </a:rPr>
              <a:t> </a:t>
            </a:r>
            <a:r>
              <a:rPr lang="en-US" sz="5400" dirty="0" err="1">
                <a:solidFill>
                  <a:schemeClr val="bg1"/>
                </a:solidFill>
                <a:latin typeface="NotoSansEthiopic"/>
              </a:rPr>
              <a:t>አደርግሃለሁ</a:t>
            </a:r>
            <a:r>
              <a:rPr lang="en-US" sz="5400" dirty="0">
                <a:solidFill>
                  <a:schemeClr val="bg1"/>
                </a:solidFill>
                <a:latin typeface="NotoSansEthiopic"/>
              </a:rPr>
              <a:t> </a:t>
            </a:r>
            <a:r>
              <a:rPr lang="en-US" sz="5400" dirty="0" err="1">
                <a:solidFill>
                  <a:schemeClr val="bg1"/>
                </a:solidFill>
                <a:latin typeface="NotoSansEthiopic"/>
              </a:rPr>
              <a:t>ስምህንም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4800" dirty="0" err="1">
                <a:solidFill>
                  <a:schemeClr val="bg1"/>
                </a:solidFill>
                <a:latin typeface="NotoSansEthiopic"/>
              </a:rPr>
              <a:t>በሰማይ</a:t>
            </a:r>
            <a:r>
              <a:rPr lang="en-US" sz="4800" dirty="0">
                <a:solidFill>
                  <a:schemeClr val="bg1"/>
                </a:solidFill>
                <a:latin typeface="NotoSansEthiopic"/>
              </a:rPr>
              <a:t> </a:t>
            </a:r>
            <a:r>
              <a:rPr lang="en-US" sz="4800" dirty="0" err="1">
                <a:solidFill>
                  <a:schemeClr val="bg1"/>
                </a:solidFill>
                <a:latin typeface="NotoSansEthiopic"/>
              </a:rPr>
              <a:t>የምትኖር</a:t>
            </a:r>
            <a:r>
              <a:rPr lang="en-US" sz="4800" dirty="0">
                <a:solidFill>
                  <a:schemeClr val="bg1"/>
                </a:solidFill>
                <a:latin typeface="NotoSansEthiopic"/>
              </a:rPr>
              <a:t> </a:t>
            </a:r>
            <a:r>
              <a:rPr lang="en-US" sz="4800" dirty="0" err="1">
                <a:solidFill>
                  <a:schemeClr val="bg1"/>
                </a:solidFill>
                <a:latin typeface="NotoSansEthiopic"/>
              </a:rPr>
              <a:t>አባታችን</a:t>
            </a:r>
            <a:r>
              <a:rPr lang="en-US" sz="4800" dirty="0">
                <a:solidFill>
                  <a:schemeClr val="bg1"/>
                </a:solidFill>
                <a:latin typeface="NotoSansEthiopic"/>
              </a:rPr>
              <a:t> </a:t>
            </a:r>
            <a:r>
              <a:rPr lang="en-US" sz="4800" dirty="0" err="1">
                <a:solidFill>
                  <a:schemeClr val="bg1"/>
                </a:solidFill>
                <a:latin typeface="NotoSansEthiopic"/>
              </a:rPr>
              <a:t>ሆይ</a:t>
            </a:r>
            <a:r>
              <a:rPr lang="en-US" sz="4800" dirty="0">
                <a:solidFill>
                  <a:schemeClr val="bg1"/>
                </a:solidFill>
                <a:latin typeface="NotoSansEthiopic"/>
              </a:rPr>
              <a:t> </a:t>
            </a:r>
            <a:r>
              <a:rPr lang="en-US" sz="4800" dirty="0" err="1">
                <a:solidFill>
                  <a:schemeClr val="bg1"/>
                </a:solidFill>
                <a:latin typeface="NotoSansEthiopic"/>
              </a:rPr>
              <a:t>ወደ</a:t>
            </a:r>
            <a:r>
              <a:rPr lang="en-US" sz="4800" dirty="0">
                <a:solidFill>
                  <a:schemeClr val="bg1"/>
                </a:solidFill>
                <a:latin typeface="NotoSansEthiopic"/>
              </a:rPr>
              <a:t> </a:t>
            </a:r>
            <a:r>
              <a:rPr lang="en-US" sz="4800" dirty="0" err="1">
                <a:solidFill>
                  <a:schemeClr val="bg1"/>
                </a:solidFill>
                <a:latin typeface="NotoSansEthiopic"/>
              </a:rPr>
              <a:t>ፈተና</a:t>
            </a:r>
            <a:r>
              <a:rPr lang="en-US" sz="4800" dirty="0">
                <a:solidFill>
                  <a:schemeClr val="bg1"/>
                </a:solidFill>
                <a:latin typeface="NotoSansEthiopic"/>
              </a:rPr>
              <a:t> </a:t>
            </a:r>
            <a:r>
              <a:rPr lang="en-US" sz="4800" dirty="0" err="1">
                <a:solidFill>
                  <a:schemeClr val="bg1"/>
                </a:solidFill>
                <a:latin typeface="NotoSansEthiopic"/>
              </a:rPr>
              <a:t>አታግባን</a:t>
            </a:r>
            <a:endParaRPr lang="en-US" sz="4800" dirty="0">
              <a:solidFill>
                <a:schemeClr val="bg1"/>
              </a:solidFill>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የክርስቶስ</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ሥጋውንና</a:t>
            </a:r>
            <a:r>
              <a:rPr lang="en-US" sz="5400" dirty="0">
                <a:solidFill>
                  <a:schemeClr val="bg1"/>
                </a:solidFill>
                <a:latin typeface="NotoSansEthiopic"/>
              </a:rPr>
              <a:t> </a:t>
            </a:r>
            <a:r>
              <a:rPr lang="en-US" sz="5400" dirty="0" err="1">
                <a:solidFill>
                  <a:schemeClr val="bg1"/>
                </a:solidFill>
                <a:latin typeface="NotoSansEthiopic"/>
              </a:rPr>
              <a:t>ክቡር</a:t>
            </a:r>
            <a:r>
              <a:rPr lang="en-US" sz="5400" dirty="0">
                <a:solidFill>
                  <a:schemeClr val="bg1"/>
                </a:solidFill>
                <a:latin typeface="NotoSansEthiopic"/>
              </a:rPr>
              <a:t> </a:t>
            </a:r>
            <a:r>
              <a:rPr lang="en-US" sz="5400" dirty="0" err="1">
                <a:solidFill>
                  <a:schemeClr val="bg1"/>
                </a:solidFill>
                <a:latin typeface="NotoSansEthiopic"/>
              </a:rPr>
              <a:t>ደሙን</a:t>
            </a:r>
            <a:r>
              <a:rPr lang="en-US" sz="5400" dirty="0">
                <a:solidFill>
                  <a:schemeClr val="bg1"/>
                </a:solidFill>
                <a:latin typeface="NotoSansEthiopic"/>
              </a:rPr>
              <a:t> </a:t>
            </a:r>
            <a:r>
              <a:rPr lang="en-US" sz="5400" dirty="0" err="1">
                <a:solidFill>
                  <a:schemeClr val="bg1"/>
                </a:solidFill>
                <a:latin typeface="NotoSansEthiopic"/>
              </a:rPr>
              <a:t>ተቀብለናል</a:t>
            </a:r>
            <a:endParaRPr lang="en-US" sz="5400" dirty="0">
              <a:solidFill>
                <a:srgbClr val="FF0000"/>
              </a:solidFill>
              <a:latin typeface="NotoSansEthiopic"/>
            </a:endParaRPr>
          </a:p>
        </p:txBody>
      </p:sp>
    </p:spTree>
    <p:extLst>
      <p:ext uri="{BB962C8B-B14F-4D97-AF65-F5344CB8AC3E}">
        <p14:creationId xmlns:p14="http://schemas.microsoft.com/office/powerpoint/2010/main" val="17883910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ቀን</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 </a:t>
            </a:r>
            <a:r>
              <a:rPr lang="en-US" sz="5400" dirty="0" err="1">
                <a:solidFill>
                  <a:schemeClr val="bg1"/>
                </a:solidFill>
                <a:latin typeface="NotoSansEthiopic"/>
              </a:rPr>
              <a:t>ስምህንም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አታግናን</a:t>
            </a:r>
            <a:endParaRPr lang="en-US" sz="5400" dirty="0">
              <a:solidFill>
                <a:schemeClr val="bg1"/>
              </a:solidFill>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ክቡርና</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የሆነውን</a:t>
            </a:r>
            <a:r>
              <a:rPr lang="en-US" sz="5400" dirty="0">
                <a:solidFill>
                  <a:schemeClr val="bg1"/>
                </a:solidFill>
                <a:latin typeface="NotoSansEthiopic"/>
              </a:rPr>
              <a:t> </a:t>
            </a:r>
            <a:r>
              <a:rPr lang="en-US" sz="5400" dirty="0" err="1">
                <a:solidFill>
                  <a:schemeClr val="bg1"/>
                </a:solidFill>
                <a:latin typeface="NotoSansEthiopic"/>
              </a:rPr>
              <a:t>ምስጢር</a:t>
            </a:r>
            <a:r>
              <a:rPr lang="en-US" sz="5400" dirty="0">
                <a:solidFill>
                  <a:schemeClr val="bg1"/>
                </a:solidFill>
                <a:latin typeface="NotoSansEthiopic"/>
              </a:rPr>
              <a:t> </a:t>
            </a:r>
            <a:r>
              <a:rPr lang="en-US" sz="5400" dirty="0" err="1">
                <a:solidFill>
                  <a:schemeClr val="bg1"/>
                </a:solidFill>
                <a:latin typeface="NotoSansEthiopic"/>
              </a:rPr>
              <a:t>ለመሳተፍ</a:t>
            </a:r>
            <a:r>
              <a:rPr lang="en-US" sz="5400" dirty="0">
                <a:solidFill>
                  <a:schemeClr val="bg1"/>
                </a:solidFill>
                <a:latin typeface="NotoSansEthiopic"/>
              </a:rPr>
              <a:t> </a:t>
            </a:r>
            <a:r>
              <a:rPr lang="en-US" sz="5400" dirty="0" err="1">
                <a:solidFill>
                  <a:schemeClr val="bg1"/>
                </a:solidFill>
                <a:latin typeface="NotoSansEthiopic"/>
              </a:rPr>
              <a:t>ማመስገን</a:t>
            </a:r>
            <a:r>
              <a:rPr lang="en-US" sz="5400" dirty="0">
                <a:solidFill>
                  <a:schemeClr val="bg1"/>
                </a:solidFill>
                <a:latin typeface="NotoSansEthiopic"/>
              </a:rPr>
              <a:t> </a:t>
            </a:r>
            <a:r>
              <a:rPr lang="en-US" sz="5400" dirty="0" err="1">
                <a:solidFill>
                  <a:schemeClr val="bg1"/>
                </a:solidFill>
                <a:latin typeface="NotoSansEthiopic"/>
              </a:rPr>
              <a:t>ይገባናል</a:t>
            </a:r>
            <a:endParaRPr lang="en-US" sz="5400" dirty="0">
              <a:solidFill>
                <a:srgbClr val="FF0000"/>
              </a:solidFill>
              <a:latin typeface="NotoSansEthiopic"/>
            </a:endParaRPr>
          </a:p>
        </p:txBody>
      </p:sp>
    </p:spTree>
    <p:extLst>
      <p:ext uri="{BB962C8B-B14F-4D97-AF65-F5344CB8AC3E}">
        <p14:creationId xmlns:p14="http://schemas.microsoft.com/office/powerpoint/2010/main" val="277845560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አፌ</a:t>
            </a:r>
            <a:r>
              <a:rPr lang="en-US" sz="5400" dirty="0">
                <a:solidFill>
                  <a:schemeClr val="bg1"/>
                </a:solidFill>
                <a:latin typeface="NotoSansEthiopic"/>
              </a:rPr>
              <a:t> </a:t>
            </a:r>
            <a:r>
              <a:rPr lang="en-US" sz="5400" dirty="0" err="1">
                <a:solidFill>
                  <a:schemeClr val="bg1"/>
                </a:solidFill>
                <a:latin typeface="NotoSansEthiopic"/>
              </a:rPr>
              <a:t>የእግዚአብሔርን</a:t>
            </a:r>
            <a:r>
              <a:rPr lang="en-US" sz="5400" dirty="0">
                <a:solidFill>
                  <a:schemeClr val="bg1"/>
                </a:solidFill>
                <a:latin typeface="NotoSansEthiopic"/>
              </a:rPr>
              <a:t> </a:t>
            </a:r>
            <a:r>
              <a:rPr lang="en-US" sz="5400" dirty="0" err="1">
                <a:solidFill>
                  <a:schemeClr val="bg1"/>
                </a:solidFill>
                <a:latin typeface="NotoSansEthiopic"/>
              </a:rPr>
              <a:t>ምስጋና</a:t>
            </a:r>
            <a:r>
              <a:rPr lang="en-US" sz="5400" dirty="0">
                <a:solidFill>
                  <a:schemeClr val="bg1"/>
                </a:solidFill>
                <a:latin typeface="NotoSansEthiopic"/>
              </a:rPr>
              <a:t> </a:t>
            </a:r>
            <a:r>
              <a:rPr lang="en-US" sz="5400" dirty="0" err="1">
                <a:solidFill>
                  <a:schemeClr val="bg1"/>
                </a:solidFill>
                <a:latin typeface="NotoSansEthiopic"/>
              </a:rPr>
              <a:t>ይናገራል</a:t>
            </a:r>
            <a:r>
              <a:rPr lang="en-US" sz="5400" dirty="0">
                <a:solidFill>
                  <a:schemeClr val="bg1"/>
                </a:solidFill>
                <a:latin typeface="NotoSansEthiopic"/>
              </a:rPr>
              <a:t> </a:t>
            </a:r>
            <a:r>
              <a:rPr lang="en-US" sz="5400" dirty="0" err="1">
                <a:solidFill>
                  <a:schemeClr val="bg1"/>
                </a:solidFill>
                <a:latin typeface="NotoSansEthiopic"/>
              </a:rPr>
              <a:t>ሥጋ</a:t>
            </a:r>
            <a:r>
              <a:rPr lang="en-US" sz="5400" dirty="0">
                <a:solidFill>
                  <a:schemeClr val="bg1"/>
                </a:solidFill>
                <a:latin typeface="NotoSansEthiopic"/>
              </a:rPr>
              <a:t> </a:t>
            </a:r>
            <a:r>
              <a:rPr lang="en-US" sz="5400" dirty="0" err="1">
                <a:solidFill>
                  <a:schemeClr val="bg1"/>
                </a:solidFill>
                <a:latin typeface="NotoSansEthiopic"/>
              </a:rPr>
              <a:t>የለበሰም</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ስሙን</a:t>
            </a:r>
            <a:r>
              <a:rPr lang="en-US" sz="5400" dirty="0">
                <a:solidFill>
                  <a:schemeClr val="bg1"/>
                </a:solidFill>
                <a:latin typeface="NotoSansEthiopic"/>
              </a:rPr>
              <a:t> </a:t>
            </a:r>
            <a:r>
              <a:rPr lang="en-US" sz="5400" dirty="0" err="1">
                <a:solidFill>
                  <a:schemeClr val="bg1"/>
                </a:solidFill>
                <a:latin typeface="NotoSansEthiopic"/>
              </a:rPr>
              <a:t>ያመሰግናል</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አታግናን</a:t>
            </a:r>
            <a:endParaRPr lang="en-US" sz="5400" dirty="0">
              <a:solidFill>
                <a:schemeClr val="bg1"/>
              </a:solidFill>
              <a:latin typeface="NotoSansEthiopic"/>
            </a:endParaRPr>
          </a:p>
          <a:p>
            <a:pPr marL="0" indent="0">
              <a:lnSpc>
                <a:spcPct val="120000"/>
              </a:lnSpc>
              <a:buNone/>
            </a:pPr>
            <a:r>
              <a:rPr lang="en-US" sz="5400" dirty="0" err="1">
                <a:solidFill>
                  <a:srgbClr val="C00000"/>
                </a:solidFill>
                <a:latin typeface="NotoSansEthiopic"/>
              </a:rPr>
              <a:t>ይ፡ዲ</a:t>
            </a:r>
            <a:r>
              <a:rPr lang="en-US" sz="5400" dirty="0">
                <a:solidFill>
                  <a:srgbClr val="C00000"/>
                </a:solidFill>
                <a:latin typeface="NotoSansEthiopic"/>
              </a:rPr>
              <a:t>፦ </a:t>
            </a:r>
            <a:r>
              <a:rPr lang="en-US" sz="5400" dirty="0" err="1">
                <a:solidFill>
                  <a:schemeClr val="bg1"/>
                </a:solidFill>
                <a:latin typeface="NotoSansEthiopic"/>
              </a:rPr>
              <a:t>ክቡርና</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የሆነውን</a:t>
            </a:r>
            <a:r>
              <a:rPr lang="en-US" sz="5400" dirty="0">
                <a:solidFill>
                  <a:schemeClr val="bg1"/>
                </a:solidFill>
                <a:latin typeface="NotoSansEthiopic"/>
              </a:rPr>
              <a:t> </a:t>
            </a:r>
            <a:r>
              <a:rPr lang="en-US" sz="5400" dirty="0" err="1">
                <a:solidFill>
                  <a:schemeClr val="bg1"/>
                </a:solidFill>
                <a:latin typeface="NotoSansEthiopic"/>
              </a:rPr>
              <a:t>ምስጢር</a:t>
            </a:r>
            <a:r>
              <a:rPr lang="en-US" sz="5400" dirty="0">
                <a:solidFill>
                  <a:schemeClr val="bg1"/>
                </a:solidFill>
                <a:latin typeface="NotoSansEthiopic"/>
              </a:rPr>
              <a:t> </a:t>
            </a:r>
            <a:r>
              <a:rPr lang="en-US" sz="5400" dirty="0" err="1">
                <a:solidFill>
                  <a:schemeClr val="bg1"/>
                </a:solidFill>
                <a:latin typeface="NotoSansEthiopic"/>
              </a:rPr>
              <a:t>ለመሳተፍ</a:t>
            </a:r>
            <a:r>
              <a:rPr lang="en-US" sz="5400" dirty="0">
                <a:solidFill>
                  <a:schemeClr val="bg1"/>
                </a:solidFill>
                <a:latin typeface="NotoSansEthiopic"/>
              </a:rPr>
              <a:t> </a:t>
            </a:r>
            <a:r>
              <a:rPr lang="en-US" sz="5400" dirty="0" err="1">
                <a:solidFill>
                  <a:schemeClr val="bg1"/>
                </a:solidFill>
                <a:latin typeface="NotoSansEthiopic"/>
              </a:rPr>
              <a:t>ማመስገን</a:t>
            </a:r>
            <a:r>
              <a:rPr lang="en-US" sz="5400" dirty="0">
                <a:solidFill>
                  <a:schemeClr val="bg1"/>
                </a:solidFill>
                <a:latin typeface="NotoSansEthiopic"/>
              </a:rPr>
              <a:t> </a:t>
            </a:r>
            <a:r>
              <a:rPr lang="en-US" sz="5400" dirty="0" err="1">
                <a:solidFill>
                  <a:schemeClr val="bg1"/>
                </a:solidFill>
                <a:latin typeface="NotoSansEthiopic"/>
              </a:rPr>
              <a:t>ይገባናል</a:t>
            </a:r>
            <a:endParaRPr lang="en-US" sz="5400" dirty="0">
              <a:solidFill>
                <a:srgbClr val="FF0000"/>
              </a:solidFill>
              <a:latin typeface="NotoSansEthiopic"/>
            </a:endParaRPr>
          </a:p>
        </p:txBody>
      </p:sp>
    </p:spTree>
    <p:extLst>
      <p:ext uri="{BB962C8B-B14F-4D97-AF65-F5344CB8AC3E}">
        <p14:creationId xmlns:p14="http://schemas.microsoft.com/office/powerpoint/2010/main" val="298310705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ሃሌሉያ</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ስምህ</a:t>
            </a:r>
            <a:r>
              <a:rPr lang="en-US" sz="5400" dirty="0">
                <a:solidFill>
                  <a:schemeClr val="bg1"/>
                </a:solidFill>
                <a:latin typeface="NotoSansEthiopic"/>
              </a:rPr>
              <a:t> </a:t>
            </a:r>
            <a:r>
              <a:rPr lang="en-US" sz="5400" dirty="0" err="1">
                <a:solidFill>
                  <a:schemeClr val="bg1"/>
                </a:solidFill>
                <a:latin typeface="NotoSansEthiopic"/>
              </a:rPr>
              <a:t>ይመስገን</a:t>
            </a:r>
            <a:r>
              <a:rPr lang="en-US" sz="5400" dirty="0">
                <a:solidFill>
                  <a:schemeClr val="bg1"/>
                </a:solidFill>
                <a:latin typeface="NotoSansEthiopic"/>
              </a:rPr>
              <a:t> </a:t>
            </a:r>
            <a:r>
              <a:rPr lang="en-US" sz="5400" dirty="0" err="1">
                <a:solidFill>
                  <a:schemeClr val="bg1"/>
                </a:solidFill>
                <a:latin typeface="NotoSansEthiopic"/>
              </a:rPr>
              <a:t>በደላችንን</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በልልን</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አታግባን</a:t>
            </a:r>
            <a:r>
              <a:rPr lang="en-US" sz="5400" dirty="0">
                <a:solidFill>
                  <a:schemeClr val="bg1"/>
                </a:solidFill>
                <a:latin typeface="NotoSansEthiopic"/>
              </a:rPr>
              <a:t>። </a:t>
            </a:r>
            <a:r>
              <a:rPr lang="en-US" sz="5400" dirty="0" err="1">
                <a:solidFill>
                  <a:schemeClr val="bg1"/>
                </a:solidFill>
                <a:latin typeface="NotoSansEthiopic"/>
              </a:rPr>
              <a:t>ጌታ</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ከክፉ</a:t>
            </a:r>
            <a:r>
              <a:rPr lang="en-US" sz="5400" dirty="0">
                <a:solidFill>
                  <a:schemeClr val="bg1"/>
                </a:solidFill>
                <a:latin typeface="NotoSansEthiopic"/>
              </a:rPr>
              <a:t> </a:t>
            </a:r>
            <a:r>
              <a:rPr lang="en-US" sz="5400" dirty="0" err="1">
                <a:solidFill>
                  <a:schemeClr val="bg1"/>
                </a:solidFill>
                <a:latin typeface="NotoSansEthiopic"/>
              </a:rPr>
              <a:t>ቀን</a:t>
            </a:r>
            <a:r>
              <a:rPr lang="en-US" sz="5400" dirty="0">
                <a:solidFill>
                  <a:schemeClr val="bg1"/>
                </a:solidFill>
                <a:latin typeface="NotoSansEthiopic"/>
              </a:rPr>
              <a:t> </a:t>
            </a:r>
            <a:r>
              <a:rPr lang="en-US" sz="5400" dirty="0" err="1">
                <a:solidFill>
                  <a:schemeClr val="bg1"/>
                </a:solidFill>
                <a:latin typeface="NotoSansEthiopic"/>
              </a:rPr>
              <a:t>አድነን</a:t>
            </a:r>
            <a:r>
              <a:rPr lang="en-US" sz="5400" dirty="0">
                <a:solidFill>
                  <a:schemeClr val="bg1"/>
                </a:solidFill>
                <a:latin typeface="NotoSansEthiopic"/>
              </a:rPr>
              <a:t> </a:t>
            </a:r>
            <a:r>
              <a:rPr lang="en-US" sz="5400" dirty="0" err="1">
                <a:solidFill>
                  <a:schemeClr val="bg1"/>
                </a:solidFill>
                <a:latin typeface="NotoSansEthiopic"/>
              </a:rPr>
              <a:t>ከጥፋትም</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ሠውረን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23432317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fontScale="85000"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ልመናችንን</a:t>
            </a:r>
            <a:r>
              <a:rPr lang="en-US" sz="5400" dirty="0">
                <a:solidFill>
                  <a:schemeClr val="bg1"/>
                </a:solidFill>
                <a:latin typeface="NotoSansEthiopic"/>
              </a:rPr>
              <a:t> </a:t>
            </a:r>
            <a:r>
              <a:rPr lang="en-US" sz="5400" dirty="0" err="1">
                <a:solidFill>
                  <a:schemeClr val="bg1"/>
                </a:solidFill>
                <a:latin typeface="NotoSansEthiopic"/>
              </a:rPr>
              <a:t>በሕይወት</a:t>
            </a:r>
            <a:r>
              <a:rPr lang="en-US" sz="5400" dirty="0">
                <a:solidFill>
                  <a:schemeClr val="bg1"/>
                </a:solidFill>
                <a:latin typeface="NotoSansEthiopic"/>
              </a:rPr>
              <a:t> </a:t>
            </a:r>
            <a:r>
              <a:rPr lang="en-US" sz="5400" dirty="0" err="1">
                <a:solidFill>
                  <a:schemeClr val="bg1"/>
                </a:solidFill>
                <a:latin typeface="NotoSansEthiopic"/>
              </a:rPr>
              <a:t>መጽሐፍ</a:t>
            </a:r>
            <a:r>
              <a:rPr lang="en-US" sz="5400" dirty="0">
                <a:solidFill>
                  <a:schemeClr val="bg1"/>
                </a:solidFill>
                <a:latin typeface="NotoSansEthiopic"/>
              </a:rPr>
              <a:t> </a:t>
            </a:r>
            <a:r>
              <a:rPr lang="en-US" sz="5400" dirty="0" err="1">
                <a:solidFill>
                  <a:schemeClr val="bg1"/>
                </a:solidFill>
                <a:latin typeface="NotoSansEthiopic"/>
              </a:rPr>
              <a:t>እንዲጽፍልን</a:t>
            </a:r>
            <a:r>
              <a:rPr lang="en-US" sz="5400" dirty="0">
                <a:solidFill>
                  <a:schemeClr val="bg1"/>
                </a:solidFill>
                <a:latin typeface="NotoSansEthiopic"/>
              </a:rPr>
              <a:t> </a:t>
            </a:r>
            <a:r>
              <a:rPr lang="en-US" sz="5400" dirty="0" err="1">
                <a:solidFill>
                  <a:schemeClr val="bg1"/>
                </a:solidFill>
                <a:latin typeface="NotoSansEthiopic"/>
              </a:rPr>
              <a:t>ዘለዓለማዊ</a:t>
            </a:r>
            <a:r>
              <a:rPr lang="en-US" sz="5400" dirty="0">
                <a:solidFill>
                  <a:schemeClr val="bg1"/>
                </a:solidFill>
                <a:latin typeface="NotoSansEthiopic"/>
              </a:rPr>
              <a:t> </a:t>
            </a:r>
            <a:r>
              <a:rPr lang="en-US" sz="5400" dirty="0" err="1">
                <a:solidFill>
                  <a:schemeClr val="bg1"/>
                </a:solidFill>
                <a:latin typeface="NotoSansEthiopic"/>
              </a:rPr>
              <a:t>አምላካችን</a:t>
            </a:r>
            <a:r>
              <a:rPr lang="en-US" sz="5400" dirty="0">
                <a:solidFill>
                  <a:schemeClr val="bg1"/>
                </a:solidFill>
                <a:latin typeface="NotoSansEthiopic"/>
              </a:rPr>
              <a:t> </a:t>
            </a:r>
            <a:r>
              <a:rPr lang="en-US" sz="5400" dirty="0" err="1">
                <a:solidFill>
                  <a:schemeClr val="bg1"/>
                </a:solidFill>
                <a:latin typeface="NotoSansEthiopic"/>
              </a:rPr>
              <a:t>በቅዱሳን</a:t>
            </a:r>
            <a:r>
              <a:rPr lang="en-US" sz="5400" dirty="0">
                <a:solidFill>
                  <a:schemeClr val="bg1"/>
                </a:solidFill>
                <a:latin typeface="NotoSansEthiopic"/>
              </a:rPr>
              <a:t> </a:t>
            </a:r>
            <a:r>
              <a:rPr lang="en-US" sz="5400" dirty="0" err="1">
                <a:solidFill>
                  <a:schemeClr val="bg1"/>
                </a:solidFill>
                <a:latin typeface="NotoSansEthiopic"/>
              </a:rPr>
              <a:t>ማረፊያ</a:t>
            </a:r>
            <a:r>
              <a:rPr lang="en-US" sz="5400" dirty="0">
                <a:solidFill>
                  <a:schemeClr val="bg1"/>
                </a:solidFill>
                <a:latin typeface="NotoSansEthiopic"/>
              </a:rPr>
              <a:t> </a:t>
            </a:r>
            <a:r>
              <a:rPr lang="en-US" sz="5400" dirty="0" err="1">
                <a:solidFill>
                  <a:schemeClr val="bg1"/>
                </a:solidFill>
                <a:latin typeface="NotoSansEthiopic"/>
              </a:rPr>
              <a:t>በብርሃኑ</a:t>
            </a:r>
            <a:r>
              <a:rPr lang="en-US" sz="5400" dirty="0">
                <a:solidFill>
                  <a:schemeClr val="bg1"/>
                </a:solidFill>
                <a:latin typeface="NotoSansEthiopic"/>
              </a:rPr>
              <a:t> </a:t>
            </a:r>
            <a:r>
              <a:rPr lang="en-US" sz="5400" dirty="0" err="1">
                <a:solidFill>
                  <a:schemeClr val="bg1"/>
                </a:solidFill>
                <a:latin typeface="NotoSansEthiopic"/>
              </a:rPr>
              <a:t>እንዲያስታውሰን</a:t>
            </a:r>
            <a:r>
              <a:rPr lang="en-US" sz="5400" dirty="0">
                <a:solidFill>
                  <a:schemeClr val="bg1"/>
                </a:solidFill>
                <a:latin typeface="NotoSansEthiopic"/>
              </a:rPr>
              <a:t> </a:t>
            </a:r>
            <a:r>
              <a:rPr lang="en-US" sz="5400" dirty="0" err="1">
                <a:solidFill>
                  <a:schemeClr val="bg1"/>
                </a:solidFill>
                <a:latin typeface="NotoSansEthiopic"/>
              </a:rPr>
              <a:t>እንለምናለን</a:t>
            </a:r>
            <a:r>
              <a:rPr lang="en-US" sz="5400" dirty="0">
                <a:solidFill>
                  <a:schemeClr val="bg1"/>
                </a:solidFill>
                <a:latin typeface="NotoSansEthiopic"/>
              </a:rPr>
              <a:t>። </a:t>
            </a:r>
            <a:r>
              <a:rPr lang="en-US" sz="5400" dirty="0" err="1">
                <a:solidFill>
                  <a:schemeClr val="bg1"/>
                </a:solidFill>
                <a:latin typeface="NotoSansEthiopic"/>
              </a:rPr>
              <a:t>በጊዜው</a:t>
            </a:r>
            <a:r>
              <a:rPr lang="en-US" sz="5400" dirty="0">
                <a:solidFill>
                  <a:schemeClr val="bg1"/>
                </a:solidFill>
                <a:latin typeface="NotoSansEthiopic"/>
              </a:rPr>
              <a:t> </a:t>
            </a:r>
            <a:r>
              <a:rPr lang="en-US" sz="5400" dirty="0" err="1">
                <a:solidFill>
                  <a:schemeClr val="bg1"/>
                </a:solidFill>
                <a:latin typeface="NotoSansEthiopic"/>
              </a:rPr>
              <a:t>ለቅዳሴ</a:t>
            </a:r>
            <a:r>
              <a:rPr lang="en-US" sz="5400" dirty="0">
                <a:solidFill>
                  <a:schemeClr val="bg1"/>
                </a:solidFill>
                <a:latin typeface="NotoSansEthiopic"/>
              </a:rPr>
              <a:t> </a:t>
            </a:r>
            <a:r>
              <a:rPr lang="en-US" sz="5400" dirty="0" err="1">
                <a:solidFill>
                  <a:schemeClr val="bg1"/>
                </a:solidFill>
                <a:latin typeface="NotoSansEthiopic"/>
              </a:rPr>
              <a:t>ላልደረሱት</a:t>
            </a:r>
            <a:r>
              <a:rPr lang="en-US" sz="5400" dirty="0">
                <a:solidFill>
                  <a:schemeClr val="bg1"/>
                </a:solidFill>
                <a:latin typeface="NotoSansEthiopic"/>
              </a:rPr>
              <a:t> </a:t>
            </a:r>
            <a:r>
              <a:rPr lang="en-US" sz="5400" dirty="0" err="1">
                <a:solidFill>
                  <a:schemeClr val="bg1"/>
                </a:solidFill>
                <a:latin typeface="NotoSansEthiopic"/>
              </a:rPr>
              <a:t>አባቶቻችን</a:t>
            </a:r>
            <a:r>
              <a:rPr lang="en-US" sz="5400" dirty="0">
                <a:solidFill>
                  <a:schemeClr val="bg1"/>
                </a:solidFill>
                <a:latin typeface="NotoSansEthiopic"/>
              </a:rPr>
              <a:t> </a:t>
            </a:r>
            <a:r>
              <a:rPr lang="en-US" sz="5400" dirty="0" err="1">
                <a:solidFill>
                  <a:schemeClr val="bg1"/>
                </a:solidFill>
                <a:latin typeface="NotoSansEthiopic"/>
              </a:rPr>
              <a:t>እናቶቻችን</a:t>
            </a:r>
            <a:r>
              <a:rPr lang="en-US" sz="5400" dirty="0">
                <a:solidFill>
                  <a:schemeClr val="bg1"/>
                </a:solidFill>
                <a:latin typeface="NotoSansEthiopic"/>
              </a:rPr>
              <a:t> </a:t>
            </a:r>
            <a:r>
              <a:rPr lang="en-US" sz="5400" dirty="0" err="1">
                <a:solidFill>
                  <a:schemeClr val="bg1"/>
                </a:solidFill>
                <a:latin typeface="NotoSansEthiopic"/>
              </a:rPr>
              <a:t>ወንድሞቻችን</a:t>
            </a:r>
            <a:r>
              <a:rPr lang="en-US" sz="5400" dirty="0">
                <a:solidFill>
                  <a:schemeClr val="bg1"/>
                </a:solidFill>
                <a:latin typeface="NotoSansEthiopic"/>
              </a:rPr>
              <a:t> </a:t>
            </a:r>
            <a:r>
              <a:rPr lang="en-US" sz="5400" dirty="0" err="1">
                <a:solidFill>
                  <a:schemeClr val="bg1"/>
                </a:solidFill>
                <a:latin typeface="NotoSansEthiopic"/>
              </a:rPr>
              <a:t>እኅቶቻችን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ትጋትንና</a:t>
            </a:r>
            <a:r>
              <a:rPr lang="en-US" sz="5400" dirty="0">
                <a:solidFill>
                  <a:schemeClr val="bg1"/>
                </a:solidFill>
                <a:latin typeface="NotoSansEthiopic"/>
              </a:rPr>
              <a:t> </a:t>
            </a:r>
            <a:r>
              <a:rPr lang="en-US" sz="5400" dirty="0" err="1">
                <a:solidFill>
                  <a:schemeClr val="bg1"/>
                </a:solidFill>
                <a:latin typeface="NotoSansEthiopic"/>
              </a:rPr>
              <a:t>በሁሉም</a:t>
            </a:r>
            <a:r>
              <a:rPr lang="en-US" sz="5400" dirty="0">
                <a:solidFill>
                  <a:schemeClr val="bg1"/>
                </a:solidFill>
                <a:latin typeface="NotoSansEthiopic"/>
              </a:rPr>
              <a:t> </a:t>
            </a:r>
            <a:r>
              <a:rPr lang="en-US" sz="5400" dirty="0" err="1">
                <a:solidFill>
                  <a:schemeClr val="bg1"/>
                </a:solidFill>
                <a:latin typeface="NotoSansEthiopic"/>
              </a:rPr>
              <a:t>ንቃትን</a:t>
            </a:r>
            <a:r>
              <a:rPr lang="en-US" sz="5400" dirty="0">
                <a:solidFill>
                  <a:schemeClr val="bg1"/>
                </a:solidFill>
                <a:latin typeface="NotoSansEthiopic"/>
              </a:rPr>
              <a:t> </a:t>
            </a:r>
            <a:r>
              <a:rPr lang="en-US" sz="5400" dirty="0" err="1">
                <a:solidFill>
                  <a:schemeClr val="bg1"/>
                </a:solidFill>
                <a:latin typeface="NotoSansEthiopic"/>
              </a:rPr>
              <a:t>ይሰጣቸው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የዚህን</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ማሠሪያ</a:t>
            </a:r>
            <a:r>
              <a:rPr lang="en-US" sz="5400" dirty="0">
                <a:solidFill>
                  <a:schemeClr val="bg1"/>
                </a:solidFill>
                <a:latin typeface="NotoSansEthiopic"/>
              </a:rPr>
              <a:t> </a:t>
            </a:r>
            <a:r>
              <a:rPr lang="en-US" sz="5400" dirty="0" err="1">
                <a:solidFill>
                  <a:schemeClr val="bg1"/>
                </a:solidFill>
                <a:latin typeface="NotoSansEthiopic"/>
              </a:rPr>
              <a:t>ከእነርሱ</a:t>
            </a:r>
            <a:r>
              <a:rPr lang="en-US" sz="5400" dirty="0">
                <a:solidFill>
                  <a:schemeClr val="bg1"/>
                </a:solidFill>
                <a:latin typeface="NotoSansEthiopic"/>
              </a:rPr>
              <a:t> </a:t>
            </a:r>
            <a:r>
              <a:rPr lang="en-US" sz="5400" dirty="0" err="1">
                <a:solidFill>
                  <a:schemeClr val="bg1"/>
                </a:solidFill>
                <a:latin typeface="NotoSansEthiopic"/>
              </a:rPr>
              <a:t>ያስወግድላቸው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ነፃነትንና</a:t>
            </a:r>
            <a:r>
              <a:rPr lang="en-US" sz="5400" dirty="0">
                <a:solidFill>
                  <a:schemeClr val="bg1"/>
                </a:solidFill>
                <a:latin typeface="NotoSansEthiopic"/>
              </a:rPr>
              <a:t> </a:t>
            </a:r>
            <a:r>
              <a:rPr lang="en-US" sz="5400" dirty="0" err="1">
                <a:solidFill>
                  <a:schemeClr val="bg1"/>
                </a:solidFill>
                <a:latin typeface="NotoSansEthiopic"/>
              </a:rPr>
              <a:t>ፍቅርን</a:t>
            </a:r>
            <a:r>
              <a:rPr lang="en-US" sz="5400" dirty="0">
                <a:solidFill>
                  <a:schemeClr val="bg1"/>
                </a:solidFill>
                <a:latin typeface="NotoSansEthiopic"/>
              </a:rPr>
              <a:t> </a:t>
            </a:r>
            <a:r>
              <a:rPr lang="en-US" sz="5400" dirty="0" err="1">
                <a:solidFill>
                  <a:schemeClr val="bg1"/>
                </a:solidFill>
                <a:latin typeface="NotoSansEthiopic"/>
              </a:rPr>
              <a:t>እምነትንና</a:t>
            </a:r>
            <a:r>
              <a:rPr lang="en-US" sz="5400" dirty="0">
                <a:solidFill>
                  <a:schemeClr val="bg1"/>
                </a:solidFill>
                <a:latin typeface="NotoSansEthiopic"/>
              </a:rPr>
              <a:t> </a:t>
            </a:r>
            <a:r>
              <a:rPr lang="en-US" sz="5400" dirty="0" err="1">
                <a:solidFill>
                  <a:schemeClr val="bg1"/>
                </a:solidFill>
                <a:latin typeface="NotoSansEthiopic"/>
              </a:rPr>
              <a:t>መልካም</a:t>
            </a:r>
            <a:r>
              <a:rPr lang="en-US" sz="5400" dirty="0">
                <a:solidFill>
                  <a:schemeClr val="bg1"/>
                </a:solidFill>
                <a:latin typeface="NotoSansEthiopic"/>
              </a:rPr>
              <a:t> </a:t>
            </a:r>
            <a:r>
              <a:rPr lang="en-US" sz="5400" dirty="0" err="1">
                <a:solidFill>
                  <a:schemeClr val="bg1"/>
                </a:solidFill>
                <a:latin typeface="NotoSansEthiopic"/>
              </a:rPr>
              <a:t>ተስፋን</a:t>
            </a:r>
            <a:r>
              <a:rPr lang="en-US" sz="5400" dirty="0">
                <a:solidFill>
                  <a:schemeClr val="bg1"/>
                </a:solidFill>
                <a:latin typeface="NotoSansEthiopic"/>
              </a:rPr>
              <a:t> </a:t>
            </a:r>
            <a:r>
              <a:rPr lang="en-US" sz="5400" dirty="0" err="1">
                <a:solidFill>
                  <a:schemeClr val="bg1"/>
                </a:solidFill>
                <a:latin typeface="NotoSansEthiopic"/>
              </a:rPr>
              <a:t>ይሰጣቸው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ስለ</a:t>
            </a:r>
            <a:r>
              <a:rPr lang="en-US" sz="5400" dirty="0">
                <a:solidFill>
                  <a:schemeClr val="bg1"/>
                </a:solidFill>
                <a:latin typeface="NotoSansEthiopic"/>
              </a:rPr>
              <a:t> </a:t>
            </a:r>
            <a:r>
              <a:rPr lang="en-US" sz="5400" dirty="0" err="1">
                <a:solidFill>
                  <a:schemeClr val="bg1"/>
                </a:solidFill>
                <a:latin typeface="NotoSansEthiopic"/>
              </a:rPr>
              <a:t>ሕያው</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ልጅ</a:t>
            </a:r>
            <a:r>
              <a:rPr lang="en-US" sz="5400" dirty="0">
                <a:solidFill>
                  <a:schemeClr val="bg1"/>
                </a:solidFill>
                <a:latin typeface="NotoSansEthiopic"/>
              </a:rPr>
              <a:t> </a:t>
            </a:r>
            <a:r>
              <a:rPr lang="en-US" sz="5400" dirty="0" err="1">
                <a:solidFill>
                  <a:schemeClr val="bg1"/>
                </a:solidFill>
                <a:latin typeface="NotoSansEthiopic"/>
              </a:rPr>
              <a:t>ሥጋና</a:t>
            </a:r>
            <a:r>
              <a:rPr lang="en-US" sz="5400" dirty="0">
                <a:solidFill>
                  <a:schemeClr val="bg1"/>
                </a:solidFill>
                <a:latin typeface="NotoSansEthiopic"/>
              </a:rPr>
              <a:t> </a:t>
            </a:r>
            <a:r>
              <a:rPr lang="en-US" sz="5400" dirty="0" err="1">
                <a:solidFill>
                  <a:schemeClr val="bg1"/>
                </a:solidFill>
                <a:latin typeface="NotoSansEthiopic"/>
              </a:rPr>
              <a:t>ደም</a:t>
            </a:r>
            <a:r>
              <a:rPr lang="en-US" sz="5400" dirty="0">
                <a:solidFill>
                  <a:schemeClr val="bg1"/>
                </a:solidFill>
                <a:latin typeface="NotoSansEthiopic"/>
              </a:rPr>
              <a:t> </a:t>
            </a:r>
            <a:r>
              <a:rPr lang="en-US" sz="5400" dirty="0" err="1">
                <a:solidFill>
                  <a:schemeClr val="bg1"/>
                </a:solidFill>
                <a:latin typeface="NotoSansEthiopic"/>
              </a:rPr>
              <a:t>እንማልዳለን</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41893842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የሰላም</a:t>
            </a:r>
            <a:r>
              <a:rPr lang="en-US" sz="5400" dirty="0">
                <a:solidFill>
                  <a:schemeClr val="bg1"/>
                </a:solidFill>
                <a:latin typeface="NotoSansEthiopic"/>
              </a:rPr>
              <a:t> </a:t>
            </a:r>
            <a:r>
              <a:rPr lang="en-US" sz="5400" dirty="0" err="1">
                <a:solidFill>
                  <a:schemeClr val="bg1"/>
                </a:solidFill>
                <a:latin typeface="NotoSansEthiopic"/>
              </a:rPr>
              <a:t>ንጉሥ</a:t>
            </a:r>
            <a:r>
              <a:rPr lang="en-US" sz="5400" dirty="0">
                <a:solidFill>
                  <a:schemeClr val="bg1"/>
                </a:solidFill>
                <a:latin typeface="NotoSansEthiopic"/>
              </a:rPr>
              <a:t> </a:t>
            </a:r>
            <a:r>
              <a:rPr lang="en-US" sz="5400" dirty="0" err="1">
                <a:solidFill>
                  <a:schemeClr val="bg1"/>
                </a:solidFill>
                <a:latin typeface="NotoSansEthiopic"/>
              </a:rPr>
              <a:t>ሰላማዊው</a:t>
            </a:r>
            <a:r>
              <a:rPr lang="en-US" sz="5400" dirty="0">
                <a:solidFill>
                  <a:schemeClr val="bg1"/>
                </a:solidFill>
                <a:latin typeface="NotoSansEthiopic"/>
              </a:rPr>
              <a:t> </a:t>
            </a:r>
            <a:r>
              <a:rPr lang="en-US" sz="5400" dirty="0" err="1">
                <a:solidFill>
                  <a:schemeClr val="bg1"/>
                </a:solidFill>
                <a:latin typeface="NotoSansEthiopic"/>
              </a:rPr>
              <a:t>ኢየሱስ</a:t>
            </a:r>
            <a:r>
              <a:rPr lang="en-US" sz="5400" dirty="0">
                <a:solidFill>
                  <a:schemeClr val="bg1"/>
                </a:solidFill>
                <a:latin typeface="NotoSansEthiopic"/>
              </a:rPr>
              <a:t> </a:t>
            </a:r>
            <a:r>
              <a:rPr lang="en-US" sz="5400" dirty="0" err="1">
                <a:solidFill>
                  <a:schemeClr val="bg1"/>
                </a:solidFill>
                <a:latin typeface="NotoSansEthiopic"/>
              </a:rPr>
              <a:t>ክርስቶስ</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ሰላምህን</a:t>
            </a:r>
            <a:r>
              <a:rPr lang="en-US" sz="5400" dirty="0">
                <a:solidFill>
                  <a:schemeClr val="bg1"/>
                </a:solidFill>
                <a:latin typeface="NotoSansEthiopic"/>
              </a:rPr>
              <a:t> </a:t>
            </a:r>
            <a:r>
              <a:rPr lang="en-US" sz="5400" dirty="0" err="1">
                <a:solidFill>
                  <a:schemeClr val="bg1"/>
                </a:solidFill>
                <a:latin typeface="NotoSansEthiopic"/>
              </a:rPr>
              <a:t>ስጠን</a:t>
            </a:r>
            <a:r>
              <a:rPr lang="en-US" sz="5400" dirty="0">
                <a:solidFill>
                  <a:schemeClr val="bg1"/>
                </a:solidFill>
                <a:latin typeface="NotoSansEthiopic"/>
              </a:rPr>
              <a:t> </a:t>
            </a:r>
            <a:r>
              <a:rPr lang="en-US" sz="5400" dirty="0" err="1">
                <a:solidFill>
                  <a:schemeClr val="bg1"/>
                </a:solidFill>
                <a:latin typeface="NotoSansEthiopic"/>
              </a:rPr>
              <a:t>በልባችንም</a:t>
            </a:r>
            <a:r>
              <a:rPr lang="en-US" sz="5400" dirty="0">
                <a:solidFill>
                  <a:schemeClr val="bg1"/>
                </a:solidFill>
                <a:latin typeface="NotoSansEthiopic"/>
              </a:rPr>
              <a:t> </a:t>
            </a:r>
            <a:r>
              <a:rPr lang="en-US" sz="5400" dirty="0" err="1">
                <a:solidFill>
                  <a:schemeClr val="bg1"/>
                </a:solidFill>
                <a:latin typeface="NotoSansEthiopic"/>
              </a:rPr>
              <a:t>ውስጥ</a:t>
            </a:r>
            <a:r>
              <a:rPr lang="en-US" sz="5400" dirty="0">
                <a:solidFill>
                  <a:schemeClr val="bg1"/>
                </a:solidFill>
                <a:latin typeface="NotoSansEthiopic"/>
              </a:rPr>
              <a:t> </a:t>
            </a:r>
            <a:r>
              <a:rPr lang="en-US" sz="5400" dirty="0" err="1">
                <a:solidFill>
                  <a:schemeClr val="bg1"/>
                </a:solidFill>
                <a:latin typeface="NotoSansEthiopic"/>
              </a:rPr>
              <a:t>ሰላምን</a:t>
            </a:r>
            <a:r>
              <a:rPr lang="en-US" sz="5400" dirty="0">
                <a:solidFill>
                  <a:schemeClr val="bg1"/>
                </a:solidFill>
                <a:latin typeface="NotoSansEthiopic"/>
              </a:rPr>
              <a:t> </a:t>
            </a:r>
            <a:r>
              <a:rPr lang="en-US" sz="5400" dirty="0" err="1">
                <a:solidFill>
                  <a:schemeClr val="bg1"/>
                </a:solidFill>
                <a:latin typeface="NotoSansEthiopic"/>
              </a:rPr>
              <a:t>አጥናልን</a:t>
            </a:r>
            <a:r>
              <a:rPr lang="en-US" sz="5400" dirty="0">
                <a:solidFill>
                  <a:schemeClr val="bg1"/>
                </a:solidFill>
                <a:latin typeface="NotoSansEthiopic"/>
              </a:rPr>
              <a:t> </a:t>
            </a:r>
            <a:r>
              <a:rPr lang="en-US" sz="5400" dirty="0" err="1">
                <a:solidFill>
                  <a:schemeClr val="bg1"/>
                </a:solidFill>
                <a:latin typeface="NotoSansEthiopic"/>
              </a:rPr>
              <a:t>ኃጢያታችንንም</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በልልን</a:t>
            </a:r>
            <a:r>
              <a:rPr lang="en-US" sz="5400" dirty="0">
                <a:solidFill>
                  <a:schemeClr val="bg1"/>
                </a:solidFill>
                <a:latin typeface="NotoSansEthiopic"/>
              </a:rPr>
              <a:t> </a:t>
            </a:r>
            <a:r>
              <a:rPr lang="en-US" sz="5400" dirty="0" err="1">
                <a:solidFill>
                  <a:schemeClr val="bg1"/>
                </a:solidFill>
                <a:latin typeface="NotoSansEthiopic"/>
              </a:rPr>
              <a:t>በሰላም</a:t>
            </a:r>
            <a:r>
              <a:rPr lang="en-US" sz="5400" dirty="0">
                <a:solidFill>
                  <a:schemeClr val="bg1"/>
                </a:solidFill>
                <a:latin typeface="NotoSansEthiopic"/>
              </a:rPr>
              <a:t> </a:t>
            </a:r>
            <a:r>
              <a:rPr lang="en-US" sz="5400" dirty="0" err="1">
                <a:solidFill>
                  <a:schemeClr val="bg1"/>
                </a:solidFill>
                <a:latin typeface="NotoSansEthiopic"/>
              </a:rPr>
              <a:t>እንድንሄድ</a:t>
            </a:r>
            <a:r>
              <a:rPr lang="en-US" sz="5400" dirty="0">
                <a:solidFill>
                  <a:schemeClr val="bg1"/>
                </a:solidFill>
                <a:latin typeface="NotoSansEthiopic"/>
              </a:rPr>
              <a:t> </a:t>
            </a:r>
            <a:r>
              <a:rPr lang="en-US" sz="5400" dirty="0" err="1">
                <a:solidFill>
                  <a:schemeClr val="bg1"/>
                </a:solidFill>
                <a:latin typeface="NotoSansEthiopic"/>
              </a:rPr>
              <a:t>አድርገን</a:t>
            </a:r>
            <a:r>
              <a:rPr lang="en-US" sz="5400" dirty="0">
                <a:solidFill>
                  <a:schemeClr val="bg1"/>
                </a:solidFill>
                <a:latin typeface="NotoSansEthiopic"/>
              </a:rPr>
              <a:t> </a:t>
            </a:r>
            <a:r>
              <a:rPr lang="en-US" sz="5400" dirty="0" err="1">
                <a:solidFill>
                  <a:schemeClr val="bg1"/>
                </a:solidFill>
                <a:latin typeface="NotoSansEthiopic"/>
              </a:rPr>
              <a:t>ከመሐሪ</a:t>
            </a:r>
            <a:r>
              <a:rPr lang="en-US" sz="5400" dirty="0">
                <a:solidFill>
                  <a:schemeClr val="bg1"/>
                </a:solidFill>
                <a:latin typeface="NotoSansEthiopic"/>
              </a:rPr>
              <a:t> </a:t>
            </a:r>
            <a:r>
              <a:rPr lang="en-US" sz="5400" dirty="0" err="1">
                <a:solidFill>
                  <a:schemeClr val="bg1"/>
                </a:solidFill>
                <a:latin typeface="NotoSansEthiopic"/>
              </a:rPr>
              <a:t>ቸር</a:t>
            </a:r>
            <a:r>
              <a:rPr lang="en-US" sz="5400" dirty="0">
                <a:solidFill>
                  <a:schemeClr val="bg1"/>
                </a:solidFill>
                <a:latin typeface="NotoSansEthiopic"/>
              </a:rPr>
              <a:t> </a:t>
            </a:r>
            <a:r>
              <a:rPr lang="en-US" sz="5400" dirty="0" err="1">
                <a:solidFill>
                  <a:schemeClr val="bg1"/>
                </a:solidFill>
                <a:latin typeface="NotoSansEthiopic"/>
              </a:rPr>
              <a:t>ሰማያዊ</a:t>
            </a:r>
            <a:r>
              <a:rPr lang="en-US" sz="5400" dirty="0">
                <a:solidFill>
                  <a:schemeClr val="bg1"/>
                </a:solidFill>
                <a:latin typeface="NotoSansEthiopic"/>
              </a:rPr>
              <a:t> </a:t>
            </a:r>
            <a:r>
              <a:rPr lang="en-US" sz="5400" dirty="0" err="1">
                <a:solidFill>
                  <a:schemeClr val="bg1"/>
                </a:solidFill>
                <a:latin typeface="NotoSansEthiopic"/>
              </a:rPr>
              <a:t>አባትህና</a:t>
            </a:r>
            <a:r>
              <a:rPr lang="en-US" sz="5400" dirty="0">
                <a:solidFill>
                  <a:schemeClr val="bg1"/>
                </a:solidFill>
                <a:latin typeface="NotoSansEthiopic"/>
              </a:rPr>
              <a:t> </a:t>
            </a:r>
            <a:r>
              <a:rPr lang="en-US" sz="5400" dirty="0" err="1">
                <a:solidFill>
                  <a:schemeClr val="bg1"/>
                </a:solidFill>
                <a:latin typeface="NotoSansEthiopic"/>
              </a:rPr>
              <a:t>ከሕይወት</a:t>
            </a:r>
            <a:r>
              <a:rPr lang="en-US" sz="5400" dirty="0">
                <a:solidFill>
                  <a:schemeClr val="bg1"/>
                </a:solidFill>
                <a:latin typeface="NotoSansEthiopic"/>
              </a:rPr>
              <a:t> </a:t>
            </a:r>
            <a:r>
              <a:rPr lang="en-US" sz="5400" dirty="0" err="1">
                <a:solidFill>
                  <a:schemeClr val="bg1"/>
                </a:solidFill>
                <a:latin typeface="NotoSansEthiopic"/>
              </a:rPr>
              <a:t>ሰጭ</a:t>
            </a:r>
            <a:r>
              <a:rPr lang="en-US" sz="5400" dirty="0">
                <a:solidFill>
                  <a:schemeClr val="bg1"/>
                </a:solidFill>
                <a:latin typeface="NotoSansEthiopic"/>
              </a:rPr>
              <a:t> </a:t>
            </a:r>
            <a:r>
              <a:rPr lang="en-US" sz="5400" dirty="0" err="1">
                <a:solidFill>
                  <a:schemeClr val="bg1"/>
                </a:solidFill>
                <a:latin typeface="NotoSansEthiopic"/>
              </a:rPr>
              <a:t>መንፈስ</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ጋር</a:t>
            </a:r>
            <a:r>
              <a:rPr lang="en-US" sz="5400" dirty="0">
                <a:solidFill>
                  <a:schemeClr val="bg1"/>
                </a:solidFill>
                <a:latin typeface="NotoSansEthiopic"/>
              </a:rPr>
              <a:t> </a:t>
            </a:r>
            <a:r>
              <a:rPr lang="en-US" sz="5400" dirty="0" err="1">
                <a:solidFill>
                  <a:schemeClr val="bg1"/>
                </a:solidFill>
                <a:latin typeface="NotoSansEthiopic"/>
              </a:rPr>
              <a:t>ክብርና</a:t>
            </a:r>
            <a:r>
              <a:rPr lang="en-US" sz="5400" dirty="0">
                <a:solidFill>
                  <a:schemeClr val="bg1"/>
                </a:solidFill>
                <a:latin typeface="NotoSansEthiopic"/>
              </a:rPr>
              <a:t> </a:t>
            </a:r>
            <a:r>
              <a:rPr lang="en-US" sz="5400" dirty="0" err="1">
                <a:solidFill>
                  <a:schemeClr val="bg1"/>
                </a:solidFill>
                <a:latin typeface="NotoSansEthiopic"/>
              </a:rPr>
              <a:t>ምስጋና</a:t>
            </a:r>
            <a:r>
              <a:rPr lang="en-US" sz="5400" dirty="0">
                <a:solidFill>
                  <a:schemeClr val="bg1"/>
                </a:solidFill>
                <a:latin typeface="NotoSansEthiopic"/>
              </a:rPr>
              <a:t> </a:t>
            </a:r>
            <a:r>
              <a:rPr lang="en-US" sz="5400" dirty="0" err="1">
                <a:solidFill>
                  <a:schemeClr val="bg1"/>
                </a:solidFill>
                <a:latin typeface="NotoSansEthiopic"/>
              </a:rPr>
              <a:t>ሥልጣንና</a:t>
            </a:r>
            <a:r>
              <a:rPr lang="en-US" sz="5400" dirty="0">
                <a:solidFill>
                  <a:schemeClr val="bg1"/>
                </a:solidFill>
                <a:latin typeface="NotoSansEthiopic"/>
              </a:rPr>
              <a:t> </a:t>
            </a:r>
            <a:r>
              <a:rPr lang="en-US" sz="5400" dirty="0" err="1">
                <a:solidFill>
                  <a:schemeClr val="bg1"/>
                </a:solidFill>
                <a:latin typeface="NotoSansEthiopic"/>
              </a:rPr>
              <a:t>አምልኮ</a:t>
            </a:r>
            <a:r>
              <a:rPr lang="en-US" sz="5400" dirty="0">
                <a:solidFill>
                  <a:schemeClr val="bg1"/>
                </a:solidFill>
                <a:latin typeface="NotoSansEthiopic"/>
              </a:rPr>
              <a:t> </a:t>
            </a:r>
            <a:r>
              <a:rPr lang="en-US" sz="5400" dirty="0" err="1">
                <a:solidFill>
                  <a:schemeClr val="bg1"/>
                </a:solidFill>
                <a:latin typeface="NotoSansEthiopic"/>
              </a:rPr>
              <a:t>ስግደትም</a:t>
            </a:r>
            <a:r>
              <a:rPr lang="en-US" sz="5400" dirty="0">
                <a:solidFill>
                  <a:schemeClr val="bg1"/>
                </a:solidFill>
                <a:latin typeface="NotoSansEthiopic"/>
              </a:rPr>
              <a:t> </a:t>
            </a:r>
            <a:r>
              <a:rPr lang="en-US" sz="5400" dirty="0" err="1">
                <a:solidFill>
                  <a:schemeClr val="bg1"/>
                </a:solidFill>
                <a:latin typeface="NotoSansEthiopic"/>
              </a:rPr>
              <a:t>ላንተ</a:t>
            </a:r>
            <a:r>
              <a:rPr lang="en-US" sz="5400" dirty="0">
                <a:solidFill>
                  <a:schemeClr val="bg1"/>
                </a:solidFill>
                <a:latin typeface="NotoSansEthiopic"/>
              </a:rPr>
              <a:t> </a:t>
            </a:r>
            <a:r>
              <a:rPr lang="en-US" sz="5400" dirty="0" err="1">
                <a:solidFill>
                  <a:schemeClr val="bg1"/>
                </a:solidFill>
                <a:latin typeface="NotoSansEthiopic"/>
              </a:rPr>
              <a:t>ይገባል</a:t>
            </a:r>
            <a:r>
              <a:rPr lang="en-US" sz="5400" dirty="0">
                <a:solidFill>
                  <a:schemeClr val="bg1"/>
                </a:solidFill>
                <a:latin typeface="NotoSansEthiopic"/>
              </a:rPr>
              <a:t>። </a:t>
            </a:r>
            <a:r>
              <a:rPr lang="en-US" sz="5400" dirty="0" err="1">
                <a:solidFill>
                  <a:schemeClr val="bg1"/>
                </a:solidFill>
                <a:latin typeface="NotoSansEthiopic"/>
              </a:rPr>
              <a:t>አሁንም</a:t>
            </a:r>
            <a:r>
              <a:rPr lang="en-US" sz="5400" dirty="0">
                <a:solidFill>
                  <a:schemeClr val="bg1"/>
                </a:solidFill>
                <a:latin typeface="NotoSansEthiopic"/>
              </a:rPr>
              <a:t> </a:t>
            </a:r>
            <a:r>
              <a:rPr lang="en-US" sz="5400" dirty="0" err="1">
                <a:solidFill>
                  <a:schemeClr val="bg1"/>
                </a:solidFill>
                <a:latin typeface="NotoSansEthiopic"/>
              </a:rPr>
              <a:t>ዘወትርም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306971444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በአገልጋዩ</a:t>
            </a:r>
            <a:r>
              <a:rPr lang="en-US" sz="5400" dirty="0">
                <a:solidFill>
                  <a:schemeClr val="bg1"/>
                </a:solidFill>
                <a:latin typeface="NotoSansEthiopic"/>
              </a:rPr>
              <a:t> </a:t>
            </a:r>
            <a:r>
              <a:rPr lang="en-US" sz="5400" dirty="0" err="1">
                <a:solidFill>
                  <a:schemeClr val="bg1"/>
                </a:solidFill>
                <a:latin typeface="NotoSansEthiopic"/>
              </a:rPr>
              <a:t>በካህን</a:t>
            </a:r>
            <a:r>
              <a:rPr lang="en-US" sz="5400" dirty="0">
                <a:solidFill>
                  <a:schemeClr val="bg1"/>
                </a:solidFill>
                <a:latin typeface="NotoSansEthiopic"/>
              </a:rPr>
              <a:t> </a:t>
            </a:r>
            <a:r>
              <a:rPr lang="en-US" sz="5400" dirty="0" err="1">
                <a:solidFill>
                  <a:schemeClr val="bg1"/>
                </a:solidFill>
                <a:latin typeface="NotoSansEthiopic"/>
              </a:rPr>
              <a:t>እጅ</a:t>
            </a:r>
            <a:r>
              <a:rPr lang="en-US" sz="5400" dirty="0">
                <a:solidFill>
                  <a:schemeClr val="bg1"/>
                </a:solidFill>
                <a:latin typeface="NotoSansEthiopic"/>
              </a:rPr>
              <a:t> </a:t>
            </a:r>
            <a:r>
              <a:rPr lang="en-US" sz="5400" dirty="0" err="1">
                <a:solidFill>
                  <a:schemeClr val="bg1"/>
                </a:solidFill>
                <a:latin typeface="NotoSansEthiopic"/>
              </a:rPr>
              <a:t>ይባርካችሁ</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እራሳችሁን</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አምላካችን</a:t>
            </a:r>
            <a:r>
              <a:rPr lang="en-US" sz="5400" dirty="0">
                <a:solidFill>
                  <a:schemeClr val="bg1"/>
                </a:solidFill>
                <a:latin typeface="NotoSansEthiopic"/>
              </a:rPr>
              <a:t> </a:t>
            </a:r>
            <a:r>
              <a:rPr lang="en-US" sz="5400" dirty="0" err="1">
                <a:solidFill>
                  <a:schemeClr val="bg1"/>
                </a:solidFill>
                <a:latin typeface="NotoSansEthiopic"/>
              </a:rPr>
              <a:t>ዝቅ</a:t>
            </a:r>
            <a:r>
              <a:rPr lang="en-US" sz="5400" dirty="0">
                <a:solidFill>
                  <a:schemeClr val="bg1"/>
                </a:solidFill>
                <a:latin typeface="NotoSansEthiopic"/>
              </a:rPr>
              <a:t> </a:t>
            </a:r>
            <a:r>
              <a:rPr lang="en-US" sz="5400" dirty="0" err="1">
                <a:solidFill>
                  <a:schemeClr val="bg1"/>
                </a:solidFill>
                <a:latin typeface="NotoSansEthiopic"/>
              </a:rPr>
              <a:t>አድርጉ</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rgbClr val="C00000"/>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ይባርከን</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ይበለን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116453526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7200" dirty="0">
                <a:solidFill>
                  <a:srgbClr val="C00000"/>
                </a:solidFill>
                <a:latin typeface="NotoSansEthiopic"/>
              </a:rPr>
              <a:t>ይ፡</a:t>
            </a:r>
            <a:r>
              <a:rPr lang="en-US" sz="7200" dirty="0">
                <a:solidFill>
                  <a:srgbClr val="C00000"/>
                </a:solidFill>
                <a:latin typeface="NotoSansEthiopic"/>
              </a:rPr>
              <a:t>ካ</a:t>
            </a:r>
            <a:r>
              <a:rPr lang="am-ET" sz="7200" dirty="0">
                <a:solidFill>
                  <a:srgbClr val="C0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ከሁላችሁ</a:t>
            </a:r>
            <a:r>
              <a:rPr lang="en-US" sz="7200" dirty="0">
                <a:solidFill>
                  <a:schemeClr val="bg1"/>
                </a:solidFill>
                <a:latin typeface="NotoSansEthiopic"/>
              </a:rPr>
              <a:t> </a:t>
            </a:r>
            <a:r>
              <a:rPr lang="en-US" sz="7200" dirty="0" err="1">
                <a:solidFill>
                  <a:schemeClr val="bg1"/>
                </a:solidFill>
                <a:latin typeface="NotoSansEthiopic"/>
              </a:rPr>
              <a:t>ጋር</a:t>
            </a:r>
            <a:r>
              <a:rPr lang="en-US" sz="7200" dirty="0">
                <a:solidFill>
                  <a:schemeClr val="bg1"/>
                </a:solidFill>
                <a:latin typeface="NotoSansEthiopic"/>
              </a:rPr>
              <a:t> </a:t>
            </a:r>
            <a:r>
              <a:rPr lang="en-US" sz="7200" dirty="0" err="1">
                <a:solidFill>
                  <a:schemeClr val="bg1"/>
                </a:solidFill>
                <a:latin typeface="NotoSansEthiopic"/>
              </a:rPr>
              <a:t>ይሁን</a:t>
            </a:r>
            <a:r>
              <a:rPr lang="en-US" sz="7200" dirty="0">
                <a:solidFill>
                  <a:schemeClr val="bg1"/>
                </a:solidFill>
                <a:latin typeface="NotoSansEthiopic"/>
              </a:rPr>
              <a:t>።</a:t>
            </a:r>
          </a:p>
          <a:p>
            <a:pPr marL="0" indent="0">
              <a:lnSpc>
                <a:spcPct val="120000"/>
              </a:lnSpc>
              <a:buNone/>
            </a:pPr>
            <a:r>
              <a:rPr lang="en-US" sz="7200" dirty="0" err="1">
                <a:solidFill>
                  <a:srgbClr val="FF0000"/>
                </a:solidFill>
                <a:latin typeface="NotoSansEthiopic"/>
              </a:rPr>
              <a:t>ይ፡ሕ</a:t>
            </a:r>
            <a:r>
              <a:rPr lang="en-US" sz="7200" dirty="0">
                <a:solidFill>
                  <a:srgbClr val="FF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ከመንፈስም</a:t>
            </a:r>
            <a:r>
              <a:rPr lang="en-US" sz="7200" dirty="0">
                <a:solidFill>
                  <a:schemeClr val="bg1"/>
                </a:solidFill>
                <a:latin typeface="NotoSansEthiopic"/>
              </a:rPr>
              <a:t> </a:t>
            </a:r>
            <a:r>
              <a:rPr lang="en-US" sz="7200" dirty="0" err="1">
                <a:solidFill>
                  <a:schemeClr val="bg1"/>
                </a:solidFill>
                <a:latin typeface="NotoSansEthiopic"/>
              </a:rPr>
              <a:t>ጋር</a:t>
            </a:r>
            <a:r>
              <a:rPr lang="en-US" sz="7200" dirty="0">
                <a:solidFill>
                  <a:schemeClr val="bg1"/>
                </a:solidFill>
                <a:latin typeface="NotoSansEthiopic"/>
              </a:rPr>
              <a:t>።</a:t>
            </a:r>
          </a:p>
        </p:txBody>
      </p:sp>
    </p:spTree>
    <p:extLst>
      <p:ext uri="{BB962C8B-B14F-4D97-AF65-F5344CB8AC3E}">
        <p14:creationId xmlns:p14="http://schemas.microsoft.com/office/powerpoint/2010/main" val="76536084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344399" cy="6950075"/>
          </a:xfrm>
        </p:spPr>
        <p:txBody>
          <a:bodyPr>
            <a:noAutofit/>
          </a:bodyPr>
          <a:lstStyle/>
          <a:p>
            <a:pPr marL="0" indent="0">
              <a:buNone/>
            </a:pPr>
            <a:r>
              <a:rPr lang="am-ET" sz="7200" dirty="0">
                <a:solidFill>
                  <a:srgbClr val="C00000"/>
                </a:solidFill>
                <a:latin typeface="NotoSansEthiopic"/>
              </a:rPr>
              <a:t>ይ፡</a:t>
            </a:r>
            <a:r>
              <a:rPr lang="en-US" sz="7200" dirty="0">
                <a:solidFill>
                  <a:srgbClr val="C00000"/>
                </a:solidFill>
                <a:latin typeface="NotoSansEthiopic"/>
              </a:rPr>
              <a:t>ሕ</a:t>
            </a:r>
            <a:r>
              <a:rPr lang="am-ET" sz="7200" dirty="0">
                <a:solidFill>
                  <a:srgbClr val="C0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አሜን</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እኛን</a:t>
            </a:r>
            <a:r>
              <a:rPr lang="en-US" sz="7200" dirty="0">
                <a:solidFill>
                  <a:schemeClr val="bg1"/>
                </a:solidFill>
                <a:latin typeface="NotoSansEthiopic"/>
              </a:rPr>
              <a:t> </a:t>
            </a:r>
            <a:r>
              <a:rPr lang="en-US" sz="7200" dirty="0" err="1">
                <a:solidFill>
                  <a:schemeClr val="bg1"/>
                </a:solidFill>
                <a:latin typeface="NotoSansEthiopic"/>
              </a:rPr>
              <a:t>አገልጋዮቹን</a:t>
            </a:r>
            <a:r>
              <a:rPr lang="en-US" sz="7200" dirty="0">
                <a:solidFill>
                  <a:schemeClr val="bg1"/>
                </a:solidFill>
                <a:latin typeface="NotoSansEthiopic"/>
              </a:rPr>
              <a:t> </a:t>
            </a:r>
            <a:r>
              <a:rPr lang="en-US" sz="7200" dirty="0" err="1">
                <a:solidFill>
                  <a:schemeClr val="bg1"/>
                </a:solidFill>
                <a:latin typeface="NotoSansEthiopic"/>
              </a:rPr>
              <a:t>በሰላም</a:t>
            </a:r>
            <a:r>
              <a:rPr lang="en-US" sz="7200" dirty="0">
                <a:solidFill>
                  <a:schemeClr val="bg1"/>
                </a:solidFill>
                <a:latin typeface="NotoSansEthiopic"/>
              </a:rPr>
              <a:t> </a:t>
            </a:r>
            <a:r>
              <a:rPr lang="en-US" sz="7200" dirty="0" err="1">
                <a:solidFill>
                  <a:schemeClr val="bg1"/>
                </a:solidFill>
                <a:latin typeface="NotoSansEthiopic"/>
              </a:rPr>
              <a:t>ይባርከን</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ሥጋህንና</a:t>
            </a:r>
            <a:r>
              <a:rPr lang="en-US" sz="7200" dirty="0">
                <a:solidFill>
                  <a:schemeClr val="bg1"/>
                </a:solidFill>
                <a:latin typeface="NotoSansEthiopic"/>
              </a:rPr>
              <a:t> </a:t>
            </a:r>
            <a:r>
              <a:rPr lang="en-US" sz="7200" dirty="0" err="1">
                <a:solidFill>
                  <a:schemeClr val="bg1"/>
                </a:solidFill>
                <a:latin typeface="NotoSansEthiopic"/>
              </a:rPr>
              <a:t>ክቡር</a:t>
            </a:r>
            <a:r>
              <a:rPr lang="en-US" sz="7200" dirty="0">
                <a:solidFill>
                  <a:schemeClr val="bg1"/>
                </a:solidFill>
                <a:latin typeface="NotoSansEthiopic"/>
              </a:rPr>
              <a:t> </a:t>
            </a:r>
            <a:r>
              <a:rPr lang="en-US" sz="7200" dirty="0" err="1">
                <a:solidFill>
                  <a:schemeClr val="bg1"/>
                </a:solidFill>
                <a:latin typeface="NotoSansEthiopic"/>
              </a:rPr>
              <a:t>ደምህን</a:t>
            </a:r>
            <a:r>
              <a:rPr lang="en-US" sz="7200" dirty="0">
                <a:solidFill>
                  <a:schemeClr val="bg1"/>
                </a:solidFill>
                <a:latin typeface="NotoSansEthiopic"/>
              </a:rPr>
              <a:t> </a:t>
            </a:r>
            <a:r>
              <a:rPr lang="en-US" sz="7200" dirty="0" err="1">
                <a:solidFill>
                  <a:schemeClr val="bg1"/>
                </a:solidFill>
                <a:latin typeface="NotoSansEthiopic"/>
              </a:rPr>
              <a:t>ለተቀበልነው</a:t>
            </a:r>
            <a:r>
              <a:rPr lang="en-US" sz="7200" dirty="0">
                <a:solidFill>
                  <a:schemeClr val="bg1"/>
                </a:solidFill>
                <a:latin typeface="NotoSansEthiopic"/>
              </a:rPr>
              <a:t> </a:t>
            </a:r>
            <a:r>
              <a:rPr lang="en-US" sz="7200" dirty="0" err="1">
                <a:solidFill>
                  <a:schemeClr val="bg1"/>
                </a:solidFill>
                <a:latin typeface="NotoSansEthiopic"/>
              </a:rPr>
              <a:t>ለሥርየት</a:t>
            </a:r>
            <a:r>
              <a:rPr lang="en-US" sz="7200" dirty="0">
                <a:solidFill>
                  <a:schemeClr val="bg1"/>
                </a:solidFill>
                <a:latin typeface="NotoSansEthiopic"/>
              </a:rPr>
              <a:t> </a:t>
            </a:r>
            <a:r>
              <a:rPr lang="en-US" sz="7200" dirty="0" err="1">
                <a:solidFill>
                  <a:schemeClr val="bg1"/>
                </a:solidFill>
                <a:latin typeface="NotoSansEthiopic"/>
              </a:rPr>
              <a:t>ይሁንልን</a:t>
            </a:r>
            <a:r>
              <a:rPr lang="en-US" sz="7200" dirty="0">
                <a:solidFill>
                  <a:schemeClr val="bg1"/>
                </a:solidFill>
                <a:latin typeface="NotoSansEthiopic"/>
              </a:rPr>
              <a:t> </a:t>
            </a:r>
            <a:r>
              <a:rPr lang="en-US" sz="7200" dirty="0" err="1">
                <a:solidFill>
                  <a:schemeClr val="bg1"/>
                </a:solidFill>
                <a:latin typeface="NotoSansEthiopic"/>
              </a:rPr>
              <a:t>የጠላትን</a:t>
            </a:r>
            <a:r>
              <a:rPr lang="en-US" sz="7200" dirty="0">
                <a:solidFill>
                  <a:schemeClr val="bg1"/>
                </a:solidFill>
                <a:latin typeface="NotoSansEthiopic"/>
              </a:rPr>
              <a:t> </a:t>
            </a:r>
            <a:r>
              <a:rPr lang="en-US" sz="7200" dirty="0" err="1">
                <a:solidFill>
                  <a:schemeClr val="bg1"/>
                </a:solidFill>
                <a:latin typeface="NotoSansEthiopic"/>
              </a:rPr>
              <a:t>ኃይል</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በመንፈስ</a:t>
            </a:r>
            <a:r>
              <a:rPr lang="en-US" sz="7200" dirty="0">
                <a:solidFill>
                  <a:schemeClr val="bg1"/>
                </a:solidFill>
                <a:latin typeface="NotoSansEthiopic"/>
              </a:rPr>
              <a:t> </a:t>
            </a:r>
            <a:r>
              <a:rPr lang="en-US" sz="7200" dirty="0" err="1">
                <a:solidFill>
                  <a:schemeClr val="bg1"/>
                </a:solidFill>
                <a:latin typeface="NotoSansEthiopic"/>
              </a:rPr>
              <a:t>እንድንረግጠው</a:t>
            </a:r>
            <a:r>
              <a:rPr lang="en-US" sz="7200" dirty="0">
                <a:solidFill>
                  <a:schemeClr val="bg1"/>
                </a:solidFill>
                <a:latin typeface="NotoSansEthiopic"/>
              </a:rPr>
              <a:t> </a:t>
            </a:r>
            <a:r>
              <a:rPr lang="en-US" sz="7200" dirty="0" err="1">
                <a:solidFill>
                  <a:schemeClr val="bg1"/>
                </a:solidFill>
                <a:latin typeface="NotoSansEthiopic"/>
              </a:rPr>
              <a:t>ሥልጣን</a:t>
            </a:r>
            <a:r>
              <a:rPr lang="en-US" sz="7200" dirty="0">
                <a:solidFill>
                  <a:schemeClr val="bg1"/>
                </a:solidFill>
                <a:latin typeface="NotoSansEthiopic"/>
              </a:rPr>
              <a:t> </a:t>
            </a:r>
            <a:r>
              <a:rPr lang="en-US" sz="7200" dirty="0" err="1">
                <a:solidFill>
                  <a:schemeClr val="bg1"/>
                </a:solidFill>
                <a:latin typeface="NotoSansEthiopic"/>
              </a:rPr>
              <a:t>ሰጠን</a:t>
            </a:r>
            <a:endParaRPr lang="en-US" sz="7200" dirty="0">
              <a:solidFill>
                <a:schemeClr val="bg1"/>
              </a:solidFill>
              <a:latin typeface="NotoSansEthiopic"/>
            </a:endParaRPr>
          </a:p>
        </p:txBody>
      </p:sp>
    </p:spTree>
    <p:extLst>
      <p:ext uri="{BB962C8B-B14F-4D97-AF65-F5344CB8AC3E}">
        <p14:creationId xmlns:p14="http://schemas.microsoft.com/office/powerpoint/2010/main" val="6065641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344399" cy="6950075"/>
          </a:xfrm>
        </p:spPr>
        <p:txBody>
          <a:bodyPr>
            <a:noAutofit/>
          </a:bodyPr>
          <a:lstStyle/>
          <a:p>
            <a:pPr marL="0" indent="0">
              <a:buNone/>
            </a:pPr>
            <a:r>
              <a:rPr lang="en-US" sz="7200" dirty="0" err="1">
                <a:solidFill>
                  <a:schemeClr val="bg1"/>
                </a:solidFill>
                <a:latin typeface="NotoSansEthiopic"/>
              </a:rPr>
              <a:t>ሁላችንም</a:t>
            </a:r>
            <a:r>
              <a:rPr lang="en-US" sz="7200" dirty="0">
                <a:solidFill>
                  <a:schemeClr val="bg1"/>
                </a:solidFill>
                <a:latin typeface="NotoSansEthiopic"/>
              </a:rPr>
              <a:t> </a:t>
            </a:r>
            <a:r>
              <a:rPr lang="en-US" sz="7200" dirty="0" err="1">
                <a:solidFill>
                  <a:schemeClr val="bg1"/>
                </a:solidFill>
                <a:latin typeface="NotoSansEthiopic"/>
              </a:rPr>
              <a:t>በምሕረትህ</a:t>
            </a:r>
            <a:r>
              <a:rPr lang="en-US" sz="7200" dirty="0">
                <a:solidFill>
                  <a:schemeClr val="bg1"/>
                </a:solidFill>
                <a:latin typeface="NotoSansEthiopic"/>
              </a:rPr>
              <a:t> </a:t>
            </a:r>
            <a:r>
              <a:rPr lang="en-US" sz="7200" dirty="0" err="1">
                <a:solidFill>
                  <a:schemeClr val="bg1"/>
                </a:solidFill>
                <a:latin typeface="NotoSansEthiopic"/>
              </a:rPr>
              <a:t>የተመላውና</a:t>
            </a:r>
            <a:r>
              <a:rPr lang="en-US" sz="7200" dirty="0">
                <a:solidFill>
                  <a:schemeClr val="bg1"/>
                </a:solidFill>
                <a:latin typeface="NotoSansEthiopic"/>
              </a:rPr>
              <a:t> </a:t>
            </a:r>
            <a:r>
              <a:rPr lang="en-US" sz="7200" dirty="0" err="1">
                <a:solidFill>
                  <a:schemeClr val="bg1"/>
                </a:solidFill>
                <a:latin typeface="NotoSansEthiopic"/>
              </a:rPr>
              <a:t>የተቀደሰ</a:t>
            </a:r>
            <a:r>
              <a:rPr lang="en-US" sz="7200" dirty="0">
                <a:solidFill>
                  <a:schemeClr val="bg1"/>
                </a:solidFill>
                <a:latin typeface="NotoSansEthiopic"/>
              </a:rPr>
              <a:t> </a:t>
            </a:r>
            <a:r>
              <a:rPr lang="en-US" sz="7200" dirty="0" err="1">
                <a:solidFill>
                  <a:schemeClr val="bg1"/>
                </a:solidFill>
                <a:latin typeface="NotoSansEthiopic"/>
              </a:rPr>
              <a:t>እጅህን</a:t>
            </a:r>
            <a:r>
              <a:rPr lang="en-US" sz="7200" dirty="0">
                <a:solidFill>
                  <a:schemeClr val="bg1"/>
                </a:solidFill>
                <a:latin typeface="NotoSansEthiopic"/>
              </a:rPr>
              <a:t> </a:t>
            </a:r>
            <a:r>
              <a:rPr lang="en-US" sz="7200" dirty="0" err="1">
                <a:solidFill>
                  <a:schemeClr val="bg1"/>
                </a:solidFill>
                <a:latin typeface="NotoSansEthiopic"/>
              </a:rPr>
              <a:t>ቡራኬ</a:t>
            </a:r>
            <a:r>
              <a:rPr lang="en-US" sz="7200" dirty="0">
                <a:solidFill>
                  <a:schemeClr val="bg1"/>
                </a:solidFill>
                <a:latin typeface="NotoSansEthiopic"/>
              </a:rPr>
              <a:t> </a:t>
            </a:r>
            <a:r>
              <a:rPr lang="en-US" sz="7200" dirty="0" err="1">
                <a:solidFill>
                  <a:schemeClr val="bg1"/>
                </a:solidFill>
                <a:latin typeface="NotoSansEthiopic"/>
              </a:rPr>
              <a:t>ተስፋ</a:t>
            </a:r>
            <a:r>
              <a:rPr lang="en-US" sz="7200" dirty="0">
                <a:solidFill>
                  <a:schemeClr val="bg1"/>
                </a:solidFill>
                <a:latin typeface="NotoSansEthiopic"/>
              </a:rPr>
              <a:t> </a:t>
            </a:r>
            <a:r>
              <a:rPr lang="en-US" sz="7200" dirty="0" err="1">
                <a:solidFill>
                  <a:schemeClr val="bg1"/>
                </a:solidFill>
                <a:latin typeface="NotoSansEthiopic"/>
              </a:rPr>
              <a:t>እናደርጋለን</a:t>
            </a:r>
            <a:r>
              <a:rPr lang="en-US" sz="7200" dirty="0">
                <a:solidFill>
                  <a:schemeClr val="bg1"/>
                </a:solidFill>
                <a:latin typeface="NotoSansEthiopic"/>
              </a:rPr>
              <a:t> </a:t>
            </a:r>
            <a:r>
              <a:rPr lang="en-US" sz="7200" dirty="0" err="1">
                <a:solidFill>
                  <a:schemeClr val="bg1"/>
                </a:solidFill>
                <a:latin typeface="NotoSansEthiopic"/>
              </a:rPr>
              <a:t>ከክፉ</a:t>
            </a:r>
            <a:r>
              <a:rPr lang="en-US" sz="7200" dirty="0">
                <a:solidFill>
                  <a:schemeClr val="bg1"/>
                </a:solidFill>
                <a:latin typeface="NotoSansEthiopic"/>
              </a:rPr>
              <a:t> </a:t>
            </a:r>
            <a:r>
              <a:rPr lang="en-US" sz="7200" dirty="0" err="1">
                <a:solidFill>
                  <a:schemeClr val="bg1"/>
                </a:solidFill>
                <a:latin typeface="NotoSansEthiopic"/>
              </a:rPr>
              <a:t>ሥራ</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አርቀን</a:t>
            </a:r>
            <a:r>
              <a:rPr lang="en-US" sz="7200" dirty="0">
                <a:solidFill>
                  <a:schemeClr val="bg1"/>
                </a:solidFill>
                <a:latin typeface="NotoSansEthiopic"/>
              </a:rPr>
              <a:t> </a:t>
            </a:r>
            <a:r>
              <a:rPr lang="en-US" sz="7200" dirty="0" err="1">
                <a:solidFill>
                  <a:schemeClr val="bg1"/>
                </a:solidFill>
                <a:latin typeface="NotoSansEthiopic"/>
              </a:rPr>
              <a:t>የመልካም</a:t>
            </a:r>
            <a:r>
              <a:rPr lang="en-US" sz="7200" dirty="0">
                <a:solidFill>
                  <a:schemeClr val="bg1"/>
                </a:solidFill>
                <a:latin typeface="NotoSansEthiopic"/>
              </a:rPr>
              <a:t> </a:t>
            </a:r>
            <a:r>
              <a:rPr lang="en-US" sz="7200" dirty="0" err="1">
                <a:solidFill>
                  <a:schemeClr val="bg1"/>
                </a:solidFill>
                <a:latin typeface="NotoSansEthiopic"/>
              </a:rPr>
              <a:t>ሥራ</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ተካፋዮች</a:t>
            </a:r>
            <a:r>
              <a:rPr lang="en-US" sz="7200" dirty="0">
                <a:solidFill>
                  <a:schemeClr val="bg1"/>
                </a:solidFill>
                <a:latin typeface="NotoSansEthiopic"/>
              </a:rPr>
              <a:t> </a:t>
            </a:r>
            <a:r>
              <a:rPr lang="en-US" sz="7200" dirty="0" err="1">
                <a:solidFill>
                  <a:schemeClr val="bg1"/>
                </a:solidFill>
                <a:latin typeface="NotoSansEthiopic"/>
              </a:rPr>
              <a:t>አድርገን</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ሥጋውንና</a:t>
            </a:r>
            <a:r>
              <a:rPr lang="en-US" sz="7200" dirty="0">
                <a:solidFill>
                  <a:schemeClr val="bg1"/>
                </a:solidFill>
                <a:latin typeface="NotoSansEthiopic"/>
              </a:rPr>
              <a:t> </a:t>
            </a:r>
            <a:r>
              <a:rPr lang="en-US" sz="7200" dirty="0" err="1">
                <a:solidFill>
                  <a:schemeClr val="bg1"/>
                </a:solidFill>
                <a:latin typeface="NotoSansEthiopic"/>
              </a:rPr>
              <a:t>ከቡር</a:t>
            </a:r>
            <a:r>
              <a:rPr lang="en-US" sz="7200" dirty="0">
                <a:solidFill>
                  <a:schemeClr val="bg1"/>
                </a:solidFill>
                <a:latin typeface="NotoSansEthiopic"/>
              </a:rPr>
              <a:t> </a:t>
            </a:r>
            <a:r>
              <a:rPr lang="en-US" sz="7200" dirty="0" err="1">
                <a:solidFill>
                  <a:schemeClr val="bg1"/>
                </a:solidFill>
                <a:latin typeface="NotoSansEthiopic"/>
              </a:rPr>
              <a:t>ደሙን</a:t>
            </a:r>
            <a:r>
              <a:rPr lang="en-US" sz="7200" dirty="0">
                <a:solidFill>
                  <a:schemeClr val="bg1"/>
                </a:solidFill>
                <a:latin typeface="NotoSansEthiopic"/>
              </a:rPr>
              <a:t> </a:t>
            </a:r>
            <a:r>
              <a:rPr lang="en-US" sz="7200" dirty="0" err="1">
                <a:solidFill>
                  <a:schemeClr val="bg1"/>
                </a:solidFill>
                <a:latin typeface="NotoSansEthiopic"/>
              </a:rPr>
              <a:t>የሰጠን</a:t>
            </a:r>
            <a:r>
              <a:rPr lang="en-US" sz="7200" dirty="0">
                <a:solidFill>
                  <a:schemeClr val="bg1"/>
                </a:solidFill>
                <a:latin typeface="NotoSansEthiopic"/>
              </a:rPr>
              <a:t> </a:t>
            </a:r>
            <a:r>
              <a:rPr lang="en-US" sz="7200" dirty="0" err="1">
                <a:solidFill>
                  <a:schemeClr val="bg1"/>
                </a:solidFill>
                <a:latin typeface="NotoSansEthiopic"/>
              </a:rPr>
              <a:t>የተመሰገነ</a:t>
            </a:r>
            <a:r>
              <a:rPr lang="en-US" sz="7200" dirty="0">
                <a:solidFill>
                  <a:schemeClr val="bg1"/>
                </a:solidFill>
                <a:latin typeface="NotoSansEthiopic"/>
              </a:rPr>
              <a:t> </a:t>
            </a:r>
            <a:r>
              <a:rPr lang="en-US" sz="7200" dirty="0" err="1">
                <a:solidFill>
                  <a:schemeClr val="bg1"/>
                </a:solidFill>
                <a:latin typeface="NotoSansEthiopic"/>
              </a:rPr>
              <a:t>ነው</a:t>
            </a:r>
            <a:endParaRPr lang="en-US" sz="7200" dirty="0">
              <a:solidFill>
                <a:schemeClr val="bg1"/>
              </a:solidFill>
              <a:latin typeface="NotoSansEthiopic"/>
            </a:endParaRPr>
          </a:p>
        </p:txBody>
      </p:sp>
    </p:spTree>
    <p:extLst>
      <p:ext uri="{BB962C8B-B14F-4D97-AF65-F5344CB8AC3E}">
        <p14:creationId xmlns:p14="http://schemas.microsoft.com/office/powerpoint/2010/main" val="302074098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344399" cy="6950075"/>
          </a:xfrm>
        </p:spPr>
        <p:txBody>
          <a:bodyPr>
            <a:noAutofit/>
          </a:bodyPr>
          <a:lstStyle/>
          <a:p>
            <a:pPr marL="0" indent="0">
              <a:buNone/>
            </a:pPr>
            <a:r>
              <a:rPr lang="en-US" sz="7200" dirty="0" err="1">
                <a:solidFill>
                  <a:schemeClr val="bg1"/>
                </a:solidFill>
                <a:latin typeface="NotoSansEthiopic"/>
              </a:rPr>
              <a:t>በኢየሱስ</a:t>
            </a:r>
            <a:r>
              <a:rPr lang="en-US" sz="7200" dirty="0">
                <a:solidFill>
                  <a:schemeClr val="bg1"/>
                </a:solidFill>
                <a:latin typeface="NotoSansEthiopic"/>
              </a:rPr>
              <a:t> </a:t>
            </a:r>
            <a:r>
              <a:rPr lang="en-US" sz="7200" dirty="0" err="1">
                <a:solidFill>
                  <a:schemeClr val="bg1"/>
                </a:solidFill>
                <a:latin typeface="NotoSansEthiopic"/>
              </a:rPr>
              <a:t>ክርስቶስ</a:t>
            </a:r>
            <a:r>
              <a:rPr lang="en-US" sz="7200" dirty="0">
                <a:solidFill>
                  <a:schemeClr val="bg1"/>
                </a:solidFill>
                <a:latin typeface="NotoSansEthiopic"/>
              </a:rPr>
              <a:t> </a:t>
            </a:r>
            <a:r>
              <a:rPr lang="en-US" sz="7200" dirty="0" err="1">
                <a:solidFill>
                  <a:schemeClr val="bg1"/>
                </a:solidFill>
                <a:latin typeface="NotoSansEthiopic"/>
              </a:rPr>
              <a:t>መስቀል</a:t>
            </a:r>
            <a:r>
              <a:rPr lang="en-US" sz="7200" dirty="0">
                <a:solidFill>
                  <a:schemeClr val="bg1"/>
                </a:solidFill>
                <a:latin typeface="NotoSansEthiopic"/>
              </a:rPr>
              <a:t> </a:t>
            </a:r>
            <a:r>
              <a:rPr lang="en-US" sz="7200" dirty="0" err="1">
                <a:solidFill>
                  <a:schemeClr val="bg1"/>
                </a:solidFill>
                <a:latin typeface="NotoSansEthiopic"/>
              </a:rPr>
              <a:t>ኃይል</a:t>
            </a:r>
            <a:r>
              <a:rPr lang="en-US" sz="7200" dirty="0">
                <a:solidFill>
                  <a:schemeClr val="bg1"/>
                </a:solidFill>
                <a:latin typeface="NotoSansEthiopic"/>
              </a:rPr>
              <a:t> </a:t>
            </a:r>
            <a:r>
              <a:rPr lang="en-US" sz="7200" dirty="0" err="1">
                <a:solidFill>
                  <a:schemeClr val="bg1"/>
                </a:solidFill>
                <a:latin typeface="NotoSansEthiopic"/>
              </a:rPr>
              <a:t>ጸጋን</a:t>
            </a:r>
            <a:r>
              <a:rPr lang="en-US" sz="7200" dirty="0">
                <a:solidFill>
                  <a:schemeClr val="bg1"/>
                </a:solidFill>
                <a:latin typeface="NotoSansEthiopic"/>
              </a:rPr>
              <a:t> </a:t>
            </a:r>
            <a:r>
              <a:rPr lang="en-US" sz="7200" dirty="0" err="1">
                <a:solidFill>
                  <a:schemeClr val="bg1"/>
                </a:solidFill>
                <a:latin typeface="NotoSansEthiopic"/>
              </a:rPr>
              <a:t>ተቀበልን</a:t>
            </a:r>
            <a:r>
              <a:rPr lang="en-US" sz="7200" dirty="0">
                <a:solidFill>
                  <a:schemeClr val="bg1"/>
                </a:solidFill>
                <a:latin typeface="NotoSansEthiopic"/>
              </a:rPr>
              <a:t> </a:t>
            </a:r>
            <a:r>
              <a:rPr lang="en-US" sz="7200" dirty="0" err="1">
                <a:solidFill>
                  <a:schemeClr val="bg1"/>
                </a:solidFill>
                <a:latin typeface="NotoSansEthiopic"/>
              </a:rPr>
              <a:t>ሕይወትንም</a:t>
            </a:r>
            <a:r>
              <a:rPr lang="en-US" sz="7200" dirty="0">
                <a:solidFill>
                  <a:schemeClr val="bg1"/>
                </a:solidFill>
                <a:latin typeface="NotoSansEthiopic"/>
              </a:rPr>
              <a:t> </a:t>
            </a:r>
            <a:r>
              <a:rPr lang="en-US" sz="7200" dirty="0" err="1">
                <a:solidFill>
                  <a:schemeClr val="bg1"/>
                </a:solidFill>
                <a:latin typeface="NotoSansEthiopic"/>
              </a:rPr>
              <a:t>አገኘን</a:t>
            </a:r>
            <a:r>
              <a:rPr lang="en-US" sz="7200" dirty="0">
                <a:solidFill>
                  <a:schemeClr val="bg1"/>
                </a:solidFill>
                <a:latin typeface="NotoSansEthiopic"/>
              </a:rPr>
              <a:t> </a:t>
            </a:r>
            <a:r>
              <a:rPr lang="en-US" sz="7200" dirty="0" err="1">
                <a:solidFill>
                  <a:schemeClr val="bg1"/>
                </a:solidFill>
                <a:latin typeface="NotoSansEthiopic"/>
              </a:rPr>
              <a:t>ጌታ</a:t>
            </a:r>
            <a:r>
              <a:rPr lang="en-US" sz="7200" dirty="0">
                <a:solidFill>
                  <a:schemeClr val="bg1"/>
                </a:solidFill>
                <a:latin typeface="NotoSansEthiopic"/>
              </a:rPr>
              <a:t> </a:t>
            </a:r>
            <a:r>
              <a:rPr lang="en-US" sz="7200" dirty="0" err="1">
                <a:solidFill>
                  <a:schemeClr val="bg1"/>
                </a:solidFill>
                <a:latin typeface="NotoSansEthiopic"/>
              </a:rPr>
              <a:t>ሆይ</a:t>
            </a:r>
            <a:r>
              <a:rPr lang="en-US" sz="7200" dirty="0">
                <a:solidFill>
                  <a:schemeClr val="bg1"/>
                </a:solidFill>
                <a:latin typeface="NotoSansEthiopic"/>
              </a:rPr>
              <a:t> </a:t>
            </a:r>
            <a:r>
              <a:rPr lang="en-US" sz="7200" dirty="0" err="1">
                <a:solidFill>
                  <a:schemeClr val="bg1"/>
                </a:solidFill>
                <a:latin typeface="NotoSansEthiopic"/>
              </a:rPr>
              <a:t>ከመንፈስ</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የተገኘውን</a:t>
            </a:r>
            <a:r>
              <a:rPr lang="en-US" sz="7200" dirty="0">
                <a:solidFill>
                  <a:schemeClr val="bg1"/>
                </a:solidFill>
                <a:latin typeface="NotoSansEthiopic"/>
              </a:rPr>
              <a:t> </a:t>
            </a:r>
            <a:r>
              <a:rPr lang="en-US" sz="7200" dirty="0" err="1">
                <a:solidFill>
                  <a:schemeClr val="bg1"/>
                </a:solidFill>
                <a:latin typeface="NotoSansEthiopic"/>
              </a:rPr>
              <a:t>ጸጋ</a:t>
            </a:r>
            <a:r>
              <a:rPr lang="en-US" sz="7200" dirty="0">
                <a:solidFill>
                  <a:schemeClr val="bg1"/>
                </a:solidFill>
                <a:latin typeface="NotoSansEthiopic"/>
              </a:rPr>
              <a:t> </a:t>
            </a:r>
            <a:r>
              <a:rPr lang="en-US" sz="7200" dirty="0" err="1">
                <a:solidFill>
                  <a:schemeClr val="bg1"/>
                </a:solidFill>
                <a:latin typeface="NotoSansEthiopic"/>
              </a:rPr>
              <a:t>ተቀብለን</a:t>
            </a:r>
            <a:r>
              <a:rPr lang="en-US" sz="7200" dirty="0">
                <a:solidFill>
                  <a:schemeClr val="bg1"/>
                </a:solidFill>
                <a:latin typeface="NotoSansEthiopic"/>
              </a:rPr>
              <a:t> </a:t>
            </a:r>
            <a:r>
              <a:rPr lang="en-US" sz="7200" dirty="0" err="1">
                <a:solidFill>
                  <a:schemeClr val="bg1"/>
                </a:solidFill>
                <a:latin typeface="NotoSansEthiopic"/>
              </a:rPr>
              <a:t>እናመሰግንሃለን</a:t>
            </a:r>
            <a:r>
              <a:rPr lang="en-US" sz="7200" dirty="0">
                <a:solidFill>
                  <a:schemeClr val="bg1"/>
                </a:solidFill>
                <a:latin typeface="NotoSansEthiopic"/>
              </a:rPr>
              <a:t>።</a:t>
            </a:r>
          </a:p>
        </p:txBody>
      </p:sp>
    </p:spTree>
    <p:extLst>
      <p:ext uri="{BB962C8B-B14F-4D97-AF65-F5344CB8AC3E}">
        <p14:creationId xmlns:p14="http://schemas.microsoft.com/office/powerpoint/2010/main" val="94004277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gn="ctr">
              <a:lnSpc>
                <a:spcPct val="120000"/>
              </a:lnSpc>
              <a:buNone/>
            </a:pPr>
            <a:endParaRPr lang="en-US" sz="7200" dirty="0">
              <a:solidFill>
                <a:srgbClr val="C00000"/>
              </a:solidFill>
              <a:latin typeface="NotoSansEthiopic"/>
            </a:endParaRPr>
          </a:p>
          <a:p>
            <a:pPr marL="0" indent="0" algn="ctr">
              <a:lnSpc>
                <a:spcPct val="120000"/>
              </a:lnSpc>
              <a:buNone/>
            </a:pPr>
            <a:r>
              <a:rPr lang="am-ET" sz="11500" dirty="0">
                <a:solidFill>
                  <a:srgbClr val="C00000"/>
                </a:solidFill>
                <a:latin typeface="NotoSansEthiopic"/>
              </a:rPr>
              <a:t>ይ፡ዲ፦</a:t>
            </a:r>
            <a:r>
              <a:rPr lang="en-US" sz="11500" dirty="0" err="1">
                <a:solidFill>
                  <a:schemeClr val="bg1"/>
                </a:solidFill>
                <a:latin typeface="NotoSansEthiopic"/>
              </a:rPr>
              <a:t>በሰላም</a:t>
            </a:r>
            <a:r>
              <a:rPr lang="en-US" sz="11500" dirty="0">
                <a:solidFill>
                  <a:schemeClr val="bg1"/>
                </a:solidFill>
                <a:latin typeface="NotoSansEthiopic"/>
              </a:rPr>
              <a:t> </a:t>
            </a:r>
            <a:r>
              <a:rPr lang="en-US" sz="11500" dirty="0" err="1">
                <a:solidFill>
                  <a:schemeClr val="bg1"/>
                </a:solidFill>
                <a:latin typeface="NotoSansEthiopic"/>
              </a:rPr>
              <a:t>ሂዱ</a:t>
            </a:r>
            <a:r>
              <a:rPr lang="am-ET" sz="11500" dirty="0">
                <a:solidFill>
                  <a:schemeClr val="bg1"/>
                </a:solidFill>
                <a:latin typeface="NotoSansEthiopic"/>
              </a:rPr>
              <a:t>።</a:t>
            </a:r>
            <a:endParaRPr lang="en-US" sz="4400" dirty="0">
              <a:solidFill>
                <a:schemeClr val="bg1"/>
              </a:solidFill>
            </a:endParaRPr>
          </a:p>
        </p:txBody>
      </p:sp>
    </p:spTree>
    <p:extLst>
      <p:ext uri="{BB962C8B-B14F-4D97-AF65-F5344CB8AC3E}">
        <p14:creationId xmlns:p14="http://schemas.microsoft.com/office/powerpoint/2010/main" val="107906659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344400" cy="7647211"/>
          </a:xfrm>
        </p:spPr>
        <p:txBody>
          <a:bodyPr>
            <a:noAutofit/>
          </a:bodyPr>
          <a:lstStyle/>
          <a:p>
            <a:pPr marL="0" indent="0" algn="ctr">
              <a:buNone/>
            </a:pPr>
            <a:r>
              <a:rPr lang="en-US" sz="6600" b="1" dirty="0" err="1">
                <a:solidFill>
                  <a:schemeClr val="bg1"/>
                </a:solidFill>
                <a:latin typeface="Nyala" panose="02000504070300020003" pitchFamily="2" charset="0"/>
              </a:rPr>
              <a:t>ጌታ</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ሆይ</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የሠላም</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መሣሪያ</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እንድሆን</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አድርገኝ</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ጥል</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ፍቅር</a:t>
            </a:r>
            <a:r>
              <a:rPr lang="en-US" sz="6600" b="1" dirty="0">
                <a:solidFill>
                  <a:schemeClr val="bg1"/>
                </a:solidFill>
                <a:latin typeface="Nyala" panose="02000504070300020003" pitchFamily="2" charset="0"/>
              </a:rPr>
              <a:t> </a:t>
            </a:r>
          </a:p>
          <a:p>
            <a:pPr marL="0" indent="0" algn="ctr">
              <a:buNone/>
            </a:pPr>
            <a:r>
              <a:rPr lang="en-US" sz="6600" b="1" dirty="0" err="1">
                <a:solidFill>
                  <a:schemeClr val="bg1"/>
                </a:solidFill>
                <a:latin typeface="Nyala" panose="02000504070300020003" pitchFamily="2" charset="0"/>
              </a:rPr>
              <a:t>በደል</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ባለበት</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ይቅርታ</a:t>
            </a:r>
            <a:r>
              <a:rPr lang="en-US" sz="6600" b="1" dirty="0">
                <a:solidFill>
                  <a:schemeClr val="bg1"/>
                </a:solidFill>
                <a:latin typeface="Nyala" panose="02000504070300020003" pitchFamily="2" charset="0"/>
              </a:rPr>
              <a:t> </a:t>
            </a:r>
          </a:p>
          <a:p>
            <a:pPr marL="0" indent="0" algn="ctr">
              <a:buNone/>
            </a:pPr>
            <a:r>
              <a:rPr lang="en-US" sz="6600" b="1" dirty="0" err="1">
                <a:solidFill>
                  <a:schemeClr val="bg1"/>
                </a:solidFill>
                <a:latin typeface="Nyala" panose="02000504070300020003" pitchFamily="2" charset="0"/>
              </a:rPr>
              <a:t>ክርክር</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ባለበት</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ስምምነት</a:t>
            </a:r>
            <a:endParaRPr lang="en-US" sz="6600" b="1" dirty="0">
              <a:solidFill>
                <a:schemeClr val="bg1"/>
              </a:solidFill>
              <a:latin typeface="Nyala" panose="02000504070300020003" pitchFamily="2" charset="0"/>
            </a:endParaRPr>
          </a:p>
          <a:p>
            <a:pPr marL="0" indent="0" algn="ctr">
              <a:buNone/>
            </a:pPr>
            <a:r>
              <a:rPr lang="en-US" sz="6600" b="1" dirty="0" err="1">
                <a:solidFill>
                  <a:schemeClr val="bg1"/>
                </a:solidFill>
              </a:rPr>
              <a:t>ጥርጣሬ</a:t>
            </a:r>
            <a:r>
              <a:rPr lang="en-US" sz="6600" b="1" dirty="0">
                <a:solidFill>
                  <a:schemeClr val="bg1"/>
                </a:solidFill>
              </a:rPr>
              <a:t> </a:t>
            </a:r>
            <a:r>
              <a:rPr lang="en-US" sz="6600" b="1" dirty="0" err="1">
                <a:solidFill>
                  <a:schemeClr val="bg1"/>
                </a:solidFill>
              </a:rPr>
              <a:t>ባለበት</a:t>
            </a:r>
            <a:r>
              <a:rPr lang="en-US" sz="6600" b="1" dirty="0">
                <a:solidFill>
                  <a:schemeClr val="bg1"/>
                </a:solidFill>
              </a:rPr>
              <a:t> 	     </a:t>
            </a:r>
            <a:r>
              <a:rPr lang="en-US" sz="6600" b="1" dirty="0" err="1">
                <a:solidFill>
                  <a:schemeClr val="bg1"/>
                </a:solidFill>
              </a:rPr>
              <a:t>እምነት</a:t>
            </a:r>
            <a:r>
              <a:rPr lang="en-US" sz="6600" dirty="0">
                <a:solidFill>
                  <a:schemeClr val="bg1"/>
                </a:solidFill>
              </a:rPr>
              <a:t> </a:t>
            </a:r>
          </a:p>
          <a:p>
            <a:pPr marL="0" indent="0" algn="ctr">
              <a:buNone/>
            </a:pPr>
            <a:r>
              <a:rPr lang="en-US" sz="6600" b="1" dirty="0" err="1">
                <a:solidFill>
                  <a:schemeClr val="bg1"/>
                </a:solidFill>
              </a:rPr>
              <a:t>ስህተት</a:t>
            </a:r>
            <a:r>
              <a:rPr lang="en-US" sz="6600" b="1" dirty="0">
                <a:solidFill>
                  <a:schemeClr val="bg1"/>
                </a:solidFill>
              </a:rPr>
              <a:t> </a:t>
            </a:r>
            <a:r>
              <a:rPr lang="en-US" sz="6600" b="1" dirty="0" err="1">
                <a:solidFill>
                  <a:schemeClr val="bg1"/>
                </a:solidFill>
              </a:rPr>
              <a:t>ባለበት</a:t>
            </a:r>
            <a:r>
              <a:rPr lang="en-US" sz="6600" b="1" dirty="0">
                <a:solidFill>
                  <a:schemeClr val="bg1"/>
                </a:solidFill>
              </a:rPr>
              <a:t> 		      </a:t>
            </a:r>
            <a:r>
              <a:rPr lang="en-US" sz="6600" b="1" dirty="0" err="1">
                <a:solidFill>
                  <a:schemeClr val="bg1"/>
                </a:solidFill>
              </a:rPr>
              <a:t>እውነት</a:t>
            </a:r>
            <a:r>
              <a:rPr lang="en-US" sz="6600" dirty="0">
                <a:solidFill>
                  <a:schemeClr val="bg1"/>
                </a:solidFill>
              </a:rPr>
              <a:t> </a:t>
            </a:r>
          </a:p>
          <a:p>
            <a:pPr marL="0" indent="0" algn="ctr">
              <a:buNone/>
            </a:pPr>
            <a:r>
              <a:rPr lang="en-US" sz="6600" b="1" dirty="0">
                <a:solidFill>
                  <a:schemeClr val="bg1"/>
                </a:solidFill>
                <a:latin typeface="Nyala" panose="02000504070300020003" pitchFamily="2" charset="0"/>
              </a:rPr>
              <a:t> </a:t>
            </a:r>
          </a:p>
        </p:txBody>
      </p:sp>
    </p:spTree>
    <p:extLst>
      <p:ext uri="{BB962C8B-B14F-4D97-AF65-F5344CB8AC3E}">
        <p14:creationId xmlns:p14="http://schemas.microsoft.com/office/powerpoint/2010/main" val="30096994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344399" cy="6950075"/>
          </a:xfrm>
        </p:spPr>
        <p:txBody>
          <a:bodyPr>
            <a:noAutofit/>
          </a:bodyPr>
          <a:lstStyle/>
          <a:p>
            <a:pPr marL="0" indent="0" algn="ctr">
              <a:buNone/>
            </a:pPr>
            <a:r>
              <a:rPr lang="en-US" sz="7200" b="1" dirty="0" err="1">
                <a:solidFill>
                  <a:schemeClr val="bg1"/>
                </a:solidFill>
              </a:rPr>
              <a:t>ተስፋ</a:t>
            </a:r>
            <a:r>
              <a:rPr lang="en-US" sz="7200" b="1" dirty="0">
                <a:solidFill>
                  <a:schemeClr val="bg1"/>
                </a:solidFill>
              </a:rPr>
              <a:t> </a:t>
            </a:r>
            <a:r>
              <a:rPr lang="en-US" sz="7200" b="1" dirty="0" err="1">
                <a:solidFill>
                  <a:schemeClr val="bg1"/>
                </a:solidFill>
              </a:rPr>
              <a:t>መቁረጥ</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መፅናናት</a:t>
            </a:r>
            <a:r>
              <a:rPr lang="en-US" sz="7200" dirty="0">
                <a:solidFill>
                  <a:schemeClr val="bg1"/>
                </a:solidFill>
              </a:rPr>
              <a:t> </a:t>
            </a:r>
          </a:p>
          <a:p>
            <a:pPr marL="0" indent="0" algn="ctr">
              <a:buNone/>
            </a:pPr>
            <a:r>
              <a:rPr lang="en-US" sz="7200" b="1" dirty="0" err="1">
                <a:solidFill>
                  <a:schemeClr val="bg1"/>
                </a:solidFill>
              </a:rPr>
              <a:t>ሀዘን</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ደስታ</a:t>
            </a:r>
            <a:r>
              <a:rPr lang="en-US" sz="7200" dirty="0">
                <a:solidFill>
                  <a:schemeClr val="bg1"/>
                </a:solidFill>
              </a:rPr>
              <a:t> </a:t>
            </a:r>
          </a:p>
          <a:p>
            <a:pPr marL="0" indent="0" algn="ctr">
              <a:buNone/>
            </a:pPr>
            <a:r>
              <a:rPr lang="en-US" sz="7200" b="1" dirty="0" err="1">
                <a:solidFill>
                  <a:schemeClr val="bg1"/>
                </a:solidFill>
              </a:rPr>
              <a:t>ጨለማ</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ብርሃን</a:t>
            </a:r>
            <a:r>
              <a:rPr lang="en-US" sz="7200" dirty="0">
                <a:solidFill>
                  <a:schemeClr val="bg1"/>
                </a:solidFill>
              </a:rPr>
              <a:t> </a:t>
            </a:r>
          </a:p>
          <a:p>
            <a:pPr marL="0" indent="0" algn="ctr">
              <a:buNone/>
            </a:pPr>
            <a:r>
              <a:rPr lang="en-US" sz="8800" b="1" dirty="0" err="1">
                <a:solidFill>
                  <a:schemeClr val="bg1"/>
                </a:solidFill>
              </a:rPr>
              <a:t>እንዲገኝ</a:t>
            </a:r>
            <a:r>
              <a:rPr lang="en-US" sz="8800" b="1" dirty="0">
                <a:solidFill>
                  <a:schemeClr val="bg1"/>
                </a:solidFill>
              </a:rPr>
              <a:t> </a:t>
            </a:r>
            <a:r>
              <a:rPr lang="en-US" sz="8800" b="1" dirty="0" err="1">
                <a:solidFill>
                  <a:schemeClr val="bg1"/>
                </a:solidFill>
              </a:rPr>
              <a:t>አደርግ</a:t>
            </a:r>
            <a:r>
              <a:rPr lang="en-US" sz="8800" b="1" dirty="0">
                <a:solidFill>
                  <a:schemeClr val="bg1"/>
                </a:solidFill>
              </a:rPr>
              <a:t> </a:t>
            </a:r>
            <a:r>
              <a:rPr lang="en-US" sz="8800" b="1" dirty="0" err="1">
                <a:solidFill>
                  <a:schemeClr val="bg1"/>
                </a:solidFill>
              </a:rPr>
              <a:t>ዘንድ</a:t>
            </a:r>
            <a:r>
              <a:rPr lang="en-US" sz="8800" b="1" dirty="0">
                <a:solidFill>
                  <a:schemeClr val="bg1"/>
                </a:solidFill>
              </a:rPr>
              <a:t> </a:t>
            </a:r>
            <a:r>
              <a:rPr lang="en-US" sz="8800" b="1" dirty="0" err="1">
                <a:solidFill>
                  <a:schemeClr val="bg1"/>
                </a:solidFill>
              </a:rPr>
              <a:t>አብቃኝ</a:t>
            </a:r>
            <a:r>
              <a:rPr lang="en-US" sz="8800" b="1" dirty="0">
                <a:solidFill>
                  <a:schemeClr val="bg1"/>
                </a:solidFill>
              </a:rPr>
              <a:t>፡፡</a:t>
            </a:r>
          </a:p>
        </p:txBody>
      </p:sp>
    </p:spTree>
    <p:extLst>
      <p:ext uri="{BB962C8B-B14F-4D97-AF65-F5344CB8AC3E}">
        <p14:creationId xmlns:p14="http://schemas.microsoft.com/office/powerpoint/2010/main" val="188125979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 y="0"/>
            <a:ext cx="12215430" cy="6992200"/>
          </a:xfrm>
        </p:spPr>
        <p:txBody>
          <a:bodyPr>
            <a:noAutofit/>
          </a:bodyPr>
          <a:lstStyle/>
          <a:p>
            <a:pPr marL="0" indent="0" algn="ctr">
              <a:buNone/>
            </a:pPr>
            <a:r>
              <a:rPr lang="en-US" sz="8000" b="1" dirty="0" err="1">
                <a:solidFill>
                  <a:schemeClr val="bg1"/>
                </a:solidFill>
              </a:rPr>
              <a:t>ጌታ</a:t>
            </a:r>
            <a:r>
              <a:rPr lang="en-US" sz="8000" b="1" dirty="0">
                <a:solidFill>
                  <a:schemeClr val="bg1"/>
                </a:solidFill>
              </a:rPr>
              <a:t> </a:t>
            </a:r>
            <a:r>
              <a:rPr lang="en-US" sz="8000" b="1" dirty="0" err="1">
                <a:solidFill>
                  <a:schemeClr val="bg1"/>
                </a:solidFill>
              </a:rPr>
              <a:t>ሆይ</a:t>
            </a:r>
            <a:r>
              <a:rPr lang="en-US" sz="8000" b="1" dirty="0">
                <a:solidFill>
                  <a:schemeClr val="bg1"/>
                </a:solidFill>
              </a:rPr>
              <a:t> ፡</a:t>
            </a:r>
          </a:p>
          <a:p>
            <a:pPr marL="0" indent="0" algn="ctr">
              <a:buNone/>
            </a:pPr>
            <a:r>
              <a:rPr lang="en-US" sz="8000" b="1" dirty="0" err="1">
                <a:solidFill>
                  <a:schemeClr val="bg1"/>
                </a:solidFill>
              </a:rPr>
              <a:t>ከመፅናናት</a:t>
            </a:r>
            <a:r>
              <a:rPr lang="en-US" sz="8000" dirty="0">
                <a:solidFill>
                  <a:schemeClr val="bg1"/>
                </a:solidFill>
              </a:rPr>
              <a:t> 		       </a:t>
            </a:r>
            <a:r>
              <a:rPr lang="en-US" sz="8000" b="1" dirty="0" err="1">
                <a:solidFill>
                  <a:schemeClr val="bg1"/>
                </a:solidFill>
              </a:rPr>
              <a:t>ማፅናናት</a:t>
            </a:r>
            <a:r>
              <a:rPr lang="en-US" sz="8000" dirty="0">
                <a:solidFill>
                  <a:schemeClr val="bg1"/>
                </a:solidFill>
              </a:rPr>
              <a:t> </a:t>
            </a:r>
          </a:p>
          <a:p>
            <a:pPr marL="0" indent="0" algn="ctr">
              <a:buNone/>
            </a:pPr>
            <a:r>
              <a:rPr lang="en-US" sz="8000" b="1" dirty="0" err="1">
                <a:solidFill>
                  <a:schemeClr val="bg1"/>
                </a:solidFill>
              </a:rPr>
              <a:t>ከመግባባት</a:t>
            </a:r>
            <a:r>
              <a:rPr lang="en-US" sz="8000" b="1" dirty="0">
                <a:solidFill>
                  <a:schemeClr val="bg1"/>
                </a:solidFill>
              </a:rPr>
              <a:t>			</a:t>
            </a:r>
            <a:r>
              <a:rPr lang="en-US" sz="8000" b="1" dirty="0" err="1">
                <a:solidFill>
                  <a:schemeClr val="bg1"/>
                </a:solidFill>
              </a:rPr>
              <a:t>ማግባባት</a:t>
            </a:r>
            <a:r>
              <a:rPr lang="en-US" sz="8000" dirty="0">
                <a:solidFill>
                  <a:schemeClr val="bg1"/>
                </a:solidFill>
              </a:rPr>
              <a:t> </a:t>
            </a:r>
          </a:p>
          <a:p>
            <a:pPr marL="0" indent="0" algn="ctr">
              <a:buNone/>
            </a:pPr>
            <a:r>
              <a:rPr lang="en-US" sz="8000" b="1" dirty="0" err="1">
                <a:solidFill>
                  <a:schemeClr val="bg1"/>
                </a:solidFill>
              </a:rPr>
              <a:t>ከመወደድ</a:t>
            </a:r>
            <a:r>
              <a:rPr lang="en-US" sz="8000" dirty="0">
                <a:solidFill>
                  <a:schemeClr val="bg1"/>
                </a:solidFill>
              </a:rPr>
              <a:t> 			</a:t>
            </a:r>
            <a:r>
              <a:rPr lang="en-US" sz="8000" b="1" dirty="0" err="1">
                <a:solidFill>
                  <a:schemeClr val="bg1"/>
                </a:solidFill>
              </a:rPr>
              <a:t>መውደድ</a:t>
            </a:r>
            <a:r>
              <a:rPr lang="en-US" sz="8000" dirty="0">
                <a:solidFill>
                  <a:schemeClr val="bg1"/>
                </a:solidFill>
              </a:rPr>
              <a:t> </a:t>
            </a:r>
          </a:p>
          <a:p>
            <a:pPr marL="0" indent="0" algn="ctr">
              <a:buNone/>
            </a:pPr>
            <a:r>
              <a:rPr lang="en-US" sz="8000" b="1" dirty="0" err="1">
                <a:solidFill>
                  <a:schemeClr val="bg1"/>
                </a:solidFill>
              </a:rPr>
              <a:t>ከመቀበል</a:t>
            </a:r>
            <a:r>
              <a:rPr lang="en-US" sz="8000" dirty="0">
                <a:solidFill>
                  <a:schemeClr val="bg1"/>
                </a:solidFill>
              </a:rPr>
              <a:t> 				</a:t>
            </a:r>
            <a:r>
              <a:rPr lang="en-US" sz="8000" b="1" dirty="0" err="1">
                <a:solidFill>
                  <a:schemeClr val="bg1"/>
                </a:solidFill>
              </a:rPr>
              <a:t>መስጠት</a:t>
            </a:r>
            <a:r>
              <a:rPr lang="en-US" sz="8000" b="1" dirty="0">
                <a:solidFill>
                  <a:schemeClr val="bg1"/>
                </a:solidFill>
              </a:rPr>
              <a:t> </a:t>
            </a:r>
          </a:p>
        </p:txBody>
      </p:sp>
    </p:spTree>
    <p:extLst>
      <p:ext uri="{BB962C8B-B14F-4D97-AF65-F5344CB8AC3E}">
        <p14:creationId xmlns:p14="http://schemas.microsoft.com/office/powerpoint/2010/main" val="187864220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344399" cy="6950075"/>
          </a:xfrm>
        </p:spPr>
        <p:txBody>
          <a:bodyPr>
            <a:noAutofit/>
          </a:bodyPr>
          <a:lstStyle/>
          <a:p>
            <a:pPr marL="0" indent="0" algn="ctr">
              <a:buNone/>
            </a:pPr>
            <a:r>
              <a:rPr lang="en-US" sz="8000" b="1" dirty="0" err="1">
                <a:solidFill>
                  <a:schemeClr val="bg1"/>
                </a:solidFill>
              </a:rPr>
              <a:t>ይቅር</a:t>
            </a:r>
            <a:r>
              <a:rPr lang="en-US" sz="8000" b="1" dirty="0">
                <a:solidFill>
                  <a:schemeClr val="bg1"/>
                </a:solidFill>
              </a:rPr>
              <a:t> </a:t>
            </a:r>
            <a:r>
              <a:rPr lang="en-US" sz="8000" b="1" dirty="0" err="1">
                <a:solidFill>
                  <a:schemeClr val="bg1"/>
                </a:solidFill>
              </a:rPr>
              <a:t>ለመባል</a:t>
            </a:r>
            <a:r>
              <a:rPr lang="en-US" sz="8000" b="1" dirty="0">
                <a:solidFill>
                  <a:schemeClr val="bg1"/>
                </a:solidFill>
              </a:rPr>
              <a:t> </a:t>
            </a:r>
            <a:r>
              <a:rPr lang="en-US" sz="8000" b="1" dirty="0" err="1">
                <a:solidFill>
                  <a:schemeClr val="bg1"/>
                </a:solidFill>
              </a:rPr>
              <a:t>ይቅር</a:t>
            </a:r>
            <a:r>
              <a:rPr lang="en-US" sz="8000" b="1" dirty="0">
                <a:solidFill>
                  <a:schemeClr val="bg1"/>
                </a:solidFill>
              </a:rPr>
              <a:t> </a:t>
            </a:r>
            <a:r>
              <a:rPr lang="en-US" sz="8000" b="1" dirty="0" err="1">
                <a:solidFill>
                  <a:schemeClr val="bg1"/>
                </a:solidFill>
              </a:rPr>
              <a:t>ማለት</a:t>
            </a:r>
            <a:r>
              <a:rPr lang="en-US" sz="8000" b="1" dirty="0">
                <a:solidFill>
                  <a:schemeClr val="bg1"/>
                </a:solidFill>
              </a:rPr>
              <a:t> </a:t>
            </a:r>
          </a:p>
          <a:p>
            <a:pPr marL="0" indent="0" algn="ctr">
              <a:buNone/>
            </a:pPr>
            <a:r>
              <a:rPr lang="en-US" sz="8000" b="1" dirty="0" err="1">
                <a:solidFill>
                  <a:schemeClr val="bg1"/>
                </a:solidFill>
              </a:rPr>
              <a:t>የዘላለምን</a:t>
            </a:r>
            <a:r>
              <a:rPr lang="en-US" sz="8000" b="1" dirty="0">
                <a:solidFill>
                  <a:schemeClr val="bg1"/>
                </a:solidFill>
              </a:rPr>
              <a:t> </a:t>
            </a:r>
            <a:r>
              <a:rPr lang="en-US" sz="8000" b="1" dirty="0" err="1">
                <a:solidFill>
                  <a:schemeClr val="bg1"/>
                </a:solidFill>
              </a:rPr>
              <a:t>ሕይወት</a:t>
            </a:r>
            <a:r>
              <a:rPr lang="en-US" sz="8000" b="1" dirty="0">
                <a:solidFill>
                  <a:schemeClr val="bg1"/>
                </a:solidFill>
              </a:rPr>
              <a:t> </a:t>
            </a:r>
            <a:r>
              <a:rPr lang="en-US" sz="8000" b="1" dirty="0" err="1">
                <a:solidFill>
                  <a:schemeClr val="bg1"/>
                </a:solidFill>
              </a:rPr>
              <a:t>ለማግኘት</a:t>
            </a:r>
            <a:r>
              <a:rPr lang="en-US" sz="8000" b="1" dirty="0">
                <a:solidFill>
                  <a:schemeClr val="bg1"/>
                </a:solidFill>
              </a:rPr>
              <a:t> </a:t>
            </a:r>
            <a:r>
              <a:rPr lang="en-US" sz="8000" b="1" dirty="0" err="1">
                <a:solidFill>
                  <a:schemeClr val="bg1"/>
                </a:solidFill>
              </a:rPr>
              <a:t>መሞት</a:t>
            </a:r>
            <a:r>
              <a:rPr lang="en-US" sz="8000" b="1" dirty="0">
                <a:solidFill>
                  <a:schemeClr val="bg1"/>
                </a:solidFill>
              </a:rPr>
              <a:t> </a:t>
            </a:r>
            <a:r>
              <a:rPr lang="en-US" sz="8000" b="1" dirty="0" err="1">
                <a:solidFill>
                  <a:schemeClr val="bg1"/>
                </a:solidFill>
              </a:rPr>
              <a:t>እንዳለብኝ</a:t>
            </a:r>
            <a:r>
              <a:rPr lang="en-US" sz="8000" b="1" dirty="0">
                <a:solidFill>
                  <a:schemeClr val="bg1"/>
                </a:solidFill>
              </a:rPr>
              <a:t> </a:t>
            </a:r>
            <a:r>
              <a:rPr lang="en-US" sz="8000" b="1" dirty="0" err="1">
                <a:solidFill>
                  <a:schemeClr val="bg1"/>
                </a:solidFill>
              </a:rPr>
              <a:t>ለማወቅ</a:t>
            </a:r>
            <a:r>
              <a:rPr lang="en-US" sz="8000" b="1" dirty="0">
                <a:solidFill>
                  <a:schemeClr val="bg1"/>
                </a:solidFill>
              </a:rPr>
              <a:t> </a:t>
            </a:r>
            <a:r>
              <a:rPr lang="en-US" sz="8000" b="1" dirty="0" err="1">
                <a:solidFill>
                  <a:schemeClr val="bg1"/>
                </a:solidFill>
              </a:rPr>
              <a:t>እርዳኝ</a:t>
            </a:r>
            <a:r>
              <a:rPr lang="en-US" sz="8000" b="1" dirty="0">
                <a:solidFill>
                  <a:schemeClr val="bg1"/>
                </a:solidFill>
              </a:rPr>
              <a:t>። </a:t>
            </a:r>
          </a:p>
          <a:p>
            <a:pPr marL="0" indent="0" algn="ctr">
              <a:buNone/>
            </a:pPr>
            <a:r>
              <a:rPr lang="en-US" sz="8000" b="1" dirty="0" err="1">
                <a:solidFill>
                  <a:schemeClr val="bg1"/>
                </a:solidFill>
              </a:rPr>
              <a:t>አሜን</a:t>
            </a:r>
            <a:r>
              <a:rPr lang="en-US" sz="8000" b="1" dirty="0">
                <a:solidFill>
                  <a:schemeClr val="bg1"/>
                </a:solidFill>
              </a:rPr>
              <a:t>።</a:t>
            </a:r>
          </a:p>
          <a:p>
            <a:pPr marL="0" indent="0" algn="ctr">
              <a:buNone/>
            </a:pPr>
            <a:endParaRPr lang="en-US" sz="8000" b="1" dirty="0">
              <a:solidFill>
                <a:srgbClr val="002060"/>
              </a:solidFill>
            </a:endParaRPr>
          </a:p>
        </p:txBody>
      </p:sp>
    </p:spTree>
    <p:extLst>
      <p:ext uri="{BB962C8B-B14F-4D97-AF65-F5344CB8AC3E}">
        <p14:creationId xmlns:p14="http://schemas.microsoft.com/office/powerpoint/2010/main" val="30462612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1D2B20-FE06-5751-C9A8-F5F802D82215}"/>
              </a:ext>
            </a:extLst>
          </p:cNvPr>
          <p:cNvSpPr>
            <a:spLocks noGrp="1"/>
          </p:cNvSpPr>
          <p:nvPr>
            <p:ph type="title"/>
          </p:nvPr>
        </p:nvSpPr>
        <p:spPr>
          <a:xfrm>
            <a:off x="320511" y="329938"/>
            <a:ext cx="11915481" cy="5373278"/>
          </a:xfrm>
        </p:spPr>
        <p:txBody>
          <a:bodyPr>
            <a:noAutofit/>
          </a:bodyPr>
          <a:lstStyle/>
          <a:p>
            <a:r>
              <a:rPr lang="en-US" sz="1823" spc="5" dirty="0">
                <a:solidFill>
                  <a:srgbClr val="363435"/>
                </a:solidFill>
                <a:latin typeface="Ebrima" panose="02000000000000000000" pitchFamily="2" charset="0"/>
                <a:ea typeface="Ebrima" panose="02000000000000000000" pitchFamily="2" charset="0"/>
                <a:cs typeface="Ebrima" panose="02000000000000000000" pitchFamily="2" charset="0"/>
              </a:rPr>
              <a:t> </a:t>
            </a:r>
            <a:r>
              <a:rPr lang="am-ET" sz="8100" b="1" spc="5" dirty="0">
                <a:solidFill>
                  <a:srgbClr val="C00000"/>
                </a:solidFill>
                <a:uFill>
                  <a:solidFill>
                    <a:srgbClr val="363435"/>
                  </a:solidFill>
                </a:uFill>
                <a:latin typeface="Ebrima" panose="02000000000000000000" pitchFamily="2" charset="0"/>
                <a:ea typeface="Ebrima" panose="02000000000000000000" pitchFamily="2" charset="0"/>
                <a:cs typeface="Ebrima" panose="02000000000000000000" pitchFamily="2" charset="0"/>
              </a:rPr>
              <a:t>ካንተ ያልሆነልኝ </a:t>
            </a:r>
            <a:endParaRPr lang="en-US" sz="8100" b="1" dirty="0">
              <a:solidFill>
                <a:srgbClr val="C00000"/>
              </a:solidFill>
              <a:latin typeface="Ebrima" panose="02000000000000000000" pitchFamily="2" charset="0"/>
              <a:ea typeface="Ebrima" panose="02000000000000000000" pitchFamily="2" charset="0"/>
              <a:cs typeface="Ebrima" panose="02000000000000000000" pitchFamily="2" charset="0"/>
            </a:endParaRPr>
          </a:p>
        </p:txBody>
      </p:sp>
    </p:spTree>
    <p:extLst>
      <p:ext uri="{BB962C8B-B14F-4D97-AF65-F5344CB8AC3E}">
        <p14:creationId xmlns:p14="http://schemas.microsoft.com/office/powerpoint/2010/main" val="45565311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985F4-896C-4876-B85C-CA5081DE70CA}"/>
              </a:ext>
            </a:extLst>
          </p:cNvPr>
          <p:cNvSpPr>
            <a:spLocks noGrp="1"/>
          </p:cNvSpPr>
          <p:nvPr>
            <p:ph idx="1"/>
          </p:nvPr>
        </p:nvSpPr>
        <p:spPr>
          <a:xfrm>
            <a:off x="122548" y="339365"/>
            <a:ext cx="12221852" cy="6282803"/>
          </a:xfrm>
        </p:spPr>
        <p:txBody>
          <a:bodyPr>
            <a:normAutofit fontScale="92500" lnSpcReduction="20000"/>
          </a:bodyPr>
          <a:lstStyle/>
          <a:p>
            <a:pPr marL="0" indent="0">
              <a:buNone/>
            </a:pPr>
            <a:r>
              <a:rPr lang="am-ET" sz="8910" dirty="0"/>
              <a:t>ካንተ ያልሆነልኝ ያልሰጠኸኝ ምን አለ</a:t>
            </a:r>
          </a:p>
          <a:p>
            <a:pPr marL="0" indent="0">
              <a:buNone/>
            </a:pPr>
            <a:r>
              <a:rPr lang="am-ET" sz="8910" dirty="0"/>
              <a:t>ሳትሰራው ሳትፈፅመው የቀረ</a:t>
            </a:r>
          </a:p>
          <a:p>
            <a:pPr marL="0" indent="0">
              <a:buNone/>
            </a:pPr>
            <a:r>
              <a:rPr lang="am-ET" sz="8910" dirty="0"/>
              <a:t>ሁሉንም ውብ አድርገሃል /2/ </a:t>
            </a:r>
          </a:p>
          <a:p>
            <a:pPr marL="0" indent="0">
              <a:buNone/>
            </a:pPr>
            <a:r>
              <a:rPr lang="am-ET" sz="8910" dirty="0"/>
              <a:t>እግዚአብሔር ምስጋና ይገባሃል </a:t>
            </a:r>
          </a:p>
          <a:p>
            <a:pPr marL="0" indent="0">
              <a:buNone/>
            </a:pPr>
            <a:endParaRPr lang="am-ET" sz="8910" dirty="0">
              <a:solidFill>
                <a:schemeClr val="accent1"/>
              </a:solidFill>
            </a:endParaRPr>
          </a:p>
          <a:p>
            <a:pPr marL="0" indent="0">
              <a:buNone/>
            </a:pPr>
            <a:endParaRPr lang="en-US" dirty="0"/>
          </a:p>
        </p:txBody>
      </p:sp>
      <p:sp>
        <p:nvSpPr>
          <p:cNvPr id="13" name="Rectangle 17">
            <a:extLst>
              <a:ext uri="{FF2B5EF4-FFF2-40B4-BE49-F238E27FC236}">
                <a16:creationId xmlns:a16="http://schemas.microsoft.com/office/drawing/2014/main" id="{6B7C2AC1-77B9-4ADA-8A4A-36C50E5FD10E}"/>
              </a:ext>
            </a:extLst>
          </p:cNvPr>
          <p:cNvSpPr>
            <a:spLocks noChangeArrowheads="1"/>
          </p:cNvSpPr>
          <p:nvPr/>
        </p:nvSpPr>
        <p:spPr bwMode="auto">
          <a:xfrm>
            <a:off x="386914" y="1482981"/>
            <a:ext cx="187040" cy="37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583" tIns="46292" rIns="92583" bIns="46292" numCol="1" anchor="ctr" anchorCtr="0" compatLnSpc="1">
            <a:prstTxWarp prst="textNoShape">
              <a:avLst/>
            </a:prstTxWarp>
            <a:spAutoFit/>
          </a:bodyPr>
          <a:lstStyle/>
          <a:p>
            <a:endParaRPr lang="en-US" sz="1823"/>
          </a:p>
        </p:txBody>
      </p:sp>
    </p:spTree>
    <p:extLst>
      <p:ext uri="{BB962C8B-B14F-4D97-AF65-F5344CB8AC3E}">
        <p14:creationId xmlns:p14="http://schemas.microsoft.com/office/powerpoint/2010/main" val="294724060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985F4-896C-4876-B85C-CA5081DE70CA}"/>
              </a:ext>
            </a:extLst>
          </p:cNvPr>
          <p:cNvSpPr>
            <a:spLocks noGrp="1"/>
          </p:cNvSpPr>
          <p:nvPr>
            <p:ph idx="1"/>
          </p:nvPr>
        </p:nvSpPr>
        <p:spPr>
          <a:xfrm>
            <a:off x="0" y="472999"/>
            <a:ext cx="12344400" cy="6287353"/>
          </a:xfrm>
        </p:spPr>
        <p:txBody>
          <a:bodyPr>
            <a:normAutofit/>
          </a:bodyPr>
          <a:lstStyle/>
          <a:p>
            <a:pPr marL="0" indent="0">
              <a:buNone/>
            </a:pPr>
            <a:r>
              <a:rPr lang="am-ET" sz="8910" dirty="0"/>
              <a:t>አፌ በምስጋና ላይ ምስጋና </a:t>
            </a:r>
          </a:p>
          <a:p>
            <a:pPr marL="0" indent="0">
              <a:buNone/>
            </a:pPr>
            <a:r>
              <a:rPr lang="am-ET" sz="8910" dirty="0"/>
              <a:t>ልቤም በዝማሬ ላይ ዝማሬ </a:t>
            </a:r>
          </a:p>
          <a:p>
            <a:pPr marL="0" indent="0">
              <a:buNone/>
            </a:pPr>
            <a:r>
              <a:rPr lang="am-ET" sz="8910" dirty="0"/>
              <a:t>ይጨምራል እንደገና /2/</a:t>
            </a:r>
            <a:endParaRPr lang="en-US" dirty="0"/>
          </a:p>
        </p:txBody>
      </p:sp>
      <p:sp>
        <p:nvSpPr>
          <p:cNvPr id="13" name="Rectangle 17">
            <a:extLst>
              <a:ext uri="{FF2B5EF4-FFF2-40B4-BE49-F238E27FC236}">
                <a16:creationId xmlns:a16="http://schemas.microsoft.com/office/drawing/2014/main" id="{6B7C2AC1-77B9-4ADA-8A4A-36C50E5FD10E}"/>
              </a:ext>
            </a:extLst>
          </p:cNvPr>
          <p:cNvSpPr>
            <a:spLocks noChangeArrowheads="1"/>
          </p:cNvSpPr>
          <p:nvPr/>
        </p:nvSpPr>
        <p:spPr bwMode="auto">
          <a:xfrm>
            <a:off x="386914" y="1482981"/>
            <a:ext cx="187040" cy="37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583" tIns="46292" rIns="92583" bIns="46292" numCol="1" anchor="ctr" anchorCtr="0" compatLnSpc="1">
            <a:prstTxWarp prst="textNoShape">
              <a:avLst/>
            </a:prstTxWarp>
            <a:spAutoFit/>
          </a:bodyPr>
          <a:lstStyle/>
          <a:p>
            <a:endParaRPr lang="en-US" sz="1823"/>
          </a:p>
        </p:txBody>
      </p:sp>
    </p:spTree>
    <p:extLst>
      <p:ext uri="{BB962C8B-B14F-4D97-AF65-F5344CB8AC3E}">
        <p14:creationId xmlns:p14="http://schemas.microsoft.com/office/powerpoint/2010/main" val="60612335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985F4-896C-4876-B85C-CA5081DE70CA}"/>
              </a:ext>
            </a:extLst>
          </p:cNvPr>
          <p:cNvSpPr>
            <a:spLocks noGrp="1"/>
          </p:cNvSpPr>
          <p:nvPr>
            <p:ph idx="1"/>
          </p:nvPr>
        </p:nvSpPr>
        <p:spPr>
          <a:xfrm>
            <a:off x="0" y="472999"/>
            <a:ext cx="12344400" cy="6287353"/>
          </a:xfrm>
        </p:spPr>
        <p:txBody>
          <a:bodyPr>
            <a:normAutofit fontScale="92500" lnSpcReduction="20000"/>
          </a:bodyPr>
          <a:lstStyle/>
          <a:p>
            <a:pPr marL="0" indent="0">
              <a:buNone/>
            </a:pPr>
            <a:r>
              <a:rPr lang="am-ET" sz="8910" dirty="0"/>
              <a:t>ለሆነልኝ ሁሉ ከአንተ ላገኘሁት</a:t>
            </a:r>
          </a:p>
          <a:p>
            <a:pPr marL="0" indent="0">
              <a:buNone/>
            </a:pPr>
            <a:r>
              <a:rPr lang="am-ET" sz="8910" dirty="0"/>
              <a:t>ለሰጠኸኝ ነገር ለተቀበልኩት</a:t>
            </a:r>
          </a:p>
          <a:p>
            <a:pPr marL="0" indent="0">
              <a:buNone/>
            </a:pPr>
            <a:r>
              <a:rPr lang="am-ET" sz="8910" dirty="0"/>
              <a:t>ምን አለኝ የምልህ ምላሽ የሚሆነኝ</a:t>
            </a:r>
          </a:p>
          <a:p>
            <a:pPr marL="0" indent="0">
              <a:buNone/>
            </a:pPr>
            <a:r>
              <a:rPr lang="am-ET" sz="8910" dirty="0"/>
              <a:t>ከማመስገን በቀር እስቲ ምን ልናገር </a:t>
            </a:r>
            <a:endParaRPr lang="en-US" sz="8910" dirty="0"/>
          </a:p>
          <a:p>
            <a:pPr marL="0" indent="0" algn="ctr">
              <a:buNone/>
            </a:pPr>
            <a:r>
              <a:rPr lang="en-US" sz="8910" dirty="0"/>
              <a:t>(2)</a:t>
            </a:r>
            <a:endParaRPr lang="am-ET" sz="8910" dirty="0"/>
          </a:p>
        </p:txBody>
      </p:sp>
      <p:sp>
        <p:nvSpPr>
          <p:cNvPr id="13" name="Rectangle 17">
            <a:extLst>
              <a:ext uri="{FF2B5EF4-FFF2-40B4-BE49-F238E27FC236}">
                <a16:creationId xmlns:a16="http://schemas.microsoft.com/office/drawing/2014/main" id="{6B7C2AC1-77B9-4ADA-8A4A-36C50E5FD10E}"/>
              </a:ext>
            </a:extLst>
          </p:cNvPr>
          <p:cNvSpPr>
            <a:spLocks noChangeArrowheads="1"/>
          </p:cNvSpPr>
          <p:nvPr/>
        </p:nvSpPr>
        <p:spPr bwMode="auto">
          <a:xfrm>
            <a:off x="386914" y="1482981"/>
            <a:ext cx="187040" cy="37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583" tIns="46292" rIns="92583" bIns="46292" numCol="1" anchor="ctr" anchorCtr="0" compatLnSpc="1">
            <a:prstTxWarp prst="textNoShape">
              <a:avLst/>
            </a:prstTxWarp>
            <a:spAutoFit/>
          </a:bodyPr>
          <a:lstStyle/>
          <a:p>
            <a:endParaRPr lang="en-US" sz="1823"/>
          </a:p>
        </p:txBody>
      </p:sp>
    </p:spTree>
    <p:extLst>
      <p:ext uri="{BB962C8B-B14F-4D97-AF65-F5344CB8AC3E}">
        <p14:creationId xmlns:p14="http://schemas.microsoft.com/office/powerpoint/2010/main" val="142397384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985F4-896C-4876-B85C-CA5081DE70CA}"/>
              </a:ext>
            </a:extLst>
          </p:cNvPr>
          <p:cNvSpPr>
            <a:spLocks noGrp="1"/>
          </p:cNvSpPr>
          <p:nvPr>
            <p:ph idx="1"/>
          </p:nvPr>
        </p:nvSpPr>
        <p:spPr>
          <a:xfrm>
            <a:off x="0" y="472999"/>
            <a:ext cx="12344400" cy="6287353"/>
          </a:xfrm>
        </p:spPr>
        <p:txBody>
          <a:bodyPr>
            <a:normAutofit/>
          </a:bodyPr>
          <a:lstStyle/>
          <a:p>
            <a:pPr marL="0" indent="0">
              <a:buNone/>
            </a:pPr>
            <a:r>
              <a:rPr lang="am-ET" sz="16808" dirty="0"/>
              <a:t>ተመስገን /2/</a:t>
            </a:r>
          </a:p>
          <a:p>
            <a:pPr marL="0" indent="0">
              <a:buNone/>
            </a:pPr>
            <a:r>
              <a:rPr lang="am-ET" sz="16808" dirty="0"/>
              <a:t> ተባረክ /2/</a:t>
            </a:r>
          </a:p>
        </p:txBody>
      </p:sp>
      <p:sp>
        <p:nvSpPr>
          <p:cNvPr id="13" name="Rectangle 17">
            <a:extLst>
              <a:ext uri="{FF2B5EF4-FFF2-40B4-BE49-F238E27FC236}">
                <a16:creationId xmlns:a16="http://schemas.microsoft.com/office/drawing/2014/main" id="{6B7C2AC1-77B9-4ADA-8A4A-36C50E5FD10E}"/>
              </a:ext>
            </a:extLst>
          </p:cNvPr>
          <p:cNvSpPr>
            <a:spLocks noChangeArrowheads="1"/>
          </p:cNvSpPr>
          <p:nvPr/>
        </p:nvSpPr>
        <p:spPr bwMode="auto">
          <a:xfrm>
            <a:off x="386914" y="1482981"/>
            <a:ext cx="187040" cy="37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583" tIns="46292" rIns="92583" bIns="46292" numCol="1" anchor="ctr" anchorCtr="0" compatLnSpc="1">
            <a:prstTxWarp prst="textNoShape">
              <a:avLst/>
            </a:prstTxWarp>
            <a:spAutoFit/>
          </a:bodyPr>
          <a:lstStyle/>
          <a:p>
            <a:endParaRPr lang="en-US" sz="1823"/>
          </a:p>
        </p:txBody>
      </p:sp>
    </p:spTree>
    <p:extLst>
      <p:ext uri="{BB962C8B-B14F-4D97-AF65-F5344CB8AC3E}">
        <p14:creationId xmlns:p14="http://schemas.microsoft.com/office/powerpoint/2010/main" val="3674605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985F4-896C-4876-B85C-CA5081DE70CA}"/>
              </a:ext>
            </a:extLst>
          </p:cNvPr>
          <p:cNvSpPr>
            <a:spLocks noGrp="1"/>
          </p:cNvSpPr>
          <p:nvPr>
            <p:ph idx="1"/>
          </p:nvPr>
        </p:nvSpPr>
        <p:spPr>
          <a:xfrm>
            <a:off x="0" y="472999"/>
            <a:ext cx="12344400" cy="6287353"/>
          </a:xfrm>
        </p:spPr>
        <p:txBody>
          <a:bodyPr>
            <a:normAutofit fontScale="92500"/>
          </a:bodyPr>
          <a:lstStyle/>
          <a:p>
            <a:pPr marL="0" indent="0">
              <a:buNone/>
            </a:pPr>
            <a:r>
              <a:rPr lang="am-ET" sz="8910" dirty="0"/>
              <a:t>አፌን ገና ስከፍት ስላንተ ላወራ</a:t>
            </a:r>
          </a:p>
          <a:p>
            <a:pPr marL="0" indent="0">
              <a:buNone/>
            </a:pPr>
            <a:r>
              <a:rPr lang="am-ET" sz="8910" dirty="0"/>
              <a:t>እምባ እየቀደመኝ ከምስጋና ጋራ</a:t>
            </a:r>
          </a:p>
          <a:p>
            <a:pPr marL="0" indent="0">
              <a:buNone/>
            </a:pPr>
            <a:r>
              <a:rPr lang="am-ET" sz="8910" dirty="0"/>
              <a:t>ጥያቄዬን ሁሉ ከውስጤ አወጣለሁ </a:t>
            </a:r>
          </a:p>
          <a:p>
            <a:pPr marL="0" indent="0">
              <a:buNone/>
            </a:pPr>
            <a:r>
              <a:rPr lang="am-ET" sz="8910" dirty="0"/>
              <a:t>አባ ደግነትህን ሳይ እረሳዋለሁ</a:t>
            </a:r>
            <a:r>
              <a:rPr lang="en-US" sz="8910" dirty="0"/>
              <a:t> (2)</a:t>
            </a:r>
            <a:endParaRPr lang="am-ET" sz="8910" dirty="0"/>
          </a:p>
        </p:txBody>
      </p:sp>
      <p:sp>
        <p:nvSpPr>
          <p:cNvPr id="13" name="Rectangle 17">
            <a:extLst>
              <a:ext uri="{FF2B5EF4-FFF2-40B4-BE49-F238E27FC236}">
                <a16:creationId xmlns:a16="http://schemas.microsoft.com/office/drawing/2014/main" id="{6B7C2AC1-77B9-4ADA-8A4A-36C50E5FD10E}"/>
              </a:ext>
            </a:extLst>
          </p:cNvPr>
          <p:cNvSpPr>
            <a:spLocks noChangeArrowheads="1"/>
          </p:cNvSpPr>
          <p:nvPr/>
        </p:nvSpPr>
        <p:spPr bwMode="auto">
          <a:xfrm>
            <a:off x="386914" y="1482981"/>
            <a:ext cx="187040" cy="37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583" tIns="46292" rIns="92583" bIns="46292" numCol="1" anchor="ctr" anchorCtr="0" compatLnSpc="1">
            <a:prstTxWarp prst="textNoShape">
              <a:avLst/>
            </a:prstTxWarp>
            <a:spAutoFit/>
          </a:bodyPr>
          <a:lstStyle/>
          <a:p>
            <a:endParaRPr lang="en-US" sz="1823"/>
          </a:p>
        </p:txBody>
      </p:sp>
    </p:spTree>
    <p:extLst>
      <p:ext uri="{BB962C8B-B14F-4D97-AF65-F5344CB8AC3E}">
        <p14:creationId xmlns:p14="http://schemas.microsoft.com/office/powerpoint/2010/main" val="333275079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F43F0-3094-5DEB-D205-FBDDE2F427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14BCC3-0845-019E-0505-8267EB331DD3}"/>
              </a:ext>
            </a:extLst>
          </p:cNvPr>
          <p:cNvSpPr>
            <a:spLocks noGrp="1"/>
          </p:cNvSpPr>
          <p:nvPr>
            <p:ph idx="1"/>
          </p:nvPr>
        </p:nvSpPr>
        <p:spPr>
          <a:xfrm>
            <a:off x="0" y="472999"/>
            <a:ext cx="12344400" cy="6287353"/>
          </a:xfrm>
        </p:spPr>
        <p:txBody>
          <a:bodyPr>
            <a:normAutofit/>
          </a:bodyPr>
          <a:lstStyle/>
          <a:p>
            <a:pPr marL="0" indent="0">
              <a:buNone/>
            </a:pPr>
            <a:r>
              <a:rPr lang="am-ET" sz="16808" dirty="0"/>
              <a:t>ተመስገን /2/</a:t>
            </a:r>
          </a:p>
          <a:p>
            <a:pPr marL="0" indent="0">
              <a:buNone/>
            </a:pPr>
            <a:r>
              <a:rPr lang="am-ET" sz="16808" dirty="0"/>
              <a:t> ተባረክ /2/</a:t>
            </a:r>
          </a:p>
        </p:txBody>
      </p:sp>
      <p:sp>
        <p:nvSpPr>
          <p:cNvPr id="13" name="Rectangle 17">
            <a:extLst>
              <a:ext uri="{FF2B5EF4-FFF2-40B4-BE49-F238E27FC236}">
                <a16:creationId xmlns:a16="http://schemas.microsoft.com/office/drawing/2014/main" id="{B2170D19-7E44-BC23-3FEF-11C25303BD07}"/>
              </a:ext>
            </a:extLst>
          </p:cNvPr>
          <p:cNvSpPr>
            <a:spLocks noChangeArrowheads="1"/>
          </p:cNvSpPr>
          <p:nvPr/>
        </p:nvSpPr>
        <p:spPr bwMode="auto">
          <a:xfrm>
            <a:off x="386914" y="1482981"/>
            <a:ext cx="187040" cy="37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583" tIns="46292" rIns="92583" bIns="46292" numCol="1" anchor="ctr" anchorCtr="0" compatLnSpc="1">
            <a:prstTxWarp prst="textNoShape">
              <a:avLst/>
            </a:prstTxWarp>
            <a:spAutoFit/>
          </a:bodyPr>
          <a:lstStyle/>
          <a:p>
            <a:endParaRPr lang="en-US" sz="1823"/>
          </a:p>
        </p:txBody>
      </p:sp>
    </p:spTree>
    <p:extLst>
      <p:ext uri="{BB962C8B-B14F-4D97-AF65-F5344CB8AC3E}">
        <p14:creationId xmlns:p14="http://schemas.microsoft.com/office/powerpoint/2010/main" val="322126012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lgn="ctr">
              <a:buNone/>
            </a:pPr>
            <a:endParaRPr lang="en-US" sz="5400" dirty="0">
              <a:solidFill>
                <a:schemeClr val="bg1"/>
              </a:solidFill>
            </a:endParaRPr>
          </a:p>
          <a:p>
            <a:pPr marL="0" indent="0" algn="ctr">
              <a:buNone/>
            </a:pPr>
            <a:endParaRPr lang="en-US" sz="5400" dirty="0">
              <a:solidFill>
                <a:schemeClr val="bg1"/>
              </a:solidFill>
            </a:endParaRPr>
          </a:p>
          <a:p>
            <a:pPr marL="0" indent="0" algn="ctr">
              <a:buNone/>
            </a:pPr>
            <a:r>
              <a:rPr lang="en-US" sz="8800" b="1" dirty="0" err="1">
                <a:solidFill>
                  <a:srgbClr val="C00000"/>
                </a:solidFill>
              </a:rPr>
              <a:t>የእመቤታችን</a:t>
            </a:r>
            <a:r>
              <a:rPr lang="en-US" sz="8800" b="1" dirty="0">
                <a:solidFill>
                  <a:srgbClr val="C00000"/>
                </a:solidFill>
              </a:rPr>
              <a:t> </a:t>
            </a:r>
            <a:r>
              <a:rPr lang="en-US" sz="8800" b="1" dirty="0" err="1">
                <a:solidFill>
                  <a:srgbClr val="C00000"/>
                </a:solidFill>
              </a:rPr>
              <a:t>የቁርባን</a:t>
            </a:r>
            <a:r>
              <a:rPr lang="en-US" sz="8800" b="1" dirty="0">
                <a:solidFill>
                  <a:srgbClr val="C00000"/>
                </a:solidFill>
              </a:rPr>
              <a:t> </a:t>
            </a:r>
            <a:r>
              <a:rPr lang="en-US" sz="8800" b="1" dirty="0" err="1">
                <a:solidFill>
                  <a:srgbClr val="C00000"/>
                </a:solidFill>
              </a:rPr>
              <a:t>ጸሎት</a:t>
            </a:r>
            <a:endParaRPr lang="am-ET" sz="8800" b="1" dirty="0">
              <a:solidFill>
                <a:srgbClr val="C00000"/>
              </a:solidFill>
            </a:endParaRPr>
          </a:p>
        </p:txBody>
      </p:sp>
    </p:spTree>
    <p:extLst>
      <p:ext uri="{BB962C8B-B14F-4D97-AF65-F5344CB8AC3E}">
        <p14:creationId xmlns:p14="http://schemas.microsoft.com/office/powerpoint/2010/main" val="154514533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ይ.ካ. </a:t>
            </a:r>
            <a:r>
              <a:rPr lang="am-ET" sz="5400" dirty="0">
                <a:solidFill>
                  <a:schemeClr val="bg1"/>
                </a:solidFill>
              </a:rPr>
              <a:t>እግዚአብሔር ከሁላችን ጋር ይሁን፡፡</a:t>
            </a:r>
          </a:p>
          <a:p>
            <a:pPr marL="0" indent="0">
              <a:buNone/>
            </a:pPr>
            <a:r>
              <a:rPr lang="am-ET" sz="5400" dirty="0">
                <a:solidFill>
                  <a:srgbClr val="C00000"/>
                </a:solidFill>
              </a:rPr>
              <a:t>ይ.ሕ. </a:t>
            </a:r>
            <a:r>
              <a:rPr lang="am-ET" sz="5400" dirty="0">
                <a:solidFill>
                  <a:schemeClr val="bg1"/>
                </a:solidFill>
              </a:rPr>
              <a:t>ከመንፈስህም ጋር፡፡</a:t>
            </a:r>
          </a:p>
          <a:p>
            <a:pPr marL="0" indent="0">
              <a:buNone/>
            </a:pPr>
            <a:r>
              <a:rPr lang="am-ET" sz="5400" dirty="0">
                <a:solidFill>
                  <a:srgbClr val="C00000"/>
                </a:solidFill>
              </a:rPr>
              <a:t>ይ.ካ. </a:t>
            </a:r>
            <a:r>
              <a:rPr lang="am-ET" sz="5400" dirty="0">
                <a:solidFill>
                  <a:schemeClr val="bg1"/>
                </a:solidFill>
              </a:rPr>
              <a:t>አምላካችንን አመስግኑት</a:t>
            </a:r>
          </a:p>
          <a:p>
            <a:pPr marL="0" indent="0">
              <a:buNone/>
            </a:pPr>
            <a:r>
              <a:rPr lang="am-ET" sz="5400" dirty="0">
                <a:solidFill>
                  <a:srgbClr val="C00000"/>
                </a:solidFill>
              </a:rPr>
              <a:t>ይ.ሕ. </a:t>
            </a:r>
            <a:r>
              <a:rPr lang="am-ET" sz="5400" dirty="0">
                <a:solidFill>
                  <a:schemeClr val="bg1"/>
                </a:solidFill>
              </a:rPr>
              <a:t>እውነት ነው ይገባል፡፡</a:t>
            </a:r>
          </a:p>
          <a:p>
            <a:pPr marL="0" indent="0">
              <a:buNone/>
            </a:pPr>
            <a:r>
              <a:rPr lang="am-ET" sz="5400" dirty="0">
                <a:solidFill>
                  <a:srgbClr val="C00000"/>
                </a:solidFill>
              </a:rPr>
              <a:t>ይ.ካ. </a:t>
            </a:r>
            <a:r>
              <a:rPr lang="am-ET" sz="5400" dirty="0">
                <a:solidFill>
                  <a:schemeClr val="bg1"/>
                </a:solidFill>
              </a:rPr>
              <a:t>ልባችሁን ከፍ አድርጉ፡፡</a:t>
            </a:r>
          </a:p>
          <a:p>
            <a:pPr marL="0" indent="0">
              <a:buNone/>
            </a:pPr>
            <a:r>
              <a:rPr lang="am-ET" sz="5400" dirty="0">
                <a:solidFill>
                  <a:srgbClr val="C00000"/>
                </a:solidFill>
              </a:rPr>
              <a:t>ይ.ሕ. </a:t>
            </a:r>
            <a:r>
              <a:rPr lang="am-ET" sz="5400" dirty="0">
                <a:solidFill>
                  <a:schemeClr val="bg1"/>
                </a:solidFill>
              </a:rPr>
              <a:t>ልባችን በአምላካችን በእግዚአብሔር ዘንድ ነው፡፡</a:t>
            </a:r>
          </a:p>
        </p:txBody>
      </p:sp>
    </p:spTree>
    <p:extLst>
      <p:ext uri="{BB962C8B-B14F-4D97-AF65-F5344CB8AC3E}">
        <p14:creationId xmlns:p14="http://schemas.microsoft.com/office/powerpoint/2010/main" val="209108418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ይ.ካ. </a:t>
            </a:r>
            <a:r>
              <a:rPr lang="am-ET" sz="5400" dirty="0">
                <a:solidFill>
                  <a:schemeClr val="bg1"/>
                </a:solidFill>
              </a:rPr>
              <a:t>ልቤ መልካም ነገርን ያፈልቃል፤ እኔም የድንግልን ምስጋናና ትልቅነትዋን እናገራለሁ፤ በዛሬው ቀን፤ በዚህ ግሩም በሆነው ምሥጢር፤ በዚህ ማዕድና ቁርባን ፊት በትሕትናና በፍቅር እቆማለሁ፡፡ ፈቃዱን የሚፈጽሙትንና የልብ ቅንነት ያላቸውን የሚያድን ቁርባን ነው፡፡ ስለዚህ ማርያም ሆይ እውነተኛ የጽድቅ መብልና እውነተኛ የሕይወት መጠጥ የሆነውን ወልደሽልናልና እንወድሻለን ከፍ ከፍም እናደርግሻለን፡፡</a:t>
            </a:r>
          </a:p>
        </p:txBody>
      </p:sp>
    </p:spTree>
    <p:extLst>
      <p:ext uri="{BB962C8B-B14F-4D97-AF65-F5344CB8AC3E}">
        <p14:creationId xmlns:p14="http://schemas.microsoft.com/office/powerpoint/2010/main" val="22588075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ይ.ዲ. </a:t>
            </a:r>
            <a:r>
              <a:rPr lang="am-ET" sz="4800" dirty="0">
                <a:solidFill>
                  <a:schemeClr val="bg1"/>
                </a:solidFill>
              </a:rPr>
              <a:t>ብፅዕትና ደስተኛ ስለሆነችው፤ በሁሉም ዘንድ የተመሰገነችና የተባረከች ስለሆነችው ስለ ቅድስትና ንጽሕት የአምላክ እናት፤ ስለ እመቤታችን ድንግል ማርያም፤ ረቂቃንና ሰማያውያን ኃያላን ስለሆኑት ሊቃነ መላእክት፤ ስለ አጥማቂው ዮሐንስም፤ ስለ ሐዋርያትና ስለ ወንጌላውያን፤ ስለ ሰማዕታትም፤ ጌታ ሆይ ብፁዕና ቅዱስ ርእሰ ሊቃነ ጳጳሳትን አቡነ (እገሌ) እና ብፁዕ ጳጳሳችን አቡነ (እገሌ) አስታውሳቸው፤ በሕይወታቸው ጠብቃቸው፤ አድናቸው፤ ኃጢአታቸውን ይቅር በልላቸው፤ እኛንም ለዘለዓለም ማረን፡፡</a:t>
            </a:r>
          </a:p>
        </p:txBody>
      </p:sp>
    </p:spTree>
    <p:extLst>
      <p:ext uri="{BB962C8B-B14F-4D97-AF65-F5344CB8AC3E}">
        <p14:creationId xmlns:p14="http://schemas.microsoft.com/office/powerpoint/2010/main" val="261923355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ይ.ን.ዲ. </a:t>
            </a:r>
            <a:r>
              <a:rPr lang="am-ET" sz="4800" dirty="0">
                <a:solidFill>
                  <a:schemeClr val="bg1"/>
                </a:solidFill>
              </a:rPr>
              <a:t>ጌታ ሆይ በሞት ከዚህ ዓለም የተለዩትን ሊቃነ፤ ጳጳሳትንና ጳጳሳትን፤ ኤጲስ ቆጶሳትን ካህናትን፤ ዲያቆናትንና ሕዝበ ክርስቲያንን ሁሉ ማራቸው፤ ይቅር በላቸው፡፡</a:t>
            </a:r>
          </a:p>
        </p:txBody>
      </p:sp>
    </p:spTree>
    <p:extLst>
      <p:ext uri="{BB962C8B-B14F-4D97-AF65-F5344CB8AC3E}">
        <p14:creationId xmlns:p14="http://schemas.microsoft.com/office/powerpoint/2010/main" val="409168080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ይ.ካ. </a:t>
            </a:r>
            <a:r>
              <a:rPr lang="am-ET" sz="4800" dirty="0">
                <a:solidFill>
                  <a:schemeClr val="bg1"/>
                </a:solidFill>
              </a:rPr>
              <a:t>የነዚህንም የሁሉንም ነፍስ አሳርፍ ይቅር በላቸው፤ የድል አድራጊዎች ሰማዕታት፤ የቡሩካን፤ ጻድቃን፤ የትጉሀን መላእክት ተብሎ በተጠራበት ቦታና በሁሉም ቦታ፤ አንቺ ከሁሉም በላይ ነሽ፤ ስምሽም በእግዚአብሔር ዘንድ ሥልጣን ያለው ነው፡፡</a:t>
            </a:r>
          </a:p>
          <a:p>
            <a:pPr marL="0" indent="0">
              <a:buNone/>
            </a:pPr>
            <a:r>
              <a:rPr lang="am-ET" sz="4800" dirty="0">
                <a:solidFill>
                  <a:srgbClr val="C00000"/>
                </a:solidFill>
              </a:rPr>
              <a:t>ይ.ዲ. </a:t>
            </a:r>
            <a:r>
              <a:rPr lang="am-ET" sz="4800" dirty="0">
                <a:solidFill>
                  <a:schemeClr val="bg1"/>
                </a:solidFill>
              </a:rPr>
              <a:t>የተቀመጣችሁ ተነሡ፡፡</a:t>
            </a:r>
          </a:p>
        </p:txBody>
      </p:sp>
    </p:spTree>
    <p:extLst>
      <p:ext uri="{BB962C8B-B14F-4D97-AF65-F5344CB8AC3E}">
        <p14:creationId xmlns:p14="http://schemas.microsoft.com/office/powerpoint/2010/main" val="222599927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ይ.ካ. </a:t>
            </a:r>
            <a:r>
              <a:rPr lang="am-ET" sz="4800" dirty="0">
                <a:solidFill>
                  <a:schemeClr val="bg1"/>
                </a:solidFill>
              </a:rPr>
              <a:t>“አንቺ ጸጋ የመላሽ የደስታ ምንጭ ሆይ፤ ከኪሩቤልና ከሱራፌል ይልቅ የሚበልጥ መልክ ግርማ አለሽ” እያልን በምስጋና የተሞላችውን እስዋን ከፍ ከፍ ለማድረግና ለማመስገን እግዚአብሔርን በመፍራት እንነሣ፡፡ </a:t>
            </a:r>
          </a:p>
          <a:p>
            <a:pPr marL="0" indent="0">
              <a:buNone/>
            </a:pPr>
            <a:r>
              <a:rPr lang="am-ET" sz="4800" dirty="0">
                <a:solidFill>
                  <a:srgbClr val="C00000"/>
                </a:solidFill>
              </a:rPr>
              <a:t>ይ.ዲ. </a:t>
            </a:r>
            <a:r>
              <a:rPr lang="am-ET" sz="4800" dirty="0">
                <a:solidFill>
                  <a:schemeClr val="bg1"/>
                </a:solidFill>
              </a:rPr>
              <a:t>ወደ መሥራቅ ተመልከቱ፡፡ </a:t>
            </a:r>
          </a:p>
        </p:txBody>
      </p:sp>
    </p:spTree>
    <p:extLst>
      <p:ext uri="{BB962C8B-B14F-4D97-AF65-F5344CB8AC3E}">
        <p14:creationId xmlns:p14="http://schemas.microsoft.com/office/powerpoint/2010/main" val="93497390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ይ.ካ</a:t>
            </a:r>
            <a:r>
              <a:rPr lang="am-ET" sz="4800" dirty="0">
                <a:solidFill>
                  <a:schemeClr val="bg1"/>
                </a:solidFill>
              </a:rPr>
              <a:t>. እግዚአብሔር አብ በእውነት ወደ ምሥራቅና ወደ ምዕራብ ወደ ሰሜንና ወደ ደቡብ ወደ ዳርቻም ሁሉ ተመለከተና እንዳንቺ ያለ አላገኘም፡፡ ስለዚህ አንቺን መርጦና አፍቅሮ የሚወደውን ልጁን ወዳንቺ ላከ፡፡ </a:t>
            </a:r>
          </a:p>
          <a:p>
            <a:pPr marL="0" indent="0">
              <a:buNone/>
            </a:pPr>
            <a:r>
              <a:rPr lang="am-ET" sz="4800" dirty="0">
                <a:solidFill>
                  <a:srgbClr val="C00000"/>
                </a:solidFill>
              </a:rPr>
              <a:t>ይ.ዲ. </a:t>
            </a:r>
            <a:r>
              <a:rPr lang="am-ET" sz="4800" dirty="0">
                <a:solidFill>
                  <a:schemeClr val="bg1"/>
                </a:solidFill>
              </a:rPr>
              <a:t>እንመልከት</a:t>
            </a:r>
          </a:p>
        </p:txBody>
      </p:sp>
    </p:spTree>
    <p:extLst>
      <p:ext uri="{BB962C8B-B14F-4D97-AF65-F5344CB8AC3E}">
        <p14:creationId xmlns:p14="http://schemas.microsoft.com/office/powerpoint/2010/main" val="378689789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ይ.ካ. </a:t>
            </a:r>
            <a:r>
              <a:rPr lang="am-ET" sz="4800" dirty="0">
                <a:solidFill>
                  <a:schemeClr val="bg1"/>
                </a:solidFill>
              </a:rPr>
              <a:t>አንቺን የወደደ እግዚአብሔር አብ ቅዱስ ነው፤ በማኀፀንሽ ያደረ ወልድ ዋሕድ ቅዱስ ነው፤ ያጸናሽ መንፈስ ጰራቅሊጦስ ቅዱስ ነው፡፡ ይህ ነገር ምንኛ ዕፁብ ድንቅ ነው፤ የቀድሞ አባቶች ከሞት ወደ ሕይወት የተሻገሩብሽ ድልድይ ሆይ፤ ከምድር እስከ ሰማይ የምትደርሽ መሰላል ሆይ፤ የፍጥረት ሁሉ መጀመሪያ ባንቺ ነው የታደሰ፤ አዳም ከገነት በተባረረ ጊዜ ተስፋው አንቺ ነበርሽ፤ ድንግል ሆይ የነብያት ትንቢት፤ የሐዋርያት ሞገስ፤ የሰማዕታት እናት፤ የመላእክት እኀት አንቺ ነሽ፤ ድንግል ሆይ በቅድስናና በንጽሕና የተሸለምሽ ነሽ እንጂ በኃጢአት የጸነሽ አይደለሽም፡፡ </a:t>
            </a:r>
          </a:p>
        </p:txBody>
      </p:sp>
    </p:spTree>
    <p:extLst>
      <p:ext uri="{BB962C8B-B14F-4D97-AF65-F5344CB8AC3E}">
        <p14:creationId xmlns:p14="http://schemas.microsoft.com/office/powerpoint/2010/main" val="345027063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chemeClr val="bg1"/>
                </a:solidFill>
              </a:rPr>
              <a:t>እግዚአብሔር ራሱ ንጽሕናሽን ባየ ጊዜ ገብርኤል የተባለውን ብርሃናዊ መልአኩን ወዳንቺ ላከ፤ እሱም “መንፈስ ቅዱስ ባንቺ ላይ ይመጣል፤ የልዑል እግዚአብሔር ኃይልም ይጋርድሻል” አለሽ፡፡ የእግዚአብሔር ቃል ከአባቱ አጠገብ ሳይለይ ወዳንቺ መጣ፤ ወሰን ሳይኖረው፤ አንቺ ፀነስሽው ከላይ ሳይጐድል፤ ከታች ሳይጨምር በማኀፀንሽ አደረ፡፡</a:t>
            </a:r>
          </a:p>
        </p:txBody>
      </p:sp>
    </p:spTree>
    <p:extLst>
      <p:ext uri="{BB962C8B-B14F-4D97-AF65-F5344CB8AC3E}">
        <p14:creationId xmlns:p14="http://schemas.microsoft.com/office/powerpoint/2010/main" val="40294998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ይ.ዲ. </a:t>
            </a:r>
            <a:r>
              <a:rPr lang="am-ET" sz="5400" dirty="0">
                <a:solidFill>
                  <a:schemeClr val="bg1"/>
                </a:solidFill>
              </a:rPr>
              <a:t>መልስ ስጡ፡፡</a:t>
            </a:r>
          </a:p>
          <a:p>
            <a:pPr marL="0" indent="0">
              <a:buNone/>
            </a:pPr>
            <a:r>
              <a:rPr lang="am-ET" sz="5400" dirty="0">
                <a:solidFill>
                  <a:srgbClr val="C00000"/>
                </a:solidFill>
              </a:rPr>
              <a:t>ይ.ሕ. </a:t>
            </a:r>
            <a:r>
              <a:rPr lang="am-ET" sz="5400" dirty="0">
                <a:solidFill>
                  <a:schemeClr val="bg1"/>
                </a:solidFill>
              </a:rPr>
              <a:t>ቅዱስ፤ ቅዱስ፤ ቅዱስ፤ ፍጹም አሸናፊ እግዚአብሔር ቅዱስ ምስጋናህ ሰማይንና ምድርን የሞላ ነው፡፡</a:t>
            </a:r>
          </a:p>
        </p:txBody>
      </p:sp>
    </p:spTree>
    <p:extLst>
      <p:ext uri="{BB962C8B-B14F-4D97-AF65-F5344CB8AC3E}">
        <p14:creationId xmlns:p14="http://schemas.microsoft.com/office/powerpoint/2010/main" val="87793678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ይ.ካ. </a:t>
            </a:r>
            <a:r>
              <a:rPr lang="am-ET" sz="5400" dirty="0">
                <a:solidFill>
                  <a:schemeClr val="bg1"/>
                </a:solidFill>
              </a:rPr>
              <a:t>አሁንም ምስጋና ላንተ፤ ምስጋና ለመንግሥትህ ይሁን ከንጹሕ ዕጣን ጋር ላንተ ምስጋና እናቀርባለን እያልን ልጅሽን እናመሰግነው፡፡</a:t>
            </a:r>
          </a:p>
        </p:txBody>
      </p:sp>
    </p:spTree>
    <p:extLst>
      <p:ext uri="{BB962C8B-B14F-4D97-AF65-F5344CB8AC3E}">
        <p14:creationId xmlns:p14="http://schemas.microsoft.com/office/powerpoint/2010/main" val="238291736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ይ.ሕ. </a:t>
            </a:r>
            <a:r>
              <a:rPr lang="am-ET" sz="5400" dirty="0">
                <a:solidFill>
                  <a:schemeClr val="bg1"/>
                </a:solidFill>
              </a:rPr>
              <a:t>ጌታ ሆይ በመንግሥትህ አስታውሰን መምህራችን ሆይ አስታውሰን ጌታ ሆይ በቅዱስ መስቀል ላይ ሳለህ በቀኝህ የተሰቀለውን በደለኛ እንዳስታወስከው በመንግሥትህ አስታውሰን፡፡</a:t>
            </a:r>
          </a:p>
        </p:txBody>
      </p:sp>
    </p:spTree>
    <p:extLst>
      <p:ext uri="{BB962C8B-B14F-4D97-AF65-F5344CB8AC3E}">
        <p14:creationId xmlns:p14="http://schemas.microsoft.com/office/powerpoint/2010/main" val="156679357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ይ.ካ. </a:t>
            </a:r>
            <a:r>
              <a:rPr lang="am-ET" sz="5400" dirty="0">
                <a:solidFill>
                  <a:schemeClr val="bg1"/>
                </a:solidFill>
              </a:rPr>
              <a:t>ሰውነቱን ለሞት በሰጠበት በዚያች ሌሊት፤ ለደቀ መዛሙርቱ ስለ ስቅለቱና ስለ ሕማማቱ፤ ስማ ሞቱና ቀድሞ እንደነበረው በሥጋና በነፍስ፤ በአጥንትና በደም፤ በሶስተኛው ቀን ስለመነሣቱ በብዙ ምልክቶች ገለጸላቸው፡፡ አሥራ ሁለቱ ደቀ መዛሙርት ከእሱ ጋር በቀኙና በግራው እንዳሉ በእነሱም ውስጥ በተፈጥሮ ከስንዴ ጋር እንደተቀላቀለ እንክርዳድ የሆነው ይሁዳን እንዳለ</a:t>
            </a:r>
            <a:r>
              <a:rPr lang="en-US" sz="5400" dirty="0">
                <a:solidFill>
                  <a:schemeClr val="bg1"/>
                </a:solidFill>
              </a:rPr>
              <a:t> </a:t>
            </a:r>
            <a:r>
              <a:rPr lang="am-ET" sz="5400" dirty="0">
                <a:solidFill>
                  <a:schemeClr val="bg1"/>
                </a:solidFill>
              </a:rPr>
              <a:t>ያን ጊዜ ጌታችን ኢየሱስ ክርስቶስ በቅዱሳት እጆቹን እድፍ በሌለባቸው ጣቶቹ  ኀብስትን ያዘ </a:t>
            </a:r>
          </a:p>
        </p:txBody>
      </p:sp>
    </p:spTree>
    <p:extLst>
      <p:ext uri="{BB962C8B-B14F-4D97-AF65-F5344CB8AC3E}">
        <p14:creationId xmlns:p14="http://schemas.microsoft.com/office/powerpoint/2010/main" val="348627298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ይ.ሕ. </a:t>
            </a:r>
            <a:r>
              <a:rPr lang="am-ET" sz="5400" dirty="0">
                <a:solidFill>
                  <a:schemeClr val="bg1"/>
                </a:solidFill>
              </a:rPr>
              <a:t>ይህ እንደሆነ እናምናለን በውነት እናምናለን፡፡</a:t>
            </a:r>
            <a:endParaRPr lang="en-US" sz="5400" dirty="0">
              <a:solidFill>
                <a:schemeClr val="bg1"/>
              </a:solidFill>
            </a:endParaRPr>
          </a:p>
          <a:p>
            <a:pPr marL="0" indent="0">
              <a:buNone/>
            </a:pPr>
            <a:r>
              <a:rPr lang="am-ET" sz="5400" dirty="0">
                <a:solidFill>
                  <a:srgbClr val="C00000"/>
                </a:solidFill>
              </a:rPr>
              <a:t>ይ.ካ. </a:t>
            </a:r>
            <a:r>
              <a:rPr lang="am-ET" sz="5400" dirty="0">
                <a:solidFill>
                  <a:schemeClr val="bg1"/>
                </a:solidFill>
              </a:rPr>
              <a:t>ወደ ሰማይ፤ ወደ አንተ፤ ወደ አባቱ ራሱን ቀና አደረገ አባቱን አማለደ፡፡ ደቀመዛሙርቱን ከክፉ ሁሉ እንዲጠብቃቸው አደራ አለው፤ ራሱ ቡሩክ ሲሆን ባርኮ፤ ራሱ ቅዱስ ሲሆን ቀድሶ፤ ቆርሶም ለደቀመዛሙርቱ እንዲህ ሲል ሰጣቸው፤ እንካችሁ ሁላችሁም ከሱ ብሉ ለዓለም ሁሉ ቤዛ ስለእናንተ የሚሰጥ ይህ ሥጋዬ ነው፡፡</a:t>
            </a:r>
          </a:p>
        </p:txBody>
      </p:sp>
    </p:spTree>
    <p:extLst>
      <p:ext uri="{BB962C8B-B14F-4D97-AF65-F5344CB8AC3E}">
        <p14:creationId xmlns:p14="http://schemas.microsoft.com/office/powerpoint/2010/main" val="407609109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ይ.ሕ. </a:t>
            </a:r>
            <a:r>
              <a:rPr lang="am-ET" sz="5400" dirty="0">
                <a:solidFill>
                  <a:schemeClr val="bg1"/>
                </a:solidFill>
              </a:rPr>
              <a:t>አሜን አሜን አሜን እናምናለን እንታመንማለን ጌታችንና አምላካችን ሆይ እናመሰግንሃለን ይህ ሥጋህ መሆኑን በውነት እናምናለን</a:t>
            </a:r>
            <a:r>
              <a:rPr lang="am-ET" sz="5400" dirty="0"/>
              <a:t>፡፡</a:t>
            </a:r>
          </a:p>
          <a:p>
            <a:pPr marL="0" indent="0">
              <a:buNone/>
            </a:pPr>
            <a:r>
              <a:rPr lang="am-ET" sz="5400" dirty="0">
                <a:solidFill>
                  <a:srgbClr val="C00000"/>
                </a:solidFill>
              </a:rPr>
              <a:t>ይ.ካ. </a:t>
            </a:r>
            <a:r>
              <a:rPr lang="am-ET" sz="5400" dirty="0">
                <a:solidFill>
                  <a:schemeClr val="bg1"/>
                </a:solidFill>
              </a:rPr>
              <a:t>እንዲሁም ከእራት በኋላ ጽዋውን ተመለከተ እንዲህም አለ እንካችሁ ሁሉም ከሱ ጠጡ ስለ እናንተ ለኃጢአት ይቅርታ የሚፈስ ይህ ጽዋ ደሜ ነው፡፡</a:t>
            </a:r>
          </a:p>
          <a:p>
            <a:pPr marL="0" indent="0">
              <a:buNone/>
            </a:pPr>
            <a:endParaRPr lang="am-ET" sz="5400" dirty="0"/>
          </a:p>
        </p:txBody>
      </p:sp>
    </p:spTree>
    <p:extLst>
      <p:ext uri="{BB962C8B-B14F-4D97-AF65-F5344CB8AC3E}">
        <p14:creationId xmlns:p14="http://schemas.microsoft.com/office/powerpoint/2010/main" val="26756942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C00000"/>
                </a:solidFill>
              </a:rPr>
              <a:t>ይ.ሕ. </a:t>
            </a:r>
            <a:r>
              <a:rPr lang="am-ET" sz="5400" dirty="0">
                <a:solidFill>
                  <a:schemeClr val="bg1"/>
                </a:solidFill>
              </a:rPr>
              <a:t>አሜን አሜን አሜን እናምናለን እንታመንማለን ጌታችንና አምላካችን ሆይ እናመሰግንሃለን ይህ ደምህ መሆኑን በውነት እናምናለን</a:t>
            </a:r>
            <a:r>
              <a:rPr lang="en-US" sz="5400" dirty="0">
                <a:solidFill>
                  <a:schemeClr val="bg1"/>
                </a:solidFill>
              </a:rPr>
              <a:t>።</a:t>
            </a:r>
          </a:p>
          <a:p>
            <a:pPr marL="0" indent="0">
              <a:buNone/>
            </a:pPr>
            <a:r>
              <a:rPr lang="am-ET" sz="5400" dirty="0">
                <a:solidFill>
                  <a:srgbClr val="FF0000"/>
                </a:solidFill>
              </a:rPr>
              <a:t>ይ.ካ. </a:t>
            </a:r>
            <a:r>
              <a:rPr lang="am-ET" sz="5400" dirty="0">
                <a:solidFill>
                  <a:schemeClr val="bg1"/>
                </a:solidFill>
              </a:rPr>
              <a:t>ይህን ስታደርጉ የሞትን መታሰቢያ ታደርጋላችሁ፤ የኔን ትንሣኤም ትናገራላችሁ፡፡</a:t>
            </a:r>
          </a:p>
        </p:txBody>
      </p:sp>
    </p:spTree>
    <p:extLst>
      <p:ext uri="{BB962C8B-B14F-4D97-AF65-F5344CB8AC3E}">
        <p14:creationId xmlns:p14="http://schemas.microsoft.com/office/powerpoint/2010/main" val="327544572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FF0000"/>
                </a:solidFill>
              </a:rPr>
              <a:t>ይ.ሕ. </a:t>
            </a:r>
            <a:r>
              <a:rPr lang="am-ET" sz="5400" dirty="0">
                <a:solidFill>
                  <a:schemeClr val="bg1"/>
                </a:solidFill>
              </a:rPr>
              <a:t>ጌታ ሆይ ሞትህንና ቅድስት ትንሣኤህን እንናገራለን ዕርገትህንና ዳግመኛ መምጣትህን እናምናለን፤ ጌታችንና አምላካችን ሆይ እናመሰግንሃለን እንታመንህማለን እንማልድህማለን፡፡</a:t>
            </a:r>
          </a:p>
        </p:txBody>
      </p:sp>
    </p:spTree>
    <p:extLst>
      <p:ext uri="{BB962C8B-B14F-4D97-AF65-F5344CB8AC3E}">
        <p14:creationId xmlns:p14="http://schemas.microsoft.com/office/powerpoint/2010/main" val="320512667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5400" dirty="0">
                <a:solidFill>
                  <a:srgbClr val="FF0000"/>
                </a:solidFill>
              </a:rPr>
              <a:t>ይ.ካ. </a:t>
            </a:r>
            <a:r>
              <a:rPr lang="am-ET" sz="5400" dirty="0">
                <a:solidFill>
                  <a:schemeClr val="bg1"/>
                </a:solidFill>
              </a:rPr>
              <a:t>ቅዱስ ሥጋውንና ክቡር ደሙን ለሚቀበሉ ሁሉ ለኃጢአት ይቅርታና ለዘላለም ሕይወት መድኃኒት እንዲሆናቸው አንድ አድርገህ ስጣቸው፡፡</a:t>
            </a:r>
          </a:p>
          <a:p>
            <a:pPr marL="0" indent="0">
              <a:buNone/>
            </a:pPr>
            <a:r>
              <a:rPr lang="am-ET" sz="5400" dirty="0">
                <a:solidFill>
                  <a:srgbClr val="FF0000"/>
                </a:solidFill>
              </a:rPr>
              <a:t>ይ.ዲ. </a:t>
            </a:r>
            <a:r>
              <a:rPr lang="am-ET" sz="5400" dirty="0">
                <a:solidFill>
                  <a:schemeClr val="bg1"/>
                </a:solidFill>
              </a:rPr>
              <a:t>መልካሙን የመንፈስ ቅዱስ አንድነት በሙሉ ልባችን እግዚአብሔርን አምላካችንን እንለምነው፡፡</a:t>
            </a:r>
          </a:p>
          <a:p>
            <a:pPr marL="0" indent="0">
              <a:buNone/>
            </a:pPr>
            <a:r>
              <a:rPr lang="am-ET" sz="5400" dirty="0">
                <a:solidFill>
                  <a:srgbClr val="FF0000"/>
                </a:solidFill>
              </a:rPr>
              <a:t>ይ.ሕ. </a:t>
            </a:r>
            <a:r>
              <a:rPr lang="am-ET" sz="5400" dirty="0">
                <a:solidFill>
                  <a:schemeClr val="bg1"/>
                </a:solidFill>
              </a:rPr>
              <a:t>ነዋሪ ሆኖ እንዳለ ለዘለዓለም ይኖራል፡፡</a:t>
            </a:r>
          </a:p>
        </p:txBody>
      </p:sp>
    </p:spTree>
    <p:extLst>
      <p:ext uri="{BB962C8B-B14F-4D97-AF65-F5344CB8AC3E}">
        <p14:creationId xmlns:p14="http://schemas.microsoft.com/office/powerpoint/2010/main" val="153430728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FF0000"/>
                </a:solidFill>
              </a:rPr>
              <a:t>ይ.ካ. </a:t>
            </a:r>
            <a:r>
              <a:rPr lang="am-ET" sz="4800" dirty="0">
                <a:solidFill>
                  <a:schemeClr val="bg1"/>
                </a:solidFill>
              </a:rPr>
              <a:t>በመንፈስ ቅዱስም አንድ እንድንሆን አድርገን፤ ለዘላለም ባንተ ሕይወት እንድናገኝ፤ በዚህ ቁርባን አድነን፤ የእግዚአብሔር ስም የተመሰገነ ይሁን፤ በእግዚአብሔር ስም የሚመጣ የተመሰገነ ይሁን፤ ገናና ስሙ የተመሰገነ ይሁን፤ የመንፈስ ቅዱስን ጸጋ ስጠን፡፡</a:t>
            </a:r>
          </a:p>
          <a:p>
            <a:pPr marL="0" indent="0">
              <a:buNone/>
            </a:pPr>
            <a:r>
              <a:rPr lang="am-ET" sz="4800" dirty="0">
                <a:solidFill>
                  <a:srgbClr val="FF0000"/>
                </a:solidFill>
              </a:rPr>
              <a:t>ይ.ዲ. </a:t>
            </a:r>
            <a:r>
              <a:rPr lang="am-ET" sz="4800" dirty="0">
                <a:solidFill>
                  <a:schemeClr val="bg1"/>
                </a:solidFill>
              </a:rPr>
              <a:t>ለጸሎት ተነሡ፡፡</a:t>
            </a:r>
          </a:p>
          <a:p>
            <a:pPr marL="0" indent="0">
              <a:buNone/>
            </a:pPr>
            <a:r>
              <a:rPr lang="am-ET" sz="4800" dirty="0">
                <a:solidFill>
                  <a:srgbClr val="FF0000"/>
                </a:solidFill>
              </a:rPr>
              <a:t>ይ.ሕ. </a:t>
            </a:r>
            <a:r>
              <a:rPr lang="am-ET" sz="4800" dirty="0">
                <a:solidFill>
                  <a:schemeClr val="bg1"/>
                </a:solidFill>
              </a:rPr>
              <a:t>ጌታ ሆይ ይቅር በለን፡፡</a:t>
            </a:r>
          </a:p>
          <a:p>
            <a:pPr marL="0" indent="0">
              <a:buNone/>
            </a:pPr>
            <a:r>
              <a:rPr lang="am-ET" sz="4800" dirty="0">
                <a:solidFill>
                  <a:srgbClr val="C00000"/>
                </a:solidFill>
              </a:rPr>
              <a:t>ይ.ካ. </a:t>
            </a:r>
            <a:r>
              <a:rPr lang="am-ET" sz="4800" dirty="0">
                <a:solidFill>
                  <a:schemeClr val="bg1"/>
                </a:solidFill>
              </a:rPr>
              <a:t>ሰላም ለሁላችሁ ይሁን፡፡</a:t>
            </a:r>
          </a:p>
          <a:p>
            <a:pPr marL="0" indent="0">
              <a:buNone/>
            </a:pPr>
            <a:r>
              <a:rPr lang="am-ET" sz="4800" dirty="0"/>
              <a:t>ይ.ሕ. </a:t>
            </a:r>
            <a:r>
              <a:rPr lang="am-ET" sz="4800" dirty="0">
                <a:solidFill>
                  <a:schemeClr val="bg1"/>
                </a:solidFill>
              </a:rPr>
              <a:t>ከመንፈስህም ጋር፡፡</a:t>
            </a:r>
          </a:p>
        </p:txBody>
      </p:sp>
    </p:spTree>
    <p:extLst>
      <p:ext uri="{BB962C8B-B14F-4D97-AF65-F5344CB8AC3E}">
        <p14:creationId xmlns:p14="http://schemas.microsoft.com/office/powerpoint/2010/main" val="372819441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344400" cy="6950075"/>
          </a:xfrm>
        </p:spPr>
        <p:txBody>
          <a:bodyPr>
            <a:noAutofit/>
          </a:bodyPr>
          <a:lstStyle/>
          <a:p>
            <a:pPr marL="0" indent="0">
              <a:buNone/>
            </a:pPr>
            <a:r>
              <a:rPr lang="am-ET" sz="4800" dirty="0">
                <a:solidFill>
                  <a:srgbClr val="C00000"/>
                </a:solidFill>
              </a:rPr>
              <a:t> ይ.ካ. </a:t>
            </a:r>
            <a:r>
              <a:rPr lang="am-ET" sz="4800" dirty="0">
                <a:solidFill>
                  <a:schemeClr val="bg1"/>
                </a:solidFill>
              </a:rPr>
              <a:t>የእግዚአብሔር ልጅ በሁሉ ነገር ባለጠጋ ሆኖ ሳለ፤ በሁሉ ነገር ራሱን ደሃ አደረገ፡፡ ፍቅር ኃያሉን፤ ወልድ ከዙፋኑ ስቦ እስከ ሞት አደረሰው፡፡ ይህ የመስቀል ምልክት፤ ከዚህ ኀብስት፤ በፍጹም እንደማይለይ፤ እንዲሁም መለኮቱ ከሰውነቱ በፍጹም የማይለይ ነው፡፡ እንዲሁም እግዚአብሔር አምላካችን ሆይ፤ መለኮትህ ከትሕትናችን ጋር፤ ትሕትናችን ከትልቅነትህ ጋር አንድ ይሁን፡፡</a:t>
            </a:r>
            <a:endParaRPr lang="en-US" sz="4800" dirty="0">
              <a:solidFill>
                <a:schemeClr val="bg1"/>
              </a:solidFill>
            </a:endParaRPr>
          </a:p>
          <a:p>
            <a:pPr marL="0" indent="0">
              <a:buNone/>
            </a:pPr>
            <a:r>
              <a:rPr lang="am-ET" sz="4800" dirty="0">
                <a:solidFill>
                  <a:srgbClr val="C00000"/>
                </a:solidFill>
              </a:rPr>
              <a:t>ይ</a:t>
            </a:r>
            <a:r>
              <a:rPr lang="en-US" sz="4800" dirty="0">
                <a:solidFill>
                  <a:srgbClr val="C00000"/>
                </a:solidFill>
              </a:rPr>
              <a:t>.</a:t>
            </a:r>
            <a:r>
              <a:rPr lang="am-ET" sz="4800" dirty="0">
                <a:solidFill>
                  <a:srgbClr val="C00000"/>
                </a:solidFill>
              </a:rPr>
              <a:t>ሕ</a:t>
            </a:r>
            <a:r>
              <a:rPr lang="en-US" sz="4800" dirty="0">
                <a:solidFill>
                  <a:srgbClr val="C00000"/>
                </a:solidFill>
              </a:rPr>
              <a:t>. </a:t>
            </a:r>
            <a:r>
              <a:rPr lang="en-US" sz="4800" dirty="0" err="1">
                <a:solidFill>
                  <a:schemeClr val="bg1"/>
                </a:solidFill>
              </a:rPr>
              <a:t>ጸልዩ</a:t>
            </a:r>
            <a:endParaRPr lang="am-ET" sz="4800" dirty="0">
              <a:solidFill>
                <a:schemeClr val="bg1"/>
              </a:solidFill>
            </a:endParaRPr>
          </a:p>
        </p:txBody>
      </p:sp>
    </p:spTree>
    <p:extLst>
      <p:ext uri="{BB962C8B-B14F-4D97-AF65-F5344CB8AC3E}">
        <p14:creationId xmlns:p14="http://schemas.microsoft.com/office/powerpoint/2010/main" val="401103397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5" y="96818"/>
            <a:ext cx="11980517" cy="6749526"/>
          </a:xfrm>
        </p:spPr>
        <p:txBody>
          <a:bodyPr>
            <a:normAutofit fontScale="92500"/>
          </a:bodyPr>
          <a:lstStyle/>
          <a:p>
            <a:pPr marL="0" indent="0">
              <a:lnSpc>
                <a:spcPct val="120000"/>
              </a:lnSpc>
              <a:buNone/>
            </a:pPr>
            <a:r>
              <a:rPr lang="am-ET" sz="6600" b="0" i="0" dirty="0">
                <a:solidFill>
                  <a:srgbClr val="C00000"/>
                </a:solidFill>
                <a:effectLst/>
                <a:latin typeface="NotoSansEthiopic"/>
              </a:rPr>
              <a:t>ይ፡ሕ</a:t>
            </a:r>
            <a:r>
              <a:rPr lang="am-ET" sz="6600" b="0" i="0" dirty="0">
                <a:effectLst/>
                <a:latin typeface="NotoSansEthiopic"/>
              </a:rPr>
              <a:t>፦</a:t>
            </a:r>
            <a:r>
              <a:rPr lang="am-ET" sz="6600" b="0" i="0" dirty="0">
                <a:solidFill>
                  <a:schemeClr val="bg1"/>
                </a:solidFill>
                <a:effectLst/>
                <a:latin typeface="NotoSansEthiopic"/>
              </a:rPr>
              <a:t>ጌታ ኢየሱስ ክርስቶስ ሆይ ስላስቆጣሁህና ስላሳዘንኵህ</a:t>
            </a:r>
            <a:r>
              <a:rPr lang="en-US" sz="6600" b="0" i="0" dirty="0">
                <a:solidFill>
                  <a:schemeClr val="bg1"/>
                </a:solidFill>
                <a:effectLst/>
                <a:latin typeface="NotoSansEthiopic"/>
              </a:rPr>
              <a:t> </a:t>
            </a:r>
            <a:r>
              <a:rPr lang="am-ET" sz="6600" b="0" i="0" dirty="0">
                <a:solidFill>
                  <a:schemeClr val="bg1"/>
                </a:solidFill>
                <a:effectLst/>
                <a:latin typeface="NotoSansEthiopic"/>
              </a:rPr>
              <a:t>በፊትህም ክፋት ስለሠራሁ በአርአያህና በአምሳልህ የፈጠርከውን</a:t>
            </a:r>
            <a:r>
              <a:rPr lang="en-US" sz="6600" b="0" i="0" dirty="0">
                <a:solidFill>
                  <a:schemeClr val="bg1"/>
                </a:solidFill>
                <a:effectLst/>
                <a:latin typeface="NotoSansEthiopic"/>
              </a:rPr>
              <a:t> </a:t>
            </a:r>
            <a:r>
              <a:rPr lang="am-ET" sz="6600" b="0" i="0" dirty="0">
                <a:solidFill>
                  <a:schemeClr val="bg1"/>
                </a:solidFill>
                <a:effectLst/>
                <a:latin typeface="NotoSansEthiopic"/>
              </a:rPr>
              <a:t>ነፍሴንና ሥጋዬን ትእዛዝህን በማፍረስ ስላረከስኩ ምንም ደግ ስራም</a:t>
            </a:r>
            <a:r>
              <a:rPr lang="en-US" sz="6600" b="0" i="0" dirty="0">
                <a:solidFill>
                  <a:schemeClr val="bg1"/>
                </a:solidFill>
                <a:effectLst/>
                <a:latin typeface="NotoSansEthiopic"/>
              </a:rPr>
              <a:t> </a:t>
            </a:r>
            <a:r>
              <a:rPr lang="am-ET" sz="6600" b="0" i="0" dirty="0">
                <a:solidFill>
                  <a:schemeClr val="bg1"/>
                </a:solidFill>
                <a:effectLst/>
                <a:latin typeface="NotoSansEthiopic"/>
              </a:rPr>
              <a:t>ስለሌለኝ ወደ ረከሰችው ቤቴ ትገባ ዘንድ አይገባኝም።</a:t>
            </a:r>
            <a:endParaRPr lang="en-US" sz="2400" dirty="0">
              <a:solidFill>
                <a:schemeClr val="bg1"/>
              </a:solidFill>
            </a:endParaRPr>
          </a:p>
        </p:txBody>
      </p:sp>
    </p:spTree>
    <p:extLst>
      <p:ext uri="{BB962C8B-B14F-4D97-AF65-F5344CB8AC3E}">
        <p14:creationId xmlns:p14="http://schemas.microsoft.com/office/powerpoint/2010/main" val="314231160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5" y="96818"/>
            <a:ext cx="11980517" cy="6749526"/>
          </a:xfrm>
        </p:spPr>
        <p:txBody>
          <a:bodyPr>
            <a:normAutofit lnSpcReduction="10000"/>
          </a:bodyPr>
          <a:lstStyle/>
          <a:p>
            <a:pPr marL="0" indent="0">
              <a:lnSpc>
                <a:spcPct val="120000"/>
              </a:lnSpc>
              <a:buNone/>
            </a:pPr>
            <a:r>
              <a:rPr lang="am-ET" sz="5400" b="0" i="0" dirty="0">
                <a:solidFill>
                  <a:schemeClr val="bg1"/>
                </a:solidFill>
                <a:effectLst/>
                <a:latin typeface="NotoSansEthiopic"/>
              </a:rPr>
              <a:t>ነገር ግን</a:t>
            </a:r>
            <a:r>
              <a:rPr lang="en-US" sz="5400" b="0" i="0" dirty="0">
                <a:solidFill>
                  <a:schemeClr val="bg1"/>
                </a:solidFill>
                <a:effectLst/>
                <a:latin typeface="NotoSansEthiopic"/>
              </a:rPr>
              <a:t> </a:t>
            </a:r>
            <a:r>
              <a:rPr lang="am-ET" sz="5400" b="0" i="0" dirty="0">
                <a:solidFill>
                  <a:schemeClr val="bg1"/>
                </a:solidFill>
                <a:effectLst/>
                <a:latin typeface="NotoSansEthiopic"/>
              </a:rPr>
              <a:t>ስለ ጥበበኛው ሥራህና እኔን ለማዳን ሰው ስለመሆንህ ስለ ክቡር</a:t>
            </a:r>
            <a:r>
              <a:rPr lang="en-US" sz="5400" b="0" i="0" dirty="0">
                <a:solidFill>
                  <a:schemeClr val="bg1"/>
                </a:solidFill>
                <a:effectLst/>
                <a:latin typeface="NotoSansEthiopic"/>
              </a:rPr>
              <a:t> </a:t>
            </a:r>
            <a:r>
              <a:rPr lang="am-ET" sz="5400" b="0" i="0" dirty="0">
                <a:solidFill>
                  <a:schemeClr val="bg1"/>
                </a:solidFill>
                <a:effectLst/>
                <a:latin typeface="NotoSansEthiopic"/>
              </a:rPr>
              <a:t>መስቀልህና ሕይወት ሰጭ ስለሆነችው ሞትህ በሦስተኛው ቀን</a:t>
            </a:r>
            <a:r>
              <a:rPr lang="en-US" sz="5400" b="0" i="0" dirty="0">
                <a:solidFill>
                  <a:schemeClr val="bg1"/>
                </a:solidFill>
                <a:effectLst/>
                <a:latin typeface="NotoSansEthiopic"/>
              </a:rPr>
              <a:t> </a:t>
            </a:r>
            <a:r>
              <a:rPr lang="am-ET" sz="5400" b="0" i="0" dirty="0">
                <a:solidFill>
                  <a:schemeClr val="bg1"/>
                </a:solidFill>
                <a:effectLst/>
                <a:latin typeface="NotoSansEthiopic"/>
              </a:rPr>
              <a:t>ከሙታን መነሳትህ ጌታዬ ሆይ ከበደልና ከርግማን ሁሉ ከኃ</a:t>
            </a:r>
            <a:r>
              <a:rPr lang="en-US" sz="5400" dirty="0" err="1">
                <a:solidFill>
                  <a:schemeClr val="bg1"/>
                </a:solidFill>
                <a:latin typeface="NotoSansEthiopic"/>
              </a:rPr>
              <a:t>ጢአት</a:t>
            </a:r>
            <a:r>
              <a:rPr lang="en-US" sz="5400" b="0" i="0" dirty="0">
                <a:solidFill>
                  <a:schemeClr val="bg1"/>
                </a:solidFill>
                <a:effectLst/>
                <a:latin typeface="NotoSansEthiopic"/>
              </a:rPr>
              <a:t> ር</a:t>
            </a:r>
            <a:r>
              <a:rPr lang="am-ET" sz="5400" b="0" i="0" dirty="0">
                <a:solidFill>
                  <a:schemeClr val="bg1"/>
                </a:solidFill>
                <a:effectLst/>
                <a:latin typeface="NotoSansEthiopic"/>
              </a:rPr>
              <a:t>ክ</a:t>
            </a:r>
            <a:r>
              <a:rPr lang="en-US" sz="5400" dirty="0">
                <a:solidFill>
                  <a:schemeClr val="bg1"/>
                </a:solidFill>
                <a:latin typeface="NotoSansEthiopic"/>
              </a:rPr>
              <a:t>ሰ</a:t>
            </a:r>
            <a:r>
              <a:rPr lang="am-ET" sz="5400" b="0" i="0" dirty="0">
                <a:solidFill>
                  <a:schemeClr val="bg1"/>
                </a:solidFill>
                <a:effectLst/>
                <a:latin typeface="NotoSansEthiopic"/>
              </a:rPr>
              <a:t>ት ሁሉ እንድታነፃኝ እለምንሀለው። ቅዱስ</a:t>
            </a:r>
            <a:r>
              <a:rPr lang="en-US" sz="5400" b="0" i="0" dirty="0">
                <a:solidFill>
                  <a:schemeClr val="bg1"/>
                </a:solidFill>
                <a:effectLst/>
                <a:latin typeface="NotoSansEthiopic"/>
              </a:rPr>
              <a:t> </a:t>
            </a:r>
            <a:r>
              <a:rPr lang="am-ET" sz="5400" b="0" i="0" dirty="0">
                <a:solidFill>
                  <a:schemeClr val="bg1"/>
                </a:solidFill>
                <a:effectLst/>
                <a:latin typeface="NotoSansEthiopic"/>
              </a:rPr>
              <a:t>ምስጢርህን</a:t>
            </a:r>
            <a:r>
              <a:rPr lang="en-US" sz="5400" dirty="0">
                <a:solidFill>
                  <a:schemeClr val="bg1"/>
                </a:solidFill>
                <a:latin typeface="NotoSansEthiopic"/>
              </a:rPr>
              <a:t> </a:t>
            </a:r>
            <a:r>
              <a:rPr lang="am-ET" sz="5400" b="0" i="0" dirty="0">
                <a:solidFill>
                  <a:schemeClr val="bg1"/>
                </a:solidFill>
                <a:effectLst/>
                <a:latin typeface="NotoSansEthiopic"/>
              </a:rPr>
              <a:t>ስንቀበል እንደምረትህ ብዛት ማረኝ ይቅር በለን እንጂ ለወቀሳና</a:t>
            </a:r>
            <a:r>
              <a:rPr lang="en-US" sz="5400" b="0" i="0" dirty="0">
                <a:solidFill>
                  <a:schemeClr val="bg1"/>
                </a:solidFill>
                <a:effectLst/>
                <a:latin typeface="NotoSansEthiopic"/>
              </a:rPr>
              <a:t> </a:t>
            </a:r>
            <a:r>
              <a:rPr lang="am-ET" sz="5400" dirty="0">
                <a:solidFill>
                  <a:schemeClr val="bg1"/>
                </a:solidFill>
                <a:latin typeface="NotoSansEthiopic"/>
              </a:rPr>
              <a:t>ለፍርድ አይሁንብኝ። የአለም ሕይወት ሆይ </a:t>
            </a:r>
            <a:endParaRPr lang="en-US" sz="5400" dirty="0">
              <a:solidFill>
                <a:schemeClr val="bg1"/>
              </a:solidFill>
              <a:latin typeface="NotoSansEthiopic"/>
            </a:endParaRPr>
          </a:p>
        </p:txBody>
      </p:sp>
    </p:spTree>
    <p:extLst>
      <p:ext uri="{BB962C8B-B14F-4D97-AF65-F5344CB8AC3E}">
        <p14:creationId xmlns:p14="http://schemas.microsoft.com/office/powerpoint/2010/main" val="189005958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5" y="96818"/>
            <a:ext cx="11980517" cy="6749526"/>
          </a:xfrm>
        </p:spPr>
        <p:txBody>
          <a:bodyPr>
            <a:normAutofit/>
          </a:bodyPr>
          <a:lstStyle/>
          <a:p>
            <a:pPr marL="0" indent="0">
              <a:lnSpc>
                <a:spcPct val="120000"/>
              </a:lnSpc>
              <a:buNone/>
            </a:pPr>
            <a:r>
              <a:rPr lang="am-ET" sz="5400" b="0" i="0" dirty="0">
                <a:solidFill>
                  <a:schemeClr val="bg1"/>
                </a:solidFill>
                <a:effectLst/>
                <a:latin typeface="NotoSansEthiopic"/>
              </a:rPr>
              <a:t>በእመቤታችን በቅድስት</a:t>
            </a:r>
            <a:r>
              <a:rPr lang="en-US" sz="5400" b="0" i="0" dirty="0">
                <a:solidFill>
                  <a:schemeClr val="bg1"/>
                </a:solidFill>
                <a:effectLst/>
                <a:latin typeface="NotoSansEthiopic"/>
              </a:rPr>
              <a:t> </a:t>
            </a:r>
            <a:r>
              <a:rPr lang="am-ET" sz="5400" b="0" i="0" dirty="0">
                <a:solidFill>
                  <a:schemeClr val="bg1"/>
                </a:solidFill>
                <a:effectLst/>
                <a:latin typeface="NotoSansEthiopic"/>
              </a:rPr>
              <a:t>ድንግል ማርያምና በመጥምቁ ዩሐንስ አማላጅነት በቅዱሳን</a:t>
            </a:r>
            <a:r>
              <a:rPr lang="en-US" sz="5400" b="0" i="0" dirty="0">
                <a:solidFill>
                  <a:schemeClr val="bg1"/>
                </a:solidFill>
                <a:effectLst/>
                <a:latin typeface="NotoSansEthiopic"/>
              </a:rPr>
              <a:t> </a:t>
            </a:r>
            <a:r>
              <a:rPr lang="am-ET" sz="5400" b="0" i="0" dirty="0">
                <a:solidFill>
                  <a:schemeClr val="bg1"/>
                </a:solidFill>
                <a:effectLst/>
                <a:latin typeface="NotoSansEthiopic"/>
              </a:rPr>
              <a:t>መላእክትና በመልካም በተጋደሉ</a:t>
            </a:r>
            <a:r>
              <a:rPr lang="en-US" sz="5400" b="0" i="0" dirty="0">
                <a:solidFill>
                  <a:schemeClr val="bg1"/>
                </a:solidFill>
                <a:effectLst/>
                <a:latin typeface="NotoSansEthiopic"/>
              </a:rPr>
              <a:t>ት</a:t>
            </a:r>
            <a:r>
              <a:rPr lang="am-ET" sz="5400" b="0" i="0" dirty="0">
                <a:solidFill>
                  <a:schemeClr val="bg1"/>
                </a:solidFill>
                <a:effectLst/>
                <a:latin typeface="NotoSansEthiopic"/>
              </a:rPr>
              <a:t> ሰማእታት ፃድቃን ሁሉ ፀሎት</a:t>
            </a:r>
            <a:r>
              <a:rPr lang="en-US" sz="5400" b="0" i="0" dirty="0">
                <a:solidFill>
                  <a:schemeClr val="bg1"/>
                </a:solidFill>
                <a:effectLst/>
                <a:latin typeface="NotoSansEthiopic"/>
              </a:rPr>
              <a:t> </a:t>
            </a:r>
            <a:r>
              <a:rPr lang="am-ET" sz="5400" b="0" i="0" dirty="0">
                <a:solidFill>
                  <a:schemeClr val="bg1"/>
                </a:solidFill>
                <a:effectLst/>
                <a:latin typeface="NotoSansEthiopic"/>
              </a:rPr>
              <a:t>በምሕረትህ</a:t>
            </a:r>
            <a:r>
              <a:rPr lang="en-US" sz="5400" b="0" i="0" dirty="0">
                <a:solidFill>
                  <a:schemeClr val="bg1"/>
                </a:solidFill>
                <a:effectLst/>
                <a:latin typeface="NotoSansEthiopic"/>
              </a:rPr>
              <a:t> </a:t>
            </a:r>
            <a:r>
              <a:rPr lang="am-ET" sz="5400" b="0" i="0" dirty="0">
                <a:solidFill>
                  <a:schemeClr val="bg1"/>
                </a:solidFill>
                <a:effectLst/>
                <a:latin typeface="NotoSansEthiopic"/>
              </a:rPr>
              <a:t>የኃ</a:t>
            </a:r>
            <a:r>
              <a:rPr lang="en-US" sz="5400" dirty="0">
                <a:solidFill>
                  <a:schemeClr val="bg1"/>
                </a:solidFill>
                <a:latin typeface="NotoSansEthiopic"/>
              </a:rPr>
              <a:t>ጢ</a:t>
            </a:r>
            <a:r>
              <a:rPr lang="am-ET" sz="5400" b="0" i="0" dirty="0">
                <a:solidFill>
                  <a:schemeClr val="bg1"/>
                </a:solidFill>
                <a:effectLst/>
                <a:latin typeface="NotoSansEthiopic"/>
              </a:rPr>
              <a:t>አቴ ሥርየት የነፍሴንና የሥጋዬ ሕይወት እስከ</a:t>
            </a:r>
          </a:p>
          <a:p>
            <a:pPr marL="0" indent="0">
              <a:lnSpc>
                <a:spcPct val="120000"/>
              </a:lnSpc>
              <a:buNone/>
            </a:pPr>
            <a:r>
              <a:rPr lang="am-ET" sz="5400" b="0" i="0" dirty="0">
                <a:solidFill>
                  <a:schemeClr val="bg1"/>
                </a:solidFill>
                <a:effectLst/>
                <a:latin typeface="NotoSansEthiopic"/>
              </a:rPr>
              <a:t>ዘለአለም ስጠኝ። አሜን።</a:t>
            </a:r>
            <a:endParaRPr lang="en-US" sz="2400" dirty="0">
              <a:solidFill>
                <a:schemeClr val="bg1"/>
              </a:solidFill>
            </a:endParaRPr>
          </a:p>
        </p:txBody>
      </p:sp>
    </p:spTree>
    <p:extLst>
      <p:ext uri="{BB962C8B-B14F-4D97-AF65-F5344CB8AC3E}">
        <p14:creationId xmlns:p14="http://schemas.microsoft.com/office/powerpoint/2010/main" val="267437613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5" y="96818"/>
            <a:ext cx="11980517" cy="6749526"/>
          </a:xfrm>
        </p:spPr>
        <p:txBody>
          <a:bodyPr>
            <a:normAutofit/>
          </a:bodyPr>
          <a:lstStyle/>
          <a:p>
            <a:pPr marL="0" indent="0">
              <a:lnSpc>
                <a:spcPct val="120000"/>
              </a:lnSpc>
              <a:buNone/>
            </a:pPr>
            <a:r>
              <a:rPr lang="en-US" sz="5400" dirty="0" err="1">
                <a:solidFill>
                  <a:srgbClr val="C00000"/>
                </a:solidFill>
                <a:latin typeface="NotoSansEthiopic"/>
              </a:rPr>
              <a:t>ይ.ዲ</a:t>
            </a:r>
            <a:r>
              <a:rPr lang="en-US" sz="5400" dirty="0">
                <a:solidFill>
                  <a:srgbClr val="C00000"/>
                </a:solidFill>
                <a:latin typeface="NotoSansEthiopic"/>
              </a:rPr>
              <a:t>. </a:t>
            </a:r>
            <a:r>
              <a:rPr lang="en-US" sz="5400" dirty="0" err="1">
                <a:solidFill>
                  <a:schemeClr val="bg1"/>
                </a:solidFill>
                <a:latin typeface="NotoSansEthiopic"/>
              </a:rPr>
              <a:t>ለኛና</a:t>
            </a:r>
            <a:r>
              <a:rPr lang="en-US" sz="5400" dirty="0">
                <a:solidFill>
                  <a:schemeClr val="bg1"/>
                </a:solidFill>
                <a:latin typeface="NotoSansEthiopic"/>
              </a:rPr>
              <a:t> </a:t>
            </a:r>
            <a:r>
              <a:rPr lang="en-US" sz="5400" dirty="0" err="1">
                <a:solidFill>
                  <a:schemeClr val="bg1"/>
                </a:solidFill>
                <a:latin typeface="NotoSansEthiopic"/>
              </a:rPr>
              <a:t>ለሕዝበ</a:t>
            </a:r>
            <a:r>
              <a:rPr lang="en-US" sz="5400" dirty="0">
                <a:solidFill>
                  <a:schemeClr val="bg1"/>
                </a:solidFill>
                <a:latin typeface="NotoSansEthiopic"/>
              </a:rPr>
              <a:t> </a:t>
            </a:r>
            <a:r>
              <a:rPr lang="en-US" sz="5400" dirty="0" err="1">
                <a:solidFill>
                  <a:schemeClr val="bg1"/>
                </a:solidFill>
                <a:latin typeface="NotoSansEthiopic"/>
              </a:rPr>
              <a:t>ክርስቲያን</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እንዲሁም</a:t>
            </a:r>
            <a:r>
              <a:rPr lang="en-US" sz="5400" dirty="0">
                <a:solidFill>
                  <a:schemeClr val="bg1"/>
                </a:solidFill>
                <a:latin typeface="NotoSansEthiopic"/>
              </a:rPr>
              <a:t> </a:t>
            </a:r>
            <a:r>
              <a:rPr lang="en-US" sz="5400" dirty="0" err="1">
                <a:solidFill>
                  <a:schemeClr val="bg1"/>
                </a:solidFill>
                <a:latin typeface="NotoSansEthiopic"/>
              </a:rPr>
              <a:t>በሰላምና</a:t>
            </a:r>
            <a:r>
              <a:rPr lang="en-US" sz="5400" dirty="0">
                <a:solidFill>
                  <a:schemeClr val="bg1"/>
                </a:solidFill>
                <a:latin typeface="NotoSansEthiopic"/>
              </a:rPr>
              <a:t> </a:t>
            </a:r>
            <a:r>
              <a:rPr lang="en-US" sz="5400" dirty="0" err="1">
                <a:solidFill>
                  <a:schemeClr val="bg1"/>
                </a:solidFill>
                <a:latin typeface="NotoSansEthiopic"/>
              </a:rPr>
              <a:t>በኢየሱስ</a:t>
            </a:r>
            <a:r>
              <a:rPr lang="en-US" sz="5400" dirty="0">
                <a:solidFill>
                  <a:schemeClr val="bg1"/>
                </a:solidFill>
                <a:latin typeface="NotoSansEthiopic"/>
              </a:rPr>
              <a:t> </a:t>
            </a:r>
            <a:r>
              <a:rPr lang="en-US" sz="5400" dirty="0" err="1">
                <a:solidFill>
                  <a:schemeClr val="bg1"/>
                </a:solidFill>
                <a:latin typeface="NotoSansEthiopic"/>
              </a:rPr>
              <a:t>ክርስቶስ</a:t>
            </a:r>
            <a:r>
              <a:rPr lang="en-US" sz="5400" dirty="0">
                <a:solidFill>
                  <a:schemeClr val="bg1"/>
                </a:solidFill>
                <a:latin typeface="NotoSansEthiopic"/>
              </a:rPr>
              <a:t> </a:t>
            </a:r>
            <a:r>
              <a:rPr lang="en-US" sz="5400" dirty="0" err="1">
                <a:solidFill>
                  <a:schemeClr val="bg1"/>
                </a:solidFill>
                <a:latin typeface="NotoSansEthiopic"/>
              </a:rPr>
              <a:t>ፍቅር</a:t>
            </a:r>
            <a:r>
              <a:rPr lang="en-US" sz="5400" dirty="0">
                <a:solidFill>
                  <a:schemeClr val="bg1"/>
                </a:solidFill>
                <a:latin typeface="NotoSansEthiopic"/>
              </a:rPr>
              <a:t> </a:t>
            </a:r>
            <a:r>
              <a:rPr lang="en-US" sz="5400" dirty="0" err="1">
                <a:solidFill>
                  <a:schemeClr val="bg1"/>
                </a:solidFill>
                <a:latin typeface="NotoSansEthiopic"/>
              </a:rPr>
              <a:t>እንድናስታውሳቸው</a:t>
            </a:r>
            <a:r>
              <a:rPr lang="en-US" sz="5400" dirty="0">
                <a:solidFill>
                  <a:schemeClr val="bg1"/>
                </a:solidFill>
                <a:latin typeface="NotoSansEthiopic"/>
              </a:rPr>
              <a:t> </a:t>
            </a:r>
            <a:r>
              <a:rPr lang="en-US" sz="5400" dirty="0" err="1">
                <a:solidFill>
                  <a:schemeClr val="bg1"/>
                </a:solidFill>
                <a:latin typeface="NotoSansEthiopic"/>
              </a:rPr>
              <a:t>አደራ</a:t>
            </a:r>
            <a:r>
              <a:rPr lang="en-US" sz="5400" dirty="0">
                <a:solidFill>
                  <a:schemeClr val="bg1"/>
                </a:solidFill>
                <a:latin typeface="NotoSansEthiopic"/>
              </a:rPr>
              <a:t> </a:t>
            </a:r>
            <a:r>
              <a:rPr lang="en-US" sz="5400" dirty="0" err="1">
                <a:solidFill>
                  <a:schemeClr val="bg1"/>
                </a:solidFill>
                <a:latin typeface="NotoSansEthiopic"/>
              </a:rPr>
              <a:t>ላሉን</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ጸልዩ</a:t>
            </a:r>
            <a:r>
              <a:rPr lang="en-US" sz="5400" dirty="0">
                <a:solidFill>
                  <a:schemeClr val="bg1"/>
                </a:solidFill>
                <a:latin typeface="NotoSansEthiopic"/>
              </a:rPr>
              <a:t> </a:t>
            </a:r>
            <a:r>
              <a:rPr lang="en-US" sz="5400" dirty="0" err="1">
                <a:solidFill>
                  <a:schemeClr val="bg1"/>
                </a:solidFill>
                <a:latin typeface="NotoSansEthiopic"/>
              </a:rPr>
              <a:t>አመስግኑ</a:t>
            </a:r>
            <a:r>
              <a:rPr lang="en-US" sz="5400" dirty="0">
                <a:solidFill>
                  <a:schemeClr val="bg1"/>
                </a:solidFill>
                <a:latin typeface="NotoSansEthiopic"/>
              </a:rPr>
              <a:t> </a:t>
            </a:r>
            <a:r>
              <a:rPr lang="en-US" sz="5400" dirty="0" err="1">
                <a:solidFill>
                  <a:schemeClr val="bg1"/>
                </a:solidFill>
                <a:latin typeface="NotoSansEthiopic"/>
              </a:rPr>
              <a:t>ዘምሩ</a:t>
            </a:r>
            <a:r>
              <a:rPr lang="en-US" sz="5400" dirty="0">
                <a:solidFill>
                  <a:schemeClr val="bg1"/>
                </a:solidFill>
                <a:latin typeface="NotoSansEthiopic"/>
              </a:rPr>
              <a:t>።</a:t>
            </a:r>
            <a:endParaRPr lang="en-US" sz="2400" dirty="0">
              <a:solidFill>
                <a:schemeClr val="bg1"/>
              </a:solidFill>
            </a:endParaRPr>
          </a:p>
        </p:txBody>
      </p:sp>
    </p:spTree>
    <p:extLst>
      <p:ext uri="{BB962C8B-B14F-4D97-AF65-F5344CB8AC3E}">
        <p14:creationId xmlns:p14="http://schemas.microsoft.com/office/powerpoint/2010/main" val="105047248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err="1">
                <a:solidFill>
                  <a:schemeClr val="bg1"/>
                </a:solidFill>
                <a:latin typeface="NotoSansEthiopic"/>
              </a:rPr>
              <a:t>ለነፍስ</a:t>
            </a:r>
            <a:r>
              <a:rPr lang="en-US" sz="5400" dirty="0">
                <a:solidFill>
                  <a:schemeClr val="bg1"/>
                </a:solidFill>
                <a:latin typeface="NotoSansEthiopic"/>
              </a:rPr>
              <a:t> </a:t>
            </a:r>
            <a:r>
              <a:rPr lang="en-US" sz="5400" dirty="0" err="1">
                <a:solidFill>
                  <a:schemeClr val="bg1"/>
                </a:solidFill>
                <a:latin typeface="NotoSansEthiopic"/>
              </a:rPr>
              <a:t>ሕይወት</a:t>
            </a:r>
            <a:r>
              <a:rPr lang="en-US" sz="5400" dirty="0">
                <a:solidFill>
                  <a:schemeClr val="bg1"/>
                </a:solidFill>
                <a:latin typeface="NotoSansEthiopic"/>
              </a:rPr>
              <a:t> </a:t>
            </a:r>
            <a:r>
              <a:rPr lang="en-US" sz="5400" dirty="0" err="1">
                <a:solidFill>
                  <a:schemeClr val="bg1"/>
                </a:solidFill>
                <a:latin typeface="NotoSansEthiopic"/>
              </a:rPr>
              <a:t>መድኃኒት</a:t>
            </a:r>
            <a:r>
              <a:rPr lang="en-US" sz="5400" dirty="0">
                <a:solidFill>
                  <a:schemeClr val="bg1"/>
                </a:solidFill>
                <a:latin typeface="NotoSansEthiopic"/>
              </a:rPr>
              <a:t> </a:t>
            </a:r>
            <a:r>
              <a:rPr lang="en-US" sz="5400" dirty="0" err="1">
                <a:solidFill>
                  <a:schemeClr val="bg1"/>
                </a:solidFill>
                <a:latin typeface="NotoSansEthiopic"/>
              </a:rPr>
              <a:t>ይሆነን</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የተቀደሰውን</a:t>
            </a:r>
            <a:r>
              <a:rPr lang="en-US" sz="5400" dirty="0">
                <a:solidFill>
                  <a:schemeClr val="bg1"/>
                </a:solidFill>
                <a:latin typeface="NotoSansEthiopic"/>
              </a:rPr>
              <a:t> </a:t>
            </a:r>
            <a:r>
              <a:rPr lang="en-US" sz="5400" dirty="0" err="1">
                <a:solidFill>
                  <a:schemeClr val="bg1"/>
                </a:solidFill>
                <a:latin typeface="NotoSansEthiopic"/>
              </a:rPr>
              <a:t>ምሥጢር</a:t>
            </a:r>
            <a:r>
              <a:rPr lang="en-US" sz="5400" dirty="0">
                <a:solidFill>
                  <a:schemeClr val="bg1"/>
                </a:solidFill>
                <a:latin typeface="NotoSansEthiopic"/>
              </a:rPr>
              <a:t> </a:t>
            </a:r>
            <a:r>
              <a:rPr lang="en-US" sz="5400" dirty="0" err="1">
                <a:solidFill>
                  <a:schemeClr val="bg1"/>
                </a:solidFill>
                <a:latin typeface="NotoSansEthiopic"/>
              </a:rPr>
              <a:t>ተቀብለን</a:t>
            </a:r>
            <a:r>
              <a:rPr lang="en-US" sz="5400" dirty="0">
                <a:solidFill>
                  <a:schemeClr val="bg1"/>
                </a:solidFill>
                <a:latin typeface="NotoSansEthiopic"/>
              </a:rPr>
              <a:t> </a:t>
            </a:r>
            <a:r>
              <a:rPr lang="en-US" sz="5400" dirty="0" err="1">
                <a:solidFill>
                  <a:schemeClr val="bg1"/>
                </a:solidFill>
                <a:latin typeface="NotoSansEthiopic"/>
              </a:rPr>
              <a:t>እግዚአብሔርን</a:t>
            </a:r>
            <a:r>
              <a:rPr lang="en-US" sz="5400" dirty="0">
                <a:solidFill>
                  <a:schemeClr val="bg1"/>
                </a:solidFill>
                <a:latin typeface="NotoSansEthiopic"/>
              </a:rPr>
              <a:t> </a:t>
            </a:r>
            <a:r>
              <a:rPr lang="en-US" sz="5400" dirty="0" err="1">
                <a:solidFill>
                  <a:schemeClr val="bg1"/>
                </a:solidFill>
                <a:latin typeface="NotoSansEthiopic"/>
              </a:rPr>
              <a:t>እናመሰግናለን</a:t>
            </a:r>
            <a:r>
              <a:rPr lang="en-US" sz="5400" dirty="0">
                <a:solidFill>
                  <a:schemeClr val="bg1"/>
                </a:solidFill>
                <a:latin typeface="NotoSansEthiopic"/>
              </a:rPr>
              <a:t>። </a:t>
            </a:r>
            <a:r>
              <a:rPr lang="en-US" sz="5400" dirty="0" err="1">
                <a:solidFill>
                  <a:schemeClr val="bg1"/>
                </a:solidFill>
                <a:latin typeface="NotoSansEthiopic"/>
              </a:rPr>
              <a:t>እኛ</a:t>
            </a:r>
            <a:r>
              <a:rPr lang="en-US" sz="5400" dirty="0">
                <a:solidFill>
                  <a:schemeClr val="bg1"/>
                </a:solidFill>
                <a:latin typeface="NotoSansEthiopic"/>
              </a:rPr>
              <a:t> </a:t>
            </a:r>
            <a:r>
              <a:rPr lang="en-US" sz="5400" dirty="0" err="1">
                <a:solidFill>
                  <a:schemeClr val="bg1"/>
                </a:solidFill>
                <a:latin typeface="NotoSansEthiopic"/>
              </a:rPr>
              <a:t>ይሄን</a:t>
            </a:r>
            <a:r>
              <a:rPr lang="en-US" sz="5400" dirty="0">
                <a:solidFill>
                  <a:schemeClr val="bg1"/>
                </a:solidFill>
                <a:latin typeface="NotoSansEthiopic"/>
              </a:rPr>
              <a:t> </a:t>
            </a:r>
            <a:r>
              <a:rPr lang="en-US" sz="5400" dirty="0" err="1">
                <a:solidFill>
                  <a:schemeClr val="bg1"/>
                </a:solidFill>
                <a:latin typeface="NotoSansEthiopic"/>
              </a:rPr>
              <a:t>ምሥጢር</a:t>
            </a:r>
            <a:r>
              <a:rPr lang="en-US" sz="5400" dirty="0">
                <a:solidFill>
                  <a:schemeClr val="bg1"/>
                </a:solidFill>
                <a:latin typeface="NotoSansEthiopic"/>
              </a:rPr>
              <a:t> </a:t>
            </a:r>
            <a:r>
              <a:rPr lang="en-US" sz="5400" dirty="0" err="1">
                <a:solidFill>
                  <a:schemeClr val="bg1"/>
                </a:solidFill>
                <a:latin typeface="NotoSansEthiopic"/>
              </a:rPr>
              <a:t>የተቀበልን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አምላካችንን</a:t>
            </a:r>
            <a:r>
              <a:rPr lang="en-US" sz="5400" dirty="0">
                <a:solidFill>
                  <a:schemeClr val="bg1"/>
                </a:solidFill>
                <a:latin typeface="NotoSansEthiopic"/>
              </a:rPr>
              <a:t> </a:t>
            </a:r>
            <a:r>
              <a:rPr lang="en-US" sz="5400" dirty="0" err="1">
                <a:solidFill>
                  <a:schemeClr val="bg1"/>
                </a:solidFill>
                <a:latin typeface="NotoSansEthiopic"/>
              </a:rPr>
              <a:t>እያመሰገን</a:t>
            </a:r>
            <a:r>
              <a:rPr lang="en-US" sz="5400" dirty="0">
                <a:solidFill>
                  <a:schemeClr val="bg1"/>
                </a:solidFill>
                <a:latin typeface="NotoSansEthiopic"/>
              </a:rPr>
              <a:t> </a:t>
            </a:r>
            <a:r>
              <a:rPr lang="en-US" sz="5400" dirty="0" err="1">
                <a:solidFill>
                  <a:schemeClr val="bg1"/>
                </a:solidFill>
                <a:latin typeface="NotoSansEthiopic"/>
              </a:rPr>
              <a:t>እንለምናለን</a:t>
            </a:r>
            <a:r>
              <a:rPr lang="en-US" sz="5400" dirty="0">
                <a:solidFill>
                  <a:schemeClr val="bg1"/>
                </a:solidFill>
                <a:latin typeface="NotoSansEthiopic"/>
              </a:rPr>
              <a:t> </a:t>
            </a:r>
            <a:r>
              <a:rPr lang="en-US" sz="5400" dirty="0" err="1">
                <a:solidFill>
                  <a:schemeClr val="bg1"/>
                </a:solidFill>
                <a:latin typeface="NotoSansEthiopic"/>
              </a:rPr>
              <a:t>እንማጠንማለን</a:t>
            </a:r>
            <a:r>
              <a:rPr lang="en-US" sz="5400" dirty="0">
                <a:solidFill>
                  <a:schemeClr val="bg1"/>
                </a:solidFill>
                <a:latin typeface="NotoSansEthiopic"/>
              </a:rPr>
              <a:t>።</a:t>
            </a:r>
            <a:endParaRPr lang="en-US" sz="1800" dirty="0">
              <a:solidFill>
                <a:schemeClr val="bg1"/>
              </a:solidFill>
            </a:endParaRPr>
          </a:p>
        </p:txBody>
      </p:sp>
    </p:spTree>
    <p:extLst>
      <p:ext uri="{BB962C8B-B14F-4D97-AF65-F5344CB8AC3E}">
        <p14:creationId xmlns:p14="http://schemas.microsoft.com/office/powerpoint/2010/main" val="264876188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ንጉሴና</a:t>
            </a:r>
            <a:r>
              <a:rPr lang="en-US" sz="5400" dirty="0">
                <a:solidFill>
                  <a:schemeClr val="bg1"/>
                </a:solidFill>
                <a:latin typeface="NotoSansEthiopic"/>
              </a:rPr>
              <a:t> </a:t>
            </a:r>
            <a:r>
              <a:rPr lang="en-US" sz="5400" dirty="0" err="1">
                <a:solidFill>
                  <a:schemeClr val="bg1"/>
                </a:solidFill>
                <a:latin typeface="NotoSansEthiopic"/>
              </a:rPr>
              <a:t>አምላኬ</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ከፍ</a:t>
            </a:r>
            <a:r>
              <a:rPr lang="en-US" sz="5400" dirty="0">
                <a:solidFill>
                  <a:schemeClr val="bg1"/>
                </a:solidFill>
                <a:latin typeface="NotoSansEthiopic"/>
              </a:rPr>
              <a:t> </a:t>
            </a:r>
            <a:r>
              <a:rPr lang="en-US" sz="5400" dirty="0" err="1">
                <a:solidFill>
                  <a:schemeClr val="bg1"/>
                </a:solidFill>
                <a:latin typeface="NotoSansEthiopic"/>
              </a:rPr>
              <a:t>ከፍ</a:t>
            </a:r>
            <a:r>
              <a:rPr lang="en-US" sz="5400" dirty="0">
                <a:solidFill>
                  <a:schemeClr val="bg1"/>
                </a:solidFill>
                <a:latin typeface="NotoSansEthiopic"/>
              </a:rPr>
              <a:t> </a:t>
            </a:r>
            <a:r>
              <a:rPr lang="en-US" sz="5400" dirty="0" err="1">
                <a:solidFill>
                  <a:schemeClr val="bg1"/>
                </a:solidFill>
                <a:latin typeface="NotoSansEthiopic"/>
              </a:rPr>
              <a:t>አደርግሃለሁ</a:t>
            </a:r>
            <a:r>
              <a:rPr lang="en-US" sz="5400" dirty="0">
                <a:solidFill>
                  <a:schemeClr val="bg1"/>
                </a:solidFill>
                <a:latin typeface="NotoSansEthiopic"/>
              </a:rPr>
              <a:t> </a:t>
            </a:r>
            <a:r>
              <a:rPr lang="en-US" sz="5400" dirty="0" err="1">
                <a:solidFill>
                  <a:schemeClr val="bg1"/>
                </a:solidFill>
                <a:latin typeface="NotoSansEthiopic"/>
              </a:rPr>
              <a:t>ስምህንም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4800" dirty="0" err="1">
                <a:solidFill>
                  <a:schemeClr val="bg1"/>
                </a:solidFill>
                <a:latin typeface="NotoSansEthiopic"/>
              </a:rPr>
              <a:t>በሰማይ</a:t>
            </a:r>
            <a:r>
              <a:rPr lang="en-US" sz="4800" dirty="0">
                <a:solidFill>
                  <a:schemeClr val="bg1"/>
                </a:solidFill>
                <a:latin typeface="NotoSansEthiopic"/>
              </a:rPr>
              <a:t> </a:t>
            </a:r>
            <a:r>
              <a:rPr lang="en-US" sz="4800" dirty="0" err="1">
                <a:solidFill>
                  <a:schemeClr val="bg1"/>
                </a:solidFill>
                <a:latin typeface="NotoSansEthiopic"/>
              </a:rPr>
              <a:t>የምትኖር</a:t>
            </a:r>
            <a:r>
              <a:rPr lang="en-US" sz="4800" dirty="0">
                <a:solidFill>
                  <a:schemeClr val="bg1"/>
                </a:solidFill>
                <a:latin typeface="NotoSansEthiopic"/>
              </a:rPr>
              <a:t> </a:t>
            </a:r>
            <a:r>
              <a:rPr lang="en-US" sz="4800" dirty="0" err="1">
                <a:solidFill>
                  <a:schemeClr val="bg1"/>
                </a:solidFill>
                <a:latin typeface="NotoSansEthiopic"/>
              </a:rPr>
              <a:t>አባታችን</a:t>
            </a:r>
            <a:r>
              <a:rPr lang="en-US" sz="4800" dirty="0">
                <a:solidFill>
                  <a:schemeClr val="bg1"/>
                </a:solidFill>
                <a:latin typeface="NotoSansEthiopic"/>
              </a:rPr>
              <a:t> </a:t>
            </a:r>
            <a:r>
              <a:rPr lang="en-US" sz="4800" dirty="0" err="1">
                <a:solidFill>
                  <a:schemeClr val="bg1"/>
                </a:solidFill>
                <a:latin typeface="NotoSansEthiopic"/>
              </a:rPr>
              <a:t>ሆይ</a:t>
            </a:r>
            <a:r>
              <a:rPr lang="en-US" sz="4800" dirty="0">
                <a:solidFill>
                  <a:schemeClr val="bg1"/>
                </a:solidFill>
                <a:latin typeface="NotoSansEthiopic"/>
              </a:rPr>
              <a:t> </a:t>
            </a:r>
            <a:r>
              <a:rPr lang="en-US" sz="4800" dirty="0" err="1">
                <a:solidFill>
                  <a:schemeClr val="bg1"/>
                </a:solidFill>
                <a:latin typeface="NotoSansEthiopic"/>
              </a:rPr>
              <a:t>ወደ</a:t>
            </a:r>
            <a:r>
              <a:rPr lang="en-US" sz="4800" dirty="0">
                <a:solidFill>
                  <a:schemeClr val="bg1"/>
                </a:solidFill>
                <a:latin typeface="NotoSansEthiopic"/>
              </a:rPr>
              <a:t> </a:t>
            </a:r>
            <a:r>
              <a:rPr lang="en-US" sz="4800" dirty="0" err="1">
                <a:solidFill>
                  <a:schemeClr val="bg1"/>
                </a:solidFill>
                <a:latin typeface="NotoSansEthiopic"/>
              </a:rPr>
              <a:t>ፈተና</a:t>
            </a:r>
            <a:r>
              <a:rPr lang="en-US" sz="4800" dirty="0">
                <a:solidFill>
                  <a:schemeClr val="bg1"/>
                </a:solidFill>
                <a:latin typeface="NotoSansEthiopic"/>
              </a:rPr>
              <a:t> </a:t>
            </a:r>
            <a:r>
              <a:rPr lang="en-US" sz="4800" dirty="0" err="1">
                <a:solidFill>
                  <a:schemeClr val="bg1"/>
                </a:solidFill>
                <a:latin typeface="NotoSansEthiopic"/>
              </a:rPr>
              <a:t>አታግባን</a:t>
            </a:r>
            <a:endParaRPr lang="en-US" sz="4800" dirty="0">
              <a:solidFill>
                <a:schemeClr val="bg1"/>
              </a:solidFill>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የክርስቶስ</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ሥጋውንና</a:t>
            </a:r>
            <a:r>
              <a:rPr lang="en-US" sz="5400" dirty="0">
                <a:solidFill>
                  <a:schemeClr val="bg1"/>
                </a:solidFill>
                <a:latin typeface="NotoSansEthiopic"/>
              </a:rPr>
              <a:t> </a:t>
            </a:r>
            <a:r>
              <a:rPr lang="en-US" sz="5400" dirty="0" err="1">
                <a:solidFill>
                  <a:schemeClr val="bg1"/>
                </a:solidFill>
                <a:latin typeface="NotoSansEthiopic"/>
              </a:rPr>
              <a:t>ክቡር</a:t>
            </a:r>
            <a:r>
              <a:rPr lang="en-US" sz="5400" dirty="0">
                <a:solidFill>
                  <a:schemeClr val="bg1"/>
                </a:solidFill>
                <a:latin typeface="NotoSansEthiopic"/>
              </a:rPr>
              <a:t> </a:t>
            </a:r>
            <a:r>
              <a:rPr lang="en-US" sz="5400" dirty="0" err="1">
                <a:solidFill>
                  <a:schemeClr val="bg1"/>
                </a:solidFill>
                <a:latin typeface="NotoSansEthiopic"/>
              </a:rPr>
              <a:t>ደሙን</a:t>
            </a:r>
            <a:r>
              <a:rPr lang="en-US" sz="5400" dirty="0">
                <a:solidFill>
                  <a:schemeClr val="bg1"/>
                </a:solidFill>
                <a:latin typeface="NotoSansEthiopic"/>
              </a:rPr>
              <a:t> </a:t>
            </a:r>
            <a:r>
              <a:rPr lang="en-US" sz="5400" dirty="0" err="1">
                <a:solidFill>
                  <a:schemeClr val="bg1"/>
                </a:solidFill>
                <a:latin typeface="NotoSansEthiopic"/>
              </a:rPr>
              <a:t>ተቀብለናል</a:t>
            </a:r>
            <a:endParaRPr lang="en-US" sz="5400" dirty="0">
              <a:solidFill>
                <a:srgbClr val="FF0000"/>
              </a:solidFill>
              <a:latin typeface="NotoSansEthiopic"/>
            </a:endParaRPr>
          </a:p>
        </p:txBody>
      </p:sp>
    </p:spTree>
    <p:extLst>
      <p:ext uri="{BB962C8B-B14F-4D97-AF65-F5344CB8AC3E}">
        <p14:creationId xmlns:p14="http://schemas.microsoft.com/office/powerpoint/2010/main" val="117136798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ቀን</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 </a:t>
            </a:r>
            <a:r>
              <a:rPr lang="en-US" sz="5400" dirty="0" err="1">
                <a:solidFill>
                  <a:schemeClr val="bg1"/>
                </a:solidFill>
                <a:latin typeface="NotoSansEthiopic"/>
              </a:rPr>
              <a:t>ስምህንም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አታግናን</a:t>
            </a:r>
            <a:endParaRPr lang="en-US" sz="5400" dirty="0">
              <a:solidFill>
                <a:schemeClr val="bg1"/>
              </a:solidFill>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ክቡርና</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የሆነውን</a:t>
            </a:r>
            <a:r>
              <a:rPr lang="en-US" sz="5400" dirty="0">
                <a:solidFill>
                  <a:schemeClr val="bg1"/>
                </a:solidFill>
                <a:latin typeface="NotoSansEthiopic"/>
              </a:rPr>
              <a:t> </a:t>
            </a:r>
            <a:r>
              <a:rPr lang="en-US" sz="5400" dirty="0" err="1">
                <a:solidFill>
                  <a:schemeClr val="bg1"/>
                </a:solidFill>
                <a:latin typeface="NotoSansEthiopic"/>
              </a:rPr>
              <a:t>ምስጢር</a:t>
            </a:r>
            <a:r>
              <a:rPr lang="en-US" sz="5400" dirty="0">
                <a:solidFill>
                  <a:schemeClr val="bg1"/>
                </a:solidFill>
                <a:latin typeface="NotoSansEthiopic"/>
              </a:rPr>
              <a:t> </a:t>
            </a:r>
            <a:r>
              <a:rPr lang="en-US" sz="5400" dirty="0" err="1">
                <a:solidFill>
                  <a:schemeClr val="bg1"/>
                </a:solidFill>
                <a:latin typeface="NotoSansEthiopic"/>
              </a:rPr>
              <a:t>ለመሳተፍ</a:t>
            </a:r>
            <a:r>
              <a:rPr lang="en-US" sz="5400" dirty="0">
                <a:solidFill>
                  <a:schemeClr val="bg1"/>
                </a:solidFill>
                <a:latin typeface="NotoSansEthiopic"/>
              </a:rPr>
              <a:t> </a:t>
            </a:r>
            <a:r>
              <a:rPr lang="en-US" sz="5400" dirty="0" err="1">
                <a:solidFill>
                  <a:schemeClr val="bg1"/>
                </a:solidFill>
                <a:latin typeface="NotoSansEthiopic"/>
              </a:rPr>
              <a:t>ማመስገን</a:t>
            </a:r>
            <a:r>
              <a:rPr lang="en-US" sz="5400" dirty="0">
                <a:solidFill>
                  <a:schemeClr val="bg1"/>
                </a:solidFill>
                <a:latin typeface="NotoSansEthiopic"/>
              </a:rPr>
              <a:t> </a:t>
            </a:r>
            <a:r>
              <a:rPr lang="en-US" sz="5400" dirty="0" err="1">
                <a:solidFill>
                  <a:schemeClr val="bg1"/>
                </a:solidFill>
                <a:latin typeface="NotoSansEthiopic"/>
              </a:rPr>
              <a:t>ይገባናል</a:t>
            </a:r>
            <a:endParaRPr lang="en-US" sz="5400" dirty="0">
              <a:solidFill>
                <a:srgbClr val="FF0000"/>
              </a:solidFill>
              <a:latin typeface="NotoSansEthiopic"/>
            </a:endParaRPr>
          </a:p>
        </p:txBody>
      </p:sp>
    </p:spTree>
    <p:extLst>
      <p:ext uri="{BB962C8B-B14F-4D97-AF65-F5344CB8AC3E}">
        <p14:creationId xmlns:p14="http://schemas.microsoft.com/office/powerpoint/2010/main" val="92656880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አፌ</a:t>
            </a:r>
            <a:r>
              <a:rPr lang="en-US" sz="5400" dirty="0">
                <a:solidFill>
                  <a:schemeClr val="bg1"/>
                </a:solidFill>
                <a:latin typeface="NotoSansEthiopic"/>
              </a:rPr>
              <a:t> </a:t>
            </a:r>
            <a:r>
              <a:rPr lang="en-US" sz="5400" dirty="0" err="1">
                <a:solidFill>
                  <a:schemeClr val="bg1"/>
                </a:solidFill>
                <a:latin typeface="NotoSansEthiopic"/>
              </a:rPr>
              <a:t>የእግዚአብሔርን</a:t>
            </a:r>
            <a:r>
              <a:rPr lang="en-US" sz="5400" dirty="0">
                <a:solidFill>
                  <a:schemeClr val="bg1"/>
                </a:solidFill>
                <a:latin typeface="NotoSansEthiopic"/>
              </a:rPr>
              <a:t> </a:t>
            </a:r>
            <a:r>
              <a:rPr lang="en-US" sz="5400" dirty="0" err="1">
                <a:solidFill>
                  <a:schemeClr val="bg1"/>
                </a:solidFill>
                <a:latin typeface="NotoSansEthiopic"/>
              </a:rPr>
              <a:t>ምስጋና</a:t>
            </a:r>
            <a:r>
              <a:rPr lang="en-US" sz="5400" dirty="0">
                <a:solidFill>
                  <a:schemeClr val="bg1"/>
                </a:solidFill>
                <a:latin typeface="NotoSansEthiopic"/>
              </a:rPr>
              <a:t> </a:t>
            </a:r>
            <a:r>
              <a:rPr lang="en-US" sz="5400" dirty="0" err="1">
                <a:solidFill>
                  <a:schemeClr val="bg1"/>
                </a:solidFill>
                <a:latin typeface="NotoSansEthiopic"/>
              </a:rPr>
              <a:t>ይናገራል</a:t>
            </a:r>
            <a:r>
              <a:rPr lang="en-US" sz="5400" dirty="0">
                <a:solidFill>
                  <a:schemeClr val="bg1"/>
                </a:solidFill>
                <a:latin typeface="NotoSansEthiopic"/>
              </a:rPr>
              <a:t> </a:t>
            </a:r>
            <a:r>
              <a:rPr lang="en-US" sz="5400" dirty="0" err="1">
                <a:solidFill>
                  <a:schemeClr val="bg1"/>
                </a:solidFill>
                <a:latin typeface="NotoSansEthiopic"/>
              </a:rPr>
              <a:t>ሥጋ</a:t>
            </a:r>
            <a:r>
              <a:rPr lang="en-US" sz="5400" dirty="0">
                <a:solidFill>
                  <a:schemeClr val="bg1"/>
                </a:solidFill>
                <a:latin typeface="NotoSansEthiopic"/>
              </a:rPr>
              <a:t> </a:t>
            </a:r>
            <a:r>
              <a:rPr lang="en-US" sz="5400" dirty="0" err="1">
                <a:solidFill>
                  <a:schemeClr val="bg1"/>
                </a:solidFill>
                <a:latin typeface="NotoSansEthiopic"/>
              </a:rPr>
              <a:t>የለበሰም</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ስሙን</a:t>
            </a:r>
            <a:r>
              <a:rPr lang="en-US" sz="5400" dirty="0">
                <a:solidFill>
                  <a:schemeClr val="bg1"/>
                </a:solidFill>
                <a:latin typeface="NotoSansEthiopic"/>
              </a:rPr>
              <a:t> </a:t>
            </a:r>
            <a:r>
              <a:rPr lang="en-US" sz="5400" dirty="0" err="1">
                <a:solidFill>
                  <a:schemeClr val="bg1"/>
                </a:solidFill>
                <a:latin typeface="NotoSansEthiopic"/>
              </a:rPr>
              <a:t>ያመሰግናል</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አታግናን</a:t>
            </a:r>
            <a:endParaRPr lang="en-US" sz="5400" dirty="0">
              <a:solidFill>
                <a:schemeClr val="bg1"/>
              </a:solidFill>
              <a:latin typeface="NotoSansEthiopic"/>
            </a:endParaRPr>
          </a:p>
          <a:p>
            <a:pPr marL="0" indent="0">
              <a:lnSpc>
                <a:spcPct val="120000"/>
              </a:lnSpc>
              <a:buNone/>
            </a:pPr>
            <a:r>
              <a:rPr lang="en-US" sz="5400" dirty="0" err="1">
                <a:solidFill>
                  <a:srgbClr val="C00000"/>
                </a:solidFill>
                <a:latin typeface="NotoSansEthiopic"/>
              </a:rPr>
              <a:t>ይ፡ዲ</a:t>
            </a:r>
            <a:r>
              <a:rPr lang="en-US" sz="5400" dirty="0">
                <a:solidFill>
                  <a:srgbClr val="C00000"/>
                </a:solidFill>
                <a:latin typeface="NotoSansEthiopic"/>
              </a:rPr>
              <a:t>፦ </a:t>
            </a:r>
            <a:r>
              <a:rPr lang="en-US" sz="5400" dirty="0" err="1">
                <a:solidFill>
                  <a:schemeClr val="bg1"/>
                </a:solidFill>
                <a:latin typeface="NotoSansEthiopic"/>
              </a:rPr>
              <a:t>ክቡርና</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የሆነውን</a:t>
            </a:r>
            <a:r>
              <a:rPr lang="en-US" sz="5400" dirty="0">
                <a:solidFill>
                  <a:schemeClr val="bg1"/>
                </a:solidFill>
                <a:latin typeface="NotoSansEthiopic"/>
              </a:rPr>
              <a:t> </a:t>
            </a:r>
            <a:r>
              <a:rPr lang="en-US" sz="5400" dirty="0" err="1">
                <a:solidFill>
                  <a:schemeClr val="bg1"/>
                </a:solidFill>
                <a:latin typeface="NotoSansEthiopic"/>
              </a:rPr>
              <a:t>ምስጢር</a:t>
            </a:r>
            <a:r>
              <a:rPr lang="en-US" sz="5400" dirty="0">
                <a:solidFill>
                  <a:schemeClr val="bg1"/>
                </a:solidFill>
                <a:latin typeface="NotoSansEthiopic"/>
              </a:rPr>
              <a:t> </a:t>
            </a:r>
            <a:r>
              <a:rPr lang="en-US" sz="5400" dirty="0" err="1">
                <a:solidFill>
                  <a:schemeClr val="bg1"/>
                </a:solidFill>
                <a:latin typeface="NotoSansEthiopic"/>
              </a:rPr>
              <a:t>ለመሳተፍ</a:t>
            </a:r>
            <a:r>
              <a:rPr lang="en-US" sz="5400" dirty="0">
                <a:solidFill>
                  <a:schemeClr val="bg1"/>
                </a:solidFill>
                <a:latin typeface="NotoSansEthiopic"/>
              </a:rPr>
              <a:t> </a:t>
            </a:r>
            <a:r>
              <a:rPr lang="en-US" sz="5400" dirty="0" err="1">
                <a:solidFill>
                  <a:schemeClr val="bg1"/>
                </a:solidFill>
                <a:latin typeface="NotoSansEthiopic"/>
              </a:rPr>
              <a:t>ማመስገን</a:t>
            </a:r>
            <a:r>
              <a:rPr lang="en-US" sz="5400" dirty="0">
                <a:solidFill>
                  <a:schemeClr val="bg1"/>
                </a:solidFill>
                <a:latin typeface="NotoSansEthiopic"/>
              </a:rPr>
              <a:t> </a:t>
            </a:r>
            <a:r>
              <a:rPr lang="en-US" sz="5400" dirty="0" err="1">
                <a:solidFill>
                  <a:schemeClr val="bg1"/>
                </a:solidFill>
                <a:latin typeface="NotoSansEthiopic"/>
              </a:rPr>
              <a:t>ይገባናል</a:t>
            </a:r>
            <a:endParaRPr lang="en-US" sz="5400" dirty="0">
              <a:solidFill>
                <a:srgbClr val="FF0000"/>
              </a:solidFill>
              <a:latin typeface="NotoSansEthiopic"/>
            </a:endParaRPr>
          </a:p>
        </p:txBody>
      </p:sp>
    </p:spTree>
    <p:extLst>
      <p:ext uri="{BB962C8B-B14F-4D97-AF65-F5344CB8AC3E}">
        <p14:creationId xmlns:p14="http://schemas.microsoft.com/office/powerpoint/2010/main" val="312284991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ሃሌሉያ</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ስምህ</a:t>
            </a:r>
            <a:r>
              <a:rPr lang="en-US" sz="5400" dirty="0">
                <a:solidFill>
                  <a:schemeClr val="bg1"/>
                </a:solidFill>
                <a:latin typeface="NotoSansEthiopic"/>
              </a:rPr>
              <a:t> </a:t>
            </a:r>
            <a:r>
              <a:rPr lang="en-US" sz="5400" dirty="0" err="1">
                <a:solidFill>
                  <a:schemeClr val="bg1"/>
                </a:solidFill>
                <a:latin typeface="NotoSansEthiopic"/>
              </a:rPr>
              <a:t>ይመስገን</a:t>
            </a:r>
            <a:r>
              <a:rPr lang="en-US" sz="5400" dirty="0">
                <a:solidFill>
                  <a:schemeClr val="bg1"/>
                </a:solidFill>
                <a:latin typeface="NotoSansEthiopic"/>
              </a:rPr>
              <a:t> </a:t>
            </a:r>
            <a:r>
              <a:rPr lang="en-US" sz="5400" dirty="0" err="1">
                <a:solidFill>
                  <a:schemeClr val="bg1"/>
                </a:solidFill>
                <a:latin typeface="NotoSansEthiopic"/>
              </a:rPr>
              <a:t>በደላችንን</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በልልን</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አታግባን</a:t>
            </a:r>
            <a:r>
              <a:rPr lang="en-US" sz="5400" dirty="0">
                <a:solidFill>
                  <a:schemeClr val="bg1"/>
                </a:solidFill>
                <a:latin typeface="NotoSansEthiopic"/>
              </a:rPr>
              <a:t>። </a:t>
            </a:r>
            <a:r>
              <a:rPr lang="en-US" sz="5400" dirty="0" err="1">
                <a:solidFill>
                  <a:schemeClr val="bg1"/>
                </a:solidFill>
                <a:latin typeface="NotoSansEthiopic"/>
              </a:rPr>
              <a:t>ጌታ</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ከክፉ</a:t>
            </a:r>
            <a:r>
              <a:rPr lang="en-US" sz="5400" dirty="0">
                <a:solidFill>
                  <a:schemeClr val="bg1"/>
                </a:solidFill>
                <a:latin typeface="NotoSansEthiopic"/>
              </a:rPr>
              <a:t> </a:t>
            </a:r>
            <a:r>
              <a:rPr lang="en-US" sz="5400" dirty="0" err="1">
                <a:solidFill>
                  <a:schemeClr val="bg1"/>
                </a:solidFill>
                <a:latin typeface="NotoSansEthiopic"/>
              </a:rPr>
              <a:t>ቀን</a:t>
            </a:r>
            <a:r>
              <a:rPr lang="en-US" sz="5400" dirty="0">
                <a:solidFill>
                  <a:schemeClr val="bg1"/>
                </a:solidFill>
                <a:latin typeface="NotoSansEthiopic"/>
              </a:rPr>
              <a:t> </a:t>
            </a:r>
            <a:r>
              <a:rPr lang="en-US" sz="5400" dirty="0" err="1">
                <a:solidFill>
                  <a:schemeClr val="bg1"/>
                </a:solidFill>
                <a:latin typeface="NotoSansEthiopic"/>
              </a:rPr>
              <a:t>አድነን</a:t>
            </a:r>
            <a:r>
              <a:rPr lang="en-US" sz="5400" dirty="0">
                <a:solidFill>
                  <a:schemeClr val="bg1"/>
                </a:solidFill>
                <a:latin typeface="NotoSansEthiopic"/>
              </a:rPr>
              <a:t> </a:t>
            </a:r>
            <a:r>
              <a:rPr lang="en-US" sz="5400" dirty="0" err="1">
                <a:solidFill>
                  <a:schemeClr val="bg1"/>
                </a:solidFill>
                <a:latin typeface="NotoSansEthiopic"/>
              </a:rPr>
              <a:t>ከጥፋትም</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ሠውረን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356781971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fontScale="85000"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ልመናችንን</a:t>
            </a:r>
            <a:r>
              <a:rPr lang="en-US" sz="5400" dirty="0">
                <a:solidFill>
                  <a:schemeClr val="bg1"/>
                </a:solidFill>
                <a:latin typeface="NotoSansEthiopic"/>
              </a:rPr>
              <a:t> </a:t>
            </a:r>
            <a:r>
              <a:rPr lang="en-US" sz="5400" dirty="0" err="1">
                <a:solidFill>
                  <a:schemeClr val="bg1"/>
                </a:solidFill>
                <a:latin typeface="NotoSansEthiopic"/>
              </a:rPr>
              <a:t>በሕይወት</a:t>
            </a:r>
            <a:r>
              <a:rPr lang="en-US" sz="5400" dirty="0">
                <a:solidFill>
                  <a:schemeClr val="bg1"/>
                </a:solidFill>
                <a:latin typeface="NotoSansEthiopic"/>
              </a:rPr>
              <a:t> </a:t>
            </a:r>
            <a:r>
              <a:rPr lang="en-US" sz="5400" dirty="0" err="1">
                <a:solidFill>
                  <a:schemeClr val="bg1"/>
                </a:solidFill>
                <a:latin typeface="NotoSansEthiopic"/>
              </a:rPr>
              <a:t>መጽሐፍ</a:t>
            </a:r>
            <a:r>
              <a:rPr lang="en-US" sz="5400" dirty="0">
                <a:solidFill>
                  <a:schemeClr val="bg1"/>
                </a:solidFill>
                <a:latin typeface="NotoSansEthiopic"/>
              </a:rPr>
              <a:t> </a:t>
            </a:r>
            <a:r>
              <a:rPr lang="en-US" sz="5400" dirty="0" err="1">
                <a:solidFill>
                  <a:schemeClr val="bg1"/>
                </a:solidFill>
                <a:latin typeface="NotoSansEthiopic"/>
              </a:rPr>
              <a:t>እንዲጽፍልን</a:t>
            </a:r>
            <a:r>
              <a:rPr lang="en-US" sz="5400" dirty="0">
                <a:solidFill>
                  <a:schemeClr val="bg1"/>
                </a:solidFill>
                <a:latin typeface="NotoSansEthiopic"/>
              </a:rPr>
              <a:t> </a:t>
            </a:r>
            <a:r>
              <a:rPr lang="en-US" sz="5400" dirty="0" err="1">
                <a:solidFill>
                  <a:schemeClr val="bg1"/>
                </a:solidFill>
                <a:latin typeface="NotoSansEthiopic"/>
              </a:rPr>
              <a:t>ዘለዓለማዊ</a:t>
            </a:r>
            <a:r>
              <a:rPr lang="en-US" sz="5400" dirty="0">
                <a:solidFill>
                  <a:schemeClr val="bg1"/>
                </a:solidFill>
                <a:latin typeface="NotoSansEthiopic"/>
              </a:rPr>
              <a:t> </a:t>
            </a:r>
            <a:r>
              <a:rPr lang="en-US" sz="5400" dirty="0" err="1">
                <a:solidFill>
                  <a:schemeClr val="bg1"/>
                </a:solidFill>
                <a:latin typeface="NotoSansEthiopic"/>
              </a:rPr>
              <a:t>አምላካችን</a:t>
            </a:r>
            <a:r>
              <a:rPr lang="en-US" sz="5400" dirty="0">
                <a:solidFill>
                  <a:schemeClr val="bg1"/>
                </a:solidFill>
                <a:latin typeface="NotoSansEthiopic"/>
              </a:rPr>
              <a:t> </a:t>
            </a:r>
            <a:r>
              <a:rPr lang="en-US" sz="5400" dirty="0" err="1">
                <a:solidFill>
                  <a:schemeClr val="bg1"/>
                </a:solidFill>
                <a:latin typeface="NotoSansEthiopic"/>
              </a:rPr>
              <a:t>በቅዱሳን</a:t>
            </a:r>
            <a:r>
              <a:rPr lang="en-US" sz="5400" dirty="0">
                <a:solidFill>
                  <a:schemeClr val="bg1"/>
                </a:solidFill>
                <a:latin typeface="NotoSansEthiopic"/>
              </a:rPr>
              <a:t> </a:t>
            </a:r>
            <a:r>
              <a:rPr lang="en-US" sz="5400" dirty="0" err="1">
                <a:solidFill>
                  <a:schemeClr val="bg1"/>
                </a:solidFill>
                <a:latin typeface="NotoSansEthiopic"/>
              </a:rPr>
              <a:t>ማረፊያ</a:t>
            </a:r>
            <a:r>
              <a:rPr lang="en-US" sz="5400" dirty="0">
                <a:solidFill>
                  <a:schemeClr val="bg1"/>
                </a:solidFill>
                <a:latin typeface="NotoSansEthiopic"/>
              </a:rPr>
              <a:t> </a:t>
            </a:r>
            <a:r>
              <a:rPr lang="en-US" sz="5400" dirty="0" err="1">
                <a:solidFill>
                  <a:schemeClr val="bg1"/>
                </a:solidFill>
                <a:latin typeface="NotoSansEthiopic"/>
              </a:rPr>
              <a:t>በብርሃኑ</a:t>
            </a:r>
            <a:r>
              <a:rPr lang="en-US" sz="5400" dirty="0">
                <a:solidFill>
                  <a:schemeClr val="bg1"/>
                </a:solidFill>
                <a:latin typeface="NotoSansEthiopic"/>
              </a:rPr>
              <a:t> </a:t>
            </a:r>
            <a:r>
              <a:rPr lang="en-US" sz="5400" dirty="0" err="1">
                <a:solidFill>
                  <a:schemeClr val="bg1"/>
                </a:solidFill>
                <a:latin typeface="NotoSansEthiopic"/>
              </a:rPr>
              <a:t>እንዲያስታውሰን</a:t>
            </a:r>
            <a:r>
              <a:rPr lang="en-US" sz="5400" dirty="0">
                <a:solidFill>
                  <a:schemeClr val="bg1"/>
                </a:solidFill>
                <a:latin typeface="NotoSansEthiopic"/>
              </a:rPr>
              <a:t> </a:t>
            </a:r>
            <a:r>
              <a:rPr lang="en-US" sz="5400" dirty="0" err="1">
                <a:solidFill>
                  <a:schemeClr val="bg1"/>
                </a:solidFill>
                <a:latin typeface="NotoSansEthiopic"/>
              </a:rPr>
              <a:t>እንለምናለን</a:t>
            </a:r>
            <a:r>
              <a:rPr lang="en-US" sz="5400" dirty="0">
                <a:solidFill>
                  <a:schemeClr val="bg1"/>
                </a:solidFill>
                <a:latin typeface="NotoSansEthiopic"/>
              </a:rPr>
              <a:t>። </a:t>
            </a:r>
            <a:r>
              <a:rPr lang="en-US" sz="5400" dirty="0" err="1">
                <a:solidFill>
                  <a:schemeClr val="bg1"/>
                </a:solidFill>
                <a:latin typeface="NotoSansEthiopic"/>
              </a:rPr>
              <a:t>በጊዜው</a:t>
            </a:r>
            <a:r>
              <a:rPr lang="en-US" sz="5400" dirty="0">
                <a:solidFill>
                  <a:schemeClr val="bg1"/>
                </a:solidFill>
                <a:latin typeface="NotoSansEthiopic"/>
              </a:rPr>
              <a:t> </a:t>
            </a:r>
            <a:r>
              <a:rPr lang="en-US" sz="5400" dirty="0" err="1">
                <a:solidFill>
                  <a:schemeClr val="bg1"/>
                </a:solidFill>
                <a:latin typeface="NotoSansEthiopic"/>
              </a:rPr>
              <a:t>ለቅዳሴ</a:t>
            </a:r>
            <a:r>
              <a:rPr lang="en-US" sz="5400" dirty="0">
                <a:solidFill>
                  <a:schemeClr val="bg1"/>
                </a:solidFill>
                <a:latin typeface="NotoSansEthiopic"/>
              </a:rPr>
              <a:t> </a:t>
            </a:r>
            <a:r>
              <a:rPr lang="en-US" sz="5400" dirty="0" err="1">
                <a:solidFill>
                  <a:schemeClr val="bg1"/>
                </a:solidFill>
                <a:latin typeface="NotoSansEthiopic"/>
              </a:rPr>
              <a:t>ላልደረሱት</a:t>
            </a:r>
            <a:r>
              <a:rPr lang="en-US" sz="5400" dirty="0">
                <a:solidFill>
                  <a:schemeClr val="bg1"/>
                </a:solidFill>
                <a:latin typeface="NotoSansEthiopic"/>
              </a:rPr>
              <a:t> </a:t>
            </a:r>
            <a:r>
              <a:rPr lang="en-US" sz="5400" dirty="0" err="1">
                <a:solidFill>
                  <a:schemeClr val="bg1"/>
                </a:solidFill>
                <a:latin typeface="NotoSansEthiopic"/>
              </a:rPr>
              <a:t>አባቶቻችን</a:t>
            </a:r>
            <a:r>
              <a:rPr lang="en-US" sz="5400" dirty="0">
                <a:solidFill>
                  <a:schemeClr val="bg1"/>
                </a:solidFill>
                <a:latin typeface="NotoSansEthiopic"/>
              </a:rPr>
              <a:t> </a:t>
            </a:r>
            <a:r>
              <a:rPr lang="en-US" sz="5400" dirty="0" err="1">
                <a:solidFill>
                  <a:schemeClr val="bg1"/>
                </a:solidFill>
                <a:latin typeface="NotoSansEthiopic"/>
              </a:rPr>
              <a:t>እናቶቻችን</a:t>
            </a:r>
            <a:r>
              <a:rPr lang="en-US" sz="5400" dirty="0">
                <a:solidFill>
                  <a:schemeClr val="bg1"/>
                </a:solidFill>
                <a:latin typeface="NotoSansEthiopic"/>
              </a:rPr>
              <a:t> </a:t>
            </a:r>
            <a:r>
              <a:rPr lang="en-US" sz="5400" dirty="0" err="1">
                <a:solidFill>
                  <a:schemeClr val="bg1"/>
                </a:solidFill>
                <a:latin typeface="NotoSansEthiopic"/>
              </a:rPr>
              <a:t>ወንድሞቻችን</a:t>
            </a:r>
            <a:r>
              <a:rPr lang="en-US" sz="5400" dirty="0">
                <a:solidFill>
                  <a:schemeClr val="bg1"/>
                </a:solidFill>
                <a:latin typeface="NotoSansEthiopic"/>
              </a:rPr>
              <a:t> </a:t>
            </a:r>
            <a:r>
              <a:rPr lang="en-US" sz="5400" dirty="0" err="1">
                <a:solidFill>
                  <a:schemeClr val="bg1"/>
                </a:solidFill>
                <a:latin typeface="NotoSansEthiopic"/>
              </a:rPr>
              <a:t>እኅቶቻችን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ትጋትንና</a:t>
            </a:r>
            <a:r>
              <a:rPr lang="en-US" sz="5400" dirty="0">
                <a:solidFill>
                  <a:schemeClr val="bg1"/>
                </a:solidFill>
                <a:latin typeface="NotoSansEthiopic"/>
              </a:rPr>
              <a:t> </a:t>
            </a:r>
            <a:r>
              <a:rPr lang="en-US" sz="5400" dirty="0" err="1">
                <a:solidFill>
                  <a:schemeClr val="bg1"/>
                </a:solidFill>
                <a:latin typeface="NotoSansEthiopic"/>
              </a:rPr>
              <a:t>በሁሉም</a:t>
            </a:r>
            <a:r>
              <a:rPr lang="en-US" sz="5400" dirty="0">
                <a:solidFill>
                  <a:schemeClr val="bg1"/>
                </a:solidFill>
                <a:latin typeface="NotoSansEthiopic"/>
              </a:rPr>
              <a:t> </a:t>
            </a:r>
            <a:r>
              <a:rPr lang="en-US" sz="5400" dirty="0" err="1">
                <a:solidFill>
                  <a:schemeClr val="bg1"/>
                </a:solidFill>
                <a:latin typeface="NotoSansEthiopic"/>
              </a:rPr>
              <a:t>ንቃትን</a:t>
            </a:r>
            <a:r>
              <a:rPr lang="en-US" sz="5400" dirty="0">
                <a:solidFill>
                  <a:schemeClr val="bg1"/>
                </a:solidFill>
                <a:latin typeface="NotoSansEthiopic"/>
              </a:rPr>
              <a:t> </a:t>
            </a:r>
            <a:r>
              <a:rPr lang="en-US" sz="5400" dirty="0" err="1">
                <a:solidFill>
                  <a:schemeClr val="bg1"/>
                </a:solidFill>
                <a:latin typeface="NotoSansEthiopic"/>
              </a:rPr>
              <a:t>ይሰጣቸው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የዚህን</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ማሠሪያ</a:t>
            </a:r>
            <a:r>
              <a:rPr lang="en-US" sz="5400" dirty="0">
                <a:solidFill>
                  <a:schemeClr val="bg1"/>
                </a:solidFill>
                <a:latin typeface="NotoSansEthiopic"/>
              </a:rPr>
              <a:t> </a:t>
            </a:r>
            <a:r>
              <a:rPr lang="en-US" sz="5400" dirty="0" err="1">
                <a:solidFill>
                  <a:schemeClr val="bg1"/>
                </a:solidFill>
                <a:latin typeface="NotoSansEthiopic"/>
              </a:rPr>
              <a:t>ከእነርሱ</a:t>
            </a:r>
            <a:r>
              <a:rPr lang="en-US" sz="5400" dirty="0">
                <a:solidFill>
                  <a:schemeClr val="bg1"/>
                </a:solidFill>
                <a:latin typeface="NotoSansEthiopic"/>
              </a:rPr>
              <a:t> </a:t>
            </a:r>
            <a:r>
              <a:rPr lang="en-US" sz="5400" dirty="0" err="1">
                <a:solidFill>
                  <a:schemeClr val="bg1"/>
                </a:solidFill>
                <a:latin typeface="NotoSansEthiopic"/>
              </a:rPr>
              <a:t>ያስወግድላቸው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ነፃነትንና</a:t>
            </a:r>
            <a:r>
              <a:rPr lang="en-US" sz="5400" dirty="0">
                <a:solidFill>
                  <a:schemeClr val="bg1"/>
                </a:solidFill>
                <a:latin typeface="NotoSansEthiopic"/>
              </a:rPr>
              <a:t> </a:t>
            </a:r>
            <a:r>
              <a:rPr lang="en-US" sz="5400" dirty="0" err="1">
                <a:solidFill>
                  <a:schemeClr val="bg1"/>
                </a:solidFill>
                <a:latin typeface="NotoSansEthiopic"/>
              </a:rPr>
              <a:t>ፍቅርን</a:t>
            </a:r>
            <a:r>
              <a:rPr lang="en-US" sz="5400" dirty="0">
                <a:solidFill>
                  <a:schemeClr val="bg1"/>
                </a:solidFill>
                <a:latin typeface="NotoSansEthiopic"/>
              </a:rPr>
              <a:t> </a:t>
            </a:r>
            <a:r>
              <a:rPr lang="en-US" sz="5400" dirty="0" err="1">
                <a:solidFill>
                  <a:schemeClr val="bg1"/>
                </a:solidFill>
                <a:latin typeface="NotoSansEthiopic"/>
              </a:rPr>
              <a:t>እምነትንና</a:t>
            </a:r>
            <a:r>
              <a:rPr lang="en-US" sz="5400" dirty="0">
                <a:solidFill>
                  <a:schemeClr val="bg1"/>
                </a:solidFill>
                <a:latin typeface="NotoSansEthiopic"/>
              </a:rPr>
              <a:t> </a:t>
            </a:r>
            <a:r>
              <a:rPr lang="en-US" sz="5400" dirty="0" err="1">
                <a:solidFill>
                  <a:schemeClr val="bg1"/>
                </a:solidFill>
                <a:latin typeface="NotoSansEthiopic"/>
              </a:rPr>
              <a:t>መልካም</a:t>
            </a:r>
            <a:r>
              <a:rPr lang="en-US" sz="5400" dirty="0">
                <a:solidFill>
                  <a:schemeClr val="bg1"/>
                </a:solidFill>
                <a:latin typeface="NotoSansEthiopic"/>
              </a:rPr>
              <a:t> </a:t>
            </a:r>
            <a:r>
              <a:rPr lang="en-US" sz="5400" dirty="0" err="1">
                <a:solidFill>
                  <a:schemeClr val="bg1"/>
                </a:solidFill>
                <a:latin typeface="NotoSansEthiopic"/>
              </a:rPr>
              <a:t>ተስፋን</a:t>
            </a:r>
            <a:r>
              <a:rPr lang="en-US" sz="5400" dirty="0">
                <a:solidFill>
                  <a:schemeClr val="bg1"/>
                </a:solidFill>
                <a:latin typeface="NotoSansEthiopic"/>
              </a:rPr>
              <a:t> </a:t>
            </a:r>
            <a:r>
              <a:rPr lang="en-US" sz="5400" dirty="0" err="1">
                <a:solidFill>
                  <a:schemeClr val="bg1"/>
                </a:solidFill>
                <a:latin typeface="NotoSansEthiopic"/>
              </a:rPr>
              <a:t>ይሰጣቸው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ስለ</a:t>
            </a:r>
            <a:r>
              <a:rPr lang="en-US" sz="5400" dirty="0">
                <a:solidFill>
                  <a:schemeClr val="bg1"/>
                </a:solidFill>
                <a:latin typeface="NotoSansEthiopic"/>
              </a:rPr>
              <a:t> </a:t>
            </a:r>
            <a:r>
              <a:rPr lang="en-US" sz="5400" dirty="0" err="1">
                <a:solidFill>
                  <a:schemeClr val="bg1"/>
                </a:solidFill>
                <a:latin typeface="NotoSansEthiopic"/>
              </a:rPr>
              <a:t>ሕያው</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ልጅ</a:t>
            </a:r>
            <a:r>
              <a:rPr lang="en-US" sz="5400" dirty="0">
                <a:solidFill>
                  <a:schemeClr val="bg1"/>
                </a:solidFill>
                <a:latin typeface="NotoSansEthiopic"/>
              </a:rPr>
              <a:t> </a:t>
            </a:r>
            <a:r>
              <a:rPr lang="en-US" sz="5400" dirty="0" err="1">
                <a:solidFill>
                  <a:schemeClr val="bg1"/>
                </a:solidFill>
                <a:latin typeface="NotoSansEthiopic"/>
              </a:rPr>
              <a:t>ሥጋና</a:t>
            </a:r>
            <a:r>
              <a:rPr lang="en-US" sz="5400" dirty="0">
                <a:solidFill>
                  <a:schemeClr val="bg1"/>
                </a:solidFill>
                <a:latin typeface="NotoSansEthiopic"/>
              </a:rPr>
              <a:t> </a:t>
            </a:r>
            <a:r>
              <a:rPr lang="en-US" sz="5400" dirty="0" err="1">
                <a:solidFill>
                  <a:schemeClr val="bg1"/>
                </a:solidFill>
                <a:latin typeface="NotoSansEthiopic"/>
              </a:rPr>
              <a:t>ደም</a:t>
            </a:r>
            <a:r>
              <a:rPr lang="en-US" sz="5400" dirty="0">
                <a:solidFill>
                  <a:schemeClr val="bg1"/>
                </a:solidFill>
                <a:latin typeface="NotoSansEthiopic"/>
              </a:rPr>
              <a:t> </a:t>
            </a:r>
            <a:r>
              <a:rPr lang="en-US" sz="5400" dirty="0" err="1">
                <a:solidFill>
                  <a:schemeClr val="bg1"/>
                </a:solidFill>
                <a:latin typeface="NotoSansEthiopic"/>
              </a:rPr>
              <a:t>እንማልዳለን</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374486982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የሰላም</a:t>
            </a:r>
            <a:r>
              <a:rPr lang="en-US" sz="5400" dirty="0">
                <a:solidFill>
                  <a:schemeClr val="bg1"/>
                </a:solidFill>
                <a:latin typeface="NotoSansEthiopic"/>
              </a:rPr>
              <a:t> </a:t>
            </a:r>
            <a:r>
              <a:rPr lang="en-US" sz="5400" dirty="0" err="1">
                <a:solidFill>
                  <a:schemeClr val="bg1"/>
                </a:solidFill>
                <a:latin typeface="NotoSansEthiopic"/>
              </a:rPr>
              <a:t>ንጉሥ</a:t>
            </a:r>
            <a:r>
              <a:rPr lang="en-US" sz="5400" dirty="0">
                <a:solidFill>
                  <a:schemeClr val="bg1"/>
                </a:solidFill>
                <a:latin typeface="NotoSansEthiopic"/>
              </a:rPr>
              <a:t> </a:t>
            </a:r>
            <a:r>
              <a:rPr lang="en-US" sz="5400" dirty="0" err="1">
                <a:solidFill>
                  <a:schemeClr val="bg1"/>
                </a:solidFill>
                <a:latin typeface="NotoSansEthiopic"/>
              </a:rPr>
              <a:t>ሰላማዊው</a:t>
            </a:r>
            <a:r>
              <a:rPr lang="en-US" sz="5400" dirty="0">
                <a:solidFill>
                  <a:schemeClr val="bg1"/>
                </a:solidFill>
                <a:latin typeface="NotoSansEthiopic"/>
              </a:rPr>
              <a:t> </a:t>
            </a:r>
            <a:r>
              <a:rPr lang="en-US" sz="5400" dirty="0" err="1">
                <a:solidFill>
                  <a:schemeClr val="bg1"/>
                </a:solidFill>
                <a:latin typeface="NotoSansEthiopic"/>
              </a:rPr>
              <a:t>ኢየሱስ</a:t>
            </a:r>
            <a:r>
              <a:rPr lang="en-US" sz="5400" dirty="0">
                <a:solidFill>
                  <a:schemeClr val="bg1"/>
                </a:solidFill>
                <a:latin typeface="NotoSansEthiopic"/>
              </a:rPr>
              <a:t> </a:t>
            </a:r>
            <a:r>
              <a:rPr lang="en-US" sz="5400" dirty="0" err="1">
                <a:solidFill>
                  <a:schemeClr val="bg1"/>
                </a:solidFill>
                <a:latin typeface="NotoSansEthiopic"/>
              </a:rPr>
              <a:t>ክርስቶስ</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ሰላምህን</a:t>
            </a:r>
            <a:r>
              <a:rPr lang="en-US" sz="5400" dirty="0">
                <a:solidFill>
                  <a:schemeClr val="bg1"/>
                </a:solidFill>
                <a:latin typeface="NotoSansEthiopic"/>
              </a:rPr>
              <a:t> </a:t>
            </a:r>
            <a:r>
              <a:rPr lang="en-US" sz="5400" dirty="0" err="1">
                <a:solidFill>
                  <a:schemeClr val="bg1"/>
                </a:solidFill>
                <a:latin typeface="NotoSansEthiopic"/>
              </a:rPr>
              <a:t>ስጠን</a:t>
            </a:r>
            <a:r>
              <a:rPr lang="en-US" sz="5400" dirty="0">
                <a:solidFill>
                  <a:schemeClr val="bg1"/>
                </a:solidFill>
                <a:latin typeface="NotoSansEthiopic"/>
              </a:rPr>
              <a:t> </a:t>
            </a:r>
            <a:r>
              <a:rPr lang="en-US" sz="5400" dirty="0" err="1">
                <a:solidFill>
                  <a:schemeClr val="bg1"/>
                </a:solidFill>
                <a:latin typeface="NotoSansEthiopic"/>
              </a:rPr>
              <a:t>በልባችንም</a:t>
            </a:r>
            <a:r>
              <a:rPr lang="en-US" sz="5400" dirty="0">
                <a:solidFill>
                  <a:schemeClr val="bg1"/>
                </a:solidFill>
                <a:latin typeface="NotoSansEthiopic"/>
              </a:rPr>
              <a:t> </a:t>
            </a:r>
            <a:r>
              <a:rPr lang="en-US" sz="5400" dirty="0" err="1">
                <a:solidFill>
                  <a:schemeClr val="bg1"/>
                </a:solidFill>
                <a:latin typeface="NotoSansEthiopic"/>
              </a:rPr>
              <a:t>ውስጥ</a:t>
            </a:r>
            <a:r>
              <a:rPr lang="en-US" sz="5400" dirty="0">
                <a:solidFill>
                  <a:schemeClr val="bg1"/>
                </a:solidFill>
                <a:latin typeface="NotoSansEthiopic"/>
              </a:rPr>
              <a:t> </a:t>
            </a:r>
            <a:r>
              <a:rPr lang="en-US" sz="5400" dirty="0" err="1">
                <a:solidFill>
                  <a:schemeClr val="bg1"/>
                </a:solidFill>
                <a:latin typeface="NotoSansEthiopic"/>
              </a:rPr>
              <a:t>ሰላምን</a:t>
            </a:r>
            <a:r>
              <a:rPr lang="en-US" sz="5400" dirty="0">
                <a:solidFill>
                  <a:schemeClr val="bg1"/>
                </a:solidFill>
                <a:latin typeface="NotoSansEthiopic"/>
              </a:rPr>
              <a:t> </a:t>
            </a:r>
            <a:r>
              <a:rPr lang="en-US" sz="5400" dirty="0" err="1">
                <a:solidFill>
                  <a:schemeClr val="bg1"/>
                </a:solidFill>
                <a:latin typeface="NotoSansEthiopic"/>
              </a:rPr>
              <a:t>አጥናልን</a:t>
            </a:r>
            <a:r>
              <a:rPr lang="en-US" sz="5400" dirty="0">
                <a:solidFill>
                  <a:schemeClr val="bg1"/>
                </a:solidFill>
                <a:latin typeface="NotoSansEthiopic"/>
              </a:rPr>
              <a:t> </a:t>
            </a:r>
            <a:r>
              <a:rPr lang="en-US" sz="5400" dirty="0" err="1">
                <a:solidFill>
                  <a:schemeClr val="bg1"/>
                </a:solidFill>
                <a:latin typeface="NotoSansEthiopic"/>
              </a:rPr>
              <a:t>ኃጢያታችንንም</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በልልን</a:t>
            </a:r>
            <a:r>
              <a:rPr lang="en-US" sz="5400" dirty="0">
                <a:solidFill>
                  <a:schemeClr val="bg1"/>
                </a:solidFill>
                <a:latin typeface="NotoSansEthiopic"/>
              </a:rPr>
              <a:t> </a:t>
            </a:r>
            <a:r>
              <a:rPr lang="en-US" sz="5400" dirty="0" err="1">
                <a:solidFill>
                  <a:schemeClr val="bg1"/>
                </a:solidFill>
                <a:latin typeface="NotoSansEthiopic"/>
              </a:rPr>
              <a:t>በሰላም</a:t>
            </a:r>
            <a:r>
              <a:rPr lang="en-US" sz="5400" dirty="0">
                <a:solidFill>
                  <a:schemeClr val="bg1"/>
                </a:solidFill>
                <a:latin typeface="NotoSansEthiopic"/>
              </a:rPr>
              <a:t> </a:t>
            </a:r>
            <a:r>
              <a:rPr lang="en-US" sz="5400" dirty="0" err="1">
                <a:solidFill>
                  <a:schemeClr val="bg1"/>
                </a:solidFill>
                <a:latin typeface="NotoSansEthiopic"/>
              </a:rPr>
              <a:t>እንድንሄድ</a:t>
            </a:r>
            <a:r>
              <a:rPr lang="en-US" sz="5400" dirty="0">
                <a:solidFill>
                  <a:schemeClr val="bg1"/>
                </a:solidFill>
                <a:latin typeface="NotoSansEthiopic"/>
              </a:rPr>
              <a:t> </a:t>
            </a:r>
            <a:r>
              <a:rPr lang="en-US" sz="5400" dirty="0" err="1">
                <a:solidFill>
                  <a:schemeClr val="bg1"/>
                </a:solidFill>
                <a:latin typeface="NotoSansEthiopic"/>
              </a:rPr>
              <a:t>አድርገን</a:t>
            </a:r>
            <a:r>
              <a:rPr lang="en-US" sz="5400" dirty="0">
                <a:solidFill>
                  <a:schemeClr val="bg1"/>
                </a:solidFill>
                <a:latin typeface="NotoSansEthiopic"/>
              </a:rPr>
              <a:t> </a:t>
            </a:r>
            <a:r>
              <a:rPr lang="en-US" sz="5400" dirty="0" err="1">
                <a:solidFill>
                  <a:schemeClr val="bg1"/>
                </a:solidFill>
                <a:latin typeface="NotoSansEthiopic"/>
              </a:rPr>
              <a:t>ከመሐሪ</a:t>
            </a:r>
            <a:r>
              <a:rPr lang="en-US" sz="5400" dirty="0">
                <a:solidFill>
                  <a:schemeClr val="bg1"/>
                </a:solidFill>
                <a:latin typeface="NotoSansEthiopic"/>
              </a:rPr>
              <a:t> </a:t>
            </a:r>
            <a:r>
              <a:rPr lang="en-US" sz="5400" dirty="0" err="1">
                <a:solidFill>
                  <a:schemeClr val="bg1"/>
                </a:solidFill>
                <a:latin typeface="NotoSansEthiopic"/>
              </a:rPr>
              <a:t>ቸር</a:t>
            </a:r>
            <a:r>
              <a:rPr lang="en-US" sz="5400" dirty="0">
                <a:solidFill>
                  <a:schemeClr val="bg1"/>
                </a:solidFill>
                <a:latin typeface="NotoSansEthiopic"/>
              </a:rPr>
              <a:t> </a:t>
            </a:r>
            <a:r>
              <a:rPr lang="en-US" sz="5400" dirty="0" err="1">
                <a:solidFill>
                  <a:schemeClr val="bg1"/>
                </a:solidFill>
                <a:latin typeface="NotoSansEthiopic"/>
              </a:rPr>
              <a:t>ሰማያዊ</a:t>
            </a:r>
            <a:r>
              <a:rPr lang="en-US" sz="5400" dirty="0">
                <a:solidFill>
                  <a:schemeClr val="bg1"/>
                </a:solidFill>
                <a:latin typeface="NotoSansEthiopic"/>
              </a:rPr>
              <a:t> </a:t>
            </a:r>
            <a:r>
              <a:rPr lang="en-US" sz="5400" dirty="0" err="1">
                <a:solidFill>
                  <a:schemeClr val="bg1"/>
                </a:solidFill>
                <a:latin typeface="NotoSansEthiopic"/>
              </a:rPr>
              <a:t>አባትህና</a:t>
            </a:r>
            <a:r>
              <a:rPr lang="en-US" sz="5400" dirty="0">
                <a:solidFill>
                  <a:schemeClr val="bg1"/>
                </a:solidFill>
                <a:latin typeface="NotoSansEthiopic"/>
              </a:rPr>
              <a:t> </a:t>
            </a:r>
            <a:r>
              <a:rPr lang="en-US" sz="5400" dirty="0" err="1">
                <a:solidFill>
                  <a:schemeClr val="bg1"/>
                </a:solidFill>
                <a:latin typeface="NotoSansEthiopic"/>
              </a:rPr>
              <a:t>ከሕይወት</a:t>
            </a:r>
            <a:r>
              <a:rPr lang="en-US" sz="5400" dirty="0">
                <a:solidFill>
                  <a:schemeClr val="bg1"/>
                </a:solidFill>
                <a:latin typeface="NotoSansEthiopic"/>
              </a:rPr>
              <a:t> </a:t>
            </a:r>
            <a:r>
              <a:rPr lang="en-US" sz="5400" dirty="0" err="1">
                <a:solidFill>
                  <a:schemeClr val="bg1"/>
                </a:solidFill>
                <a:latin typeface="NotoSansEthiopic"/>
              </a:rPr>
              <a:t>ሰጭ</a:t>
            </a:r>
            <a:r>
              <a:rPr lang="en-US" sz="5400" dirty="0">
                <a:solidFill>
                  <a:schemeClr val="bg1"/>
                </a:solidFill>
                <a:latin typeface="NotoSansEthiopic"/>
              </a:rPr>
              <a:t> </a:t>
            </a:r>
            <a:r>
              <a:rPr lang="en-US" sz="5400" dirty="0" err="1">
                <a:solidFill>
                  <a:schemeClr val="bg1"/>
                </a:solidFill>
                <a:latin typeface="NotoSansEthiopic"/>
              </a:rPr>
              <a:t>መንፈስ</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ጋር</a:t>
            </a:r>
            <a:r>
              <a:rPr lang="en-US" sz="5400" dirty="0">
                <a:solidFill>
                  <a:schemeClr val="bg1"/>
                </a:solidFill>
                <a:latin typeface="NotoSansEthiopic"/>
              </a:rPr>
              <a:t> </a:t>
            </a:r>
            <a:r>
              <a:rPr lang="en-US" sz="5400" dirty="0" err="1">
                <a:solidFill>
                  <a:schemeClr val="bg1"/>
                </a:solidFill>
                <a:latin typeface="NotoSansEthiopic"/>
              </a:rPr>
              <a:t>ክብርና</a:t>
            </a:r>
            <a:r>
              <a:rPr lang="en-US" sz="5400" dirty="0">
                <a:solidFill>
                  <a:schemeClr val="bg1"/>
                </a:solidFill>
                <a:latin typeface="NotoSansEthiopic"/>
              </a:rPr>
              <a:t> </a:t>
            </a:r>
            <a:r>
              <a:rPr lang="en-US" sz="5400" dirty="0" err="1">
                <a:solidFill>
                  <a:schemeClr val="bg1"/>
                </a:solidFill>
                <a:latin typeface="NotoSansEthiopic"/>
              </a:rPr>
              <a:t>ምስጋና</a:t>
            </a:r>
            <a:r>
              <a:rPr lang="en-US" sz="5400" dirty="0">
                <a:solidFill>
                  <a:schemeClr val="bg1"/>
                </a:solidFill>
                <a:latin typeface="NotoSansEthiopic"/>
              </a:rPr>
              <a:t> </a:t>
            </a:r>
            <a:r>
              <a:rPr lang="en-US" sz="5400" dirty="0" err="1">
                <a:solidFill>
                  <a:schemeClr val="bg1"/>
                </a:solidFill>
                <a:latin typeface="NotoSansEthiopic"/>
              </a:rPr>
              <a:t>ሥልጣንና</a:t>
            </a:r>
            <a:r>
              <a:rPr lang="en-US" sz="5400" dirty="0">
                <a:solidFill>
                  <a:schemeClr val="bg1"/>
                </a:solidFill>
                <a:latin typeface="NotoSansEthiopic"/>
              </a:rPr>
              <a:t> </a:t>
            </a:r>
            <a:r>
              <a:rPr lang="en-US" sz="5400" dirty="0" err="1">
                <a:solidFill>
                  <a:schemeClr val="bg1"/>
                </a:solidFill>
                <a:latin typeface="NotoSansEthiopic"/>
              </a:rPr>
              <a:t>አምልኮ</a:t>
            </a:r>
            <a:r>
              <a:rPr lang="en-US" sz="5400" dirty="0">
                <a:solidFill>
                  <a:schemeClr val="bg1"/>
                </a:solidFill>
                <a:latin typeface="NotoSansEthiopic"/>
              </a:rPr>
              <a:t> </a:t>
            </a:r>
            <a:r>
              <a:rPr lang="en-US" sz="5400" dirty="0" err="1">
                <a:solidFill>
                  <a:schemeClr val="bg1"/>
                </a:solidFill>
                <a:latin typeface="NotoSansEthiopic"/>
              </a:rPr>
              <a:t>ስግደትም</a:t>
            </a:r>
            <a:r>
              <a:rPr lang="en-US" sz="5400" dirty="0">
                <a:solidFill>
                  <a:schemeClr val="bg1"/>
                </a:solidFill>
                <a:latin typeface="NotoSansEthiopic"/>
              </a:rPr>
              <a:t> </a:t>
            </a:r>
            <a:r>
              <a:rPr lang="en-US" sz="5400" dirty="0" err="1">
                <a:solidFill>
                  <a:schemeClr val="bg1"/>
                </a:solidFill>
                <a:latin typeface="NotoSansEthiopic"/>
              </a:rPr>
              <a:t>ላንተ</a:t>
            </a:r>
            <a:r>
              <a:rPr lang="en-US" sz="5400" dirty="0">
                <a:solidFill>
                  <a:schemeClr val="bg1"/>
                </a:solidFill>
                <a:latin typeface="NotoSansEthiopic"/>
              </a:rPr>
              <a:t> </a:t>
            </a:r>
            <a:r>
              <a:rPr lang="en-US" sz="5400" dirty="0" err="1">
                <a:solidFill>
                  <a:schemeClr val="bg1"/>
                </a:solidFill>
                <a:latin typeface="NotoSansEthiopic"/>
              </a:rPr>
              <a:t>ይገባል</a:t>
            </a:r>
            <a:r>
              <a:rPr lang="en-US" sz="5400" dirty="0">
                <a:solidFill>
                  <a:schemeClr val="bg1"/>
                </a:solidFill>
                <a:latin typeface="NotoSansEthiopic"/>
              </a:rPr>
              <a:t>። </a:t>
            </a:r>
            <a:r>
              <a:rPr lang="en-US" sz="5400" dirty="0" err="1">
                <a:solidFill>
                  <a:schemeClr val="bg1"/>
                </a:solidFill>
                <a:latin typeface="NotoSansEthiopic"/>
              </a:rPr>
              <a:t>አሁንም</a:t>
            </a:r>
            <a:r>
              <a:rPr lang="en-US" sz="5400" dirty="0">
                <a:solidFill>
                  <a:schemeClr val="bg1"/>
                </a:solidFill>
                <a:latin typeface="NotoSansEthiopic"/>
              </a:rPr>
              <a:t> </a:t>
            </a:r>
            <a:r>
              <a:rPr lang="en-US" sz="5400" dirty="0" err="1">
                <a:solidFill>
                  <a:schemeClr val="bg1"/>
                </a:solidFill>
                <a:latin typeface="NotoSansEthiopic"/>
              </a:rPr>
              <a:t>ዘወትርም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319010588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በአገልጋዩ</a:t>
            </a:r>
            <a:r>
              <a:rPr lang="en-US" sz="5400" dirty="0">
                <a:solidFill>
                  <a:schemeClr val="bg1"/>
                </a:solidFill>
                <a:latin typeface="NotoSansEthiopic"/>
              </a:rPr>
              <a:t> </a:t>
            </a:r>
            <a:r>
              <a:rPr lang="en-US" sz="5400" dirty="0" err="1">
                <a:solidFill>
                  <a:schemeClr val="bg1"/>
                </a:solidFill>
                <a:latin typeface="NotoSansEthiopic"/>
              </a:rPr>
              <a:t>በካህን</a:t>
            </a:r>
            <a:r>
              <a:rPr lang="en-US" sz="5400" dirty="0">
                <a:solidFill>
                  <a:schemeClr val="bg1"/>
                </a:solidFill>
                <a:latin typeface="NotoSansEthiopic"/>
              </a:rPr>
              <a:t> </a:t>
            </a:r>
            <a:r>
              <a:rPr lang="en-US" sz="5400" dirty="0" err="1">
                <a:solidFill>
                  <a:schemeClr val="bg1"/>
                </a:solidFill>
                <a:latin typeface="NotoSansEthiopic"/>
              </a:rPr>
              <a:t>እጅ</a:t>
            </a:r>
            <a:r>
              <a:rPr lang="en-US" sz="5400" dirty="0">
                <a:solidFill>
                  <a:schemeClr val="bg1"/>
                </a:solidFill>
                <a:latin typeface="NotoSansEthiopic"/>
              </a:rPr>
              <a:t> </a:t>
            </a:r>
            <a:r>
              <a:rPr lang="en-US" sz="5400" dirty="0" err="1">
                <a:solidFill>
                  <a:schemeClr val="bg1"/>
                </a:solidFill>
                <a:latin typeface="NotoSansEthiopic"/>
              </a:rPr>
              <a:t>ይባርካችሁ</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እራሳችሁን</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አምላካችን</a:t>
            </a:r>
            <a:r>
              <a:rPr lang="en-US" sz="5400" dirty="0">
                <a:solidFill>
                  <a:schemeClr val="bg1"/>
                </a:solidFill>
                <a:latin typeface="NotoSansEthiopic"/>
              </a:rPr>
              <a:t> </a:t>
            </a:r>
            <a:r>
              <a:rPr lang="en-US" sz="5400" dirty="0" err="1">
                <a:solidFill>
                  <a:schemeClr val="bg1"/>
                </a:solidFill>
                <a:latin typeface="NotoSansEthiopic"/>
              </a:rPr>
              <a:t>ዝቅ</a:t>
            </a:r>
            <a:r>
              <a:rPr lang="en-US" sz="5400" dirty="0">
                <a:solidFill>
                  <a:schemeClr val="bg1"/>
                </a:solidFill>
                <a:latin typeface="NotoSansEthiopic"/>
              </a:rPr>
              <a:t> </a:t>
            </a:r>
            <a:r>
              <a:rPr lang="en-US" sz="5400" dirty="0" err="1">
                <a:solidFill>
                  <a:schemeClr val="bg1"/>
                </a:solidFill>
                <a:latin typeface="NotoSansEthiopic"/>
              </a:rPr>
              <a:t>አድርጉ</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rgbClr val="C00000"/>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ይባርከን</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ይበለን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238226237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nSpc>
                <a:spcPct val="120000"/>
              </a:lnSpc>
              <a:buNone/>
            </a:pPr>
            <a:r>
              <a:rPr lang="am-ET" sz="7200" dirty="0">
                <a:solidFill>
                  <a:srgbClr val="C00000"/>
                </a:solidFill>
                <a:latin typeface="NotoSansEthiopic"/>
              </a:rPr>
              <a:t>ይ፡</a:t>
            </a:r>
            <a:r>
              <a:rPr lang="en-US" sz="7200" dirty="0">
                <a:solidFill>
                  <a:srgbClr val="C00000"/>
                </a:solidFill>
                <a:latin typeface="NotoSansEthiopic"/>
              </a:rPr>
              <a:t>ካ</a:t>
            </a:r>
            <a:r>
              <a:rPr lang="am-ET" sz="7200" dirty="0">
                <a:solidFill>
                  <a:srgbClr val="C0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ከሁላችሁ</a:t>
            </a:r>
            <a:r>
              <a:rPr lang="en-US" sz="7200" dirty="0">
                <a:solidFill>
                  <a:schemeClr val="bg1"/>
                </a:solidFill>
                <a:latin typeface="NotoSansEthiopic"/>
              </a:rPr>
              <a:t> </a:t>
            </a:r>
            <a:r>
              <a:rPr lang="en-US" sz="7200" dirty="0" err="1">
                <a:solidFill>
                  <a:schemeClr val="bg1"/>
                </a:solidFill>
                <a:latin typeface="NotoSansEthiopic"/>
              </a:rPr>
              <a:t>ጋር</a:t>
            </a:r>
            <a:r>
              <a:rPr lang="en-US" sz="7200" dirty="0">
                <a:solidFill>
                  <a:schemeClr val="bg1"/>
                </a:solidFill>
                <a:latin typeface="NotoSansEthiopic"/>
              </a:rPr>
              <a:t> </a:t>
            </a:r>
            <a:r>
              <a:rPr lang="en-US" sz="7200" dirty="0" err="1">
                <a:solidFill>
                  <a:schemeClr val="bg1"/>
                </a:solidFill>
                <a:latin typeface="NotoSansEthiopic"/>
              </a:rPr>
              <a:t>ይሁን</a:t>
            </a:r>
            <a:r>
              <a:rPr lang="en-US" sz="7200" dirty="0">
                <a:solidFill>
                  <a:schemeClr val="bg1"/>
                </a:solidFill>
                <a:latin typeface="NotoSansEthiopic"/>
              </a:rPr>
              <a:t>።</a:t>
            </a:r>
          </a:p>
          <a:p>
            <a:pPr marL="0" indent="0">
              <a:lnSpc>
                <a:spcPct val="120000"/>
              </a:lnSpc>
              <a:buNone/>
            </a:pPr>
            <a:r>
              <a:rPr lang="en-US" sz="7200" dirty="0" err="1">
                <a:solidFill>
                  <a:srgbClr val="FF0000"/>
                </a:solidFill>
                <a:latin typeface="NotoSansEthiopic"/>
              </a:rPr>
              <a:t>ይ፡ሕ</a:t>
            </a:r>
            <a:r>
              <a:rPr lang="en-US" sz="7200" dirty="0">
                <a:solidFill>
                  <a:srgbClr val="FF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ከመንፈስም</a:t>
            </a:r>
            <a:r>
              <a:rPr lang="en-US" sz="7200" dirty="0">
                <a:solidFill>
                  <a:schemeClr val="bg1"/>
                </a:solidFill>
                <a:latin typeface="NotoSansEthiopic"/>
              </a:rPr>
              <a:t> </a:t>
            </a:r>
            <a:r>
              <a:rPr lang="en-US" sz="7200" dirty="0" err="1">
                <a:solidFill>
                  <a:schemeClr val="bg1"/>
                </a:solidFill>
                <a:latin typeface="NotoSansEthiopic"/>
              </a:rPr>
              <a:t>ጋር</a:t>
            </a:r>
            <a:r>
              <a:rPr lang="en-US" sz="7200" dirty="0">
                <a:solidFill>
                  <a:schemeClr val="bg1"/>
                </a:solidFill>
                <a:latin typeface="NotoSansEthiopic"/>
              </a:rPr>
              <a:t>።</a:t>
            </a:r>
          </a:p>
        </p:txBody>
      </p:sp>
    </p:spTree>
    <p:extLst>
      <p:ext uri="{BB962C8B-B14F-4D97-AF65-F5344CB8AC3E}">
        <p14:creationId xmlns:p14="http://schemas.microsoft.com/office/powerpoint/2010/main" val="197545516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fontScale="62500" lnSpcReduction="20000"/>
          </a:bodyPr>
          <a:lstStyle/>
          <a:p>
            <a:pPr marL="0" indent="0">
              <a:lnSpc>
                <a:spcPct val="120000"/>
              </a:lnSpc>
              <a:buNone/>
            </a:pPr>
            <a:r>
              <a:rPr lang="am-ET" sz="7200" dirty="0">
                <a:solidFill>
                  <a:srgbClr val="C00000"/>
                </a:solidFill>
                <a:latin typeface="NotoSansEthiopic"/>
              </a:rPr>
              <a:t>ይ፡</a:t>
            </a:r>
            <a:r>
              <a:rPr lang="en-US" sz="7200" dirty="0">
                <a:solidFill>
                  <a:srgbClr val="C00000"/>
                </a:solidFill>
                <a:latin typeface="NotoSansEthiopic"/>
              </a:rPr>
              <a:t>ሕ</a:t>
            </a:r>
            <a:r>
              <a:rPr lang="am-ET" sz="7200" dirty="0">
                <a:solidFill>
                  <a:srgbClr val="C0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አሜን</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እኛን</a:t>
            </a:r>
            <a:r>
              <a:rPr lang="en-US" sz="7200" dirty="0">
                <a:solidFill>
                  <a:schemeClr val="bg1"/>
                </a:solidFill>
                <a:latin typeface="NotoSansEthiopic"/>
              </a:rPr>
              <a:t> </a:t>
            </a:r>
            <a:r>
              <a:rPr lang="en-US" sz="7200" dirty="0" err="1">
                <a:solidFill>
                  <a:schemeClr val="bg1"/>
                </a:solidFill>
                <a:latin typeface="NotoSansEthiopic"/>
              </a:rPr>
              <a:t>አገልጋዮቹን</a:t>
            </a:r>
            <a:r>
              <a:rPr lang="en-US" sz="7200" dirty="0">
                <a:solidFill>
                  <a:schemeClr val="bg1"/>
                </a:solidFill>
                <a:latin typeface="NotoSansEthiopic"/>
              </a:rPr>
              <a:t> </a:t>
            </a:r>
            <a:r>
              <a:rPr lang="en-US" sz="7200" dirty="0" err="1">
                <a:solidFill>
                  <a:schemeClr val="bg1"/>
                </a:solidFill>
                <a:latin typeface="NotoSansEthiopic"/>
              </a:rPr>
              <a:t>በሰላም</a:t>
            </a:r>
            <a:r>
              <a:rPr lang="en-US" sz="7200" dirty="0">
                <a:solidFill>
                  <a:schemeClr val="bg1"/>
                </a:solidFill>
                <a:latin typeface="NotoSansEthiopic"/>
              </a:rPr>
              <a:t> </a:t>
            </a:r>
            <a:r>
              <a:rPr lang="en-US" sz="7200" dirty="0" err="1">
                <a:solidFill>
                  <a:schemeClr val="bg1"/>
                </a:solidFill>
                <a:latin typeface="NotoSansEthiopic"/>
              </a:rPr>
              <a:t>ይባርከን</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ሥጋህንና</a:t>
            </a:r>
            <a:r>
              <a:rPr lang="en-US" sz="7200" dirty="0">
                <a:solidFill>
                  <a:schemeClr val="bg1"/>
                </a:solidFill>
                <a:latin typeface="NotoSansEthiopic"/>
              </a:rPr>
              <a:t> </a:t>
            </a:r>
            <a:r>
              <a:rPr lang="en-US" sz="7200" dirty="0" err="1">
                <a:solidFill>
                  <a:schemeClr val="bg1"/>
                </a:solidFill>
                <a:latin typeface="NotoSansEthiopic"/>
              </a:rPr>
              <a:t>ክቡር</a:t>
            </a:r>
            <a:r>
              <a:rPr lang="en-US" sz="7200" dirty="0">
                <a:solidFill>
                  <a:schemeClr val="bg1"/>
                </a:solidFill>
                <a:latin typeface="NotoSansEthiopic"/>
              </a:rPr>
              <a:t> </a:t>
            </a:r>
            <a:r>
              <a:rPr lang="en-US" sz="7200" dirty="0" err="1">
                <a:solidFill>
                  <a:schemeClr val="bg1"/>
                </a:solidFill>
                <a:latin typeface="NotoSansEthiopic"/>
              </a:rPr>
              <a:t>ደምህን</a:t>
            </a:r>
            <a:r>
              <a:rPr lang="en-US" sz="7200" dirty="0">
                <a:solidFill>
                  <a:schemeClr val="bg1"/>
                </a:solidFill>
                <a:latin typeface="NotoSansEthiopic"/>
              </a:rPr>
              <a:t> </a:t>
            </a:r>
            <a:r>
              <a:rPr lang="en-US" sz="7200" dirty="0" err="1">
                <a:solidFill>
                  <a:schemeClr val="bg1"/>
                </a:solidFill>
                <a:latin typeface="NotoSansEthiopic"/>
              </a:rPr>
              <a:t>ለተቀበልነው</a:t>
            </a:r>
            <a:r>
              <a:rPr lang="en-US" sz="7200" dirty="0">
                <a:solidFill>
                  <a:schemeClr val="bg1"/>
                </a:solidFill>
                <a:latin typeface="NotoSansEthiopic"/>
              </a:rPr>
              <a:t> </a:t>
            </a:r>
            <a:r>
              <a:rPr lang="en-US" sz="7200" dirty="0" err="1">
                <a:solidFill>
                  <a:schemeClr val="bg1"/>
                </a:solidFill>
                <a:latin typeface="NotoSansEthiopic"/>
              </a:rPr>
              <a:t>ለሥርየት</a:t>
            </a:r>
            <a:r>
              <a:rPr lang="en-US" sz="7200" dirty="0">
                <a:solidFill>
                  <a:schemeClr val="bg1"/>
                </a:solidFill>
                <a:latin typeface="NotoSansEthiopic"/>
              </a:rPr>
              <a:t> </a:t>
            </a:r>
            <a:r>
              <a:rPr lang="en-US" sz="7200" dirty="0" err="1">
                <a:solidFill>
                  <a:schemeClr val="bg1"/>
                </a:solidFill>
                <a:latin typeface="NotoSansEthiopic"/>
              </a:rPr>
              <a:t>ይሁንልን</a:t>
            </a:r>
            <a:r>
              <a:rPr lang="en-US" sz="7200" dirty="0">
                <a:solidFill>
                  <a:schemeClr val="bg1"/>
                </a:solidFill>
                <a:latin typeface="NotoSansEthiopic"/>
              </a:rPr>
              <a:t> </a:t>
            </a:r>
            <a:r>
              <a:rPr lang="en-US" sz="7200" dirty="0" err="1">
                <a:solidFill>
                  <a:schemeClr val="bg1"/>
                </a:solidFill>
                <a:latin typeface="NotoSansEthiopic"/>
              </a:rPr>
              <a:t>የጠላትን</a:t>
            </a:r>
            <a:r>
              <a:rPr lang="en-US" sz="7200" dirty="0">
                <a:solidFill>
                  <a:schemeClr val="bg1"/>
                </a:solidFill>
                <a:latin typeface="NotoSansEthiopic"/>
              </a:rPr>
              <a:t> </a:t>
            </a:r>
            <a:r>
              <a:rPr lang="en-US" sz="7200" dirty="0" err="1">
                <a:solidFill>
                  <a:schemeClr val="bg1"/>
                </a:solidFill>
                <a:latin typeface="NotoSansEthiopic"/>
              </a:rPr>
              <a:t>ኃይል</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በመንፈስ</a:t>
            </a:r>
            <a:r>
              <a:rPr lang="en-US" sz="7200" dirty="0">
                <a:solidFill>
                  <a:schemeClr val="bg1"/>
                </a:solidFill>
                <a:latin typeface="NotoSansEthiopic"/>
              </a:rPr>
              <a:t> </a:t>
            </a:r>
            <a:r>
              <a:rPr lang="en-US" sz="7200" dirty="0" err="1">
                <a:solidFill>
                  <a:schemeClr val="bg1"/>
                </a:solidFill>
                <a:latin typeface="NotoSansEthiopic"/>
              </a:rPr>
              <a:t>እንድንረግጠው</a:t>
            </a:r>
            <a:r>
              <a:rPr lang="en-US" sz="7200" dirty="0">
                <a:solidFill>
                  <a:schemeClr val="bg1"/>
                </a:solidFill>
                <a:latin typeface="NotoSansEthiopic"/>
              </a:rPr>
              <a:t> </a:t>
            </a:r>
            <a:r>
              <a:rPr lang="en-US" sz="7200" dirty="0" err="1">
                <a:solidFill>
                  <a:schemeClr val="bg1"/>
                </a:solidFill>
                <a:latin typeface="NotoSansEthiopic"/>
              </a:rPr>
              <a:t>ሥልጣን</a:t>
            </a:r>
            <a:r>
              <a:rPr lang="en-US" sz="7200" dirty="0">
                <a:solidFill>
                  <a:schemeClr val="bg1"/>
                </a:solidFill>
                <a:latin typeface="NotoSansEthiopic"/>
              </a:rPr>
              <a:t> </a:t>
            </a:r>
            <a:r>
              <a:rPr lang="en-US" sz="7200" dirty="0" err="1">
                <a:solidFill>
                  <a:schemeClr val="bg1"/>
                </a:solidFill>
                <a:latin typeface="NotoSansEthiopic"/>
              </a:rPr>
              <a:t>ሰጠን</a:t>
            </a:r>
            <a:r>
              <a:rPr lang="en-US" sz="7200" dirty="0">
                <a:solidFill>
                  <a:schemeClr val="bg1"/>
                </a:solidFill>
                <a:latin typeface="NotoSansEthiopic"/>
              </a:rPr>
              <a:t> </a:t>
            </a:r>
            <a:r>
              <a:rPr lang="en-US" sz="7200" dirty="0" err="1">
                <a:solidFill>
                  <a:schemeClr val="bg1"/>
                </a:solidFill>
                <a:latin typeface="NotoSansEthiopic"/>
              </a:rPr>
              <a:t>ሁላችንም</a:t>
            </a:r>
            <a:r>
              <a:rPr lang="en-US" sz="7200" dirty="0">
                <a:solidFill>
                  <a:schemeClr val="bg1"/>
                </a:solidFill>
                <a:latin typeface="NotoSansEthiopic"/>
              </a:rPr>
              <a:t> </a:t>
            </a:r>
            <a:r>
              <a:rPr lang="en-US" sz="7200" dirty="0" err="1">
                <a:solidFill>
                  <a:schemeClr val="bg1"/>
                </a:solidFill>
                <a:latin typeface="NotoSansEthiopic"/>
              </a:rPr>
              <a:t>በምሕረትህ</a:t>
            </a:r>
            <a:r>
              <a:rPr lang="en-US" sz="7200" dirty="0">
                <a:solidFill>
                  <a:schemeClr val="bg1"/>
                </a:solidFill>
                <a:latin typeface="NotoSansEthiopic"/>
              </a:rPr>
              <a:t> </a:t>
            </a:r>
            <a:r>
              <a:rPr lang="en-US" sz="7200" dirty="0" err="1">
                <a:solidFill>
                  <a:schemeClr val="bg1"/>
                </a:solidFill>
                <a:latin typeface="NotoSansEthiopic"/>
              </a:rPr>
              <a:t>የተመላውና</a:t>
            </a:r>
            <a:r>
              <a:rPr lang="en-US" sz="7200" dirty="0">
                <a:solidFill>
                  <a:schemeClr val="bg1"/>
                </a:solidFill>
                <a:latin typeface="NotoSansEthiopic"/>
              </a:rPr>
              <a:t> </a:t>
            </a:r>
            <a:r>
              <a:rPr lang="en-US" sz="7200" dirty="0" err="1">
                <a:solidFill>
                  <a:schemeClr val="bg1"/>
                </a:solidFill>
                <a:latin typeface="NotoSansEthiopic"/>
              </a:rPr>
              <a:t>የተቀደሰ</a:t>
            </a:r>
            <a:r>
              <a:rPr lang="en-US" sz="7200" dirty="0">
                <a:solidFill>
                  <a:schemeClr val="bg1"/>
                </a:solidFill>
                <a:latin typeface="NotoSansEthiopic"/>
              </a:rPr>
              <a:t> </a:t>
            </a:r>
            <a:r>
              <a:rPr lang="en-US" sz="7200" dirty="0" err="1">
                <a:solidFill>
                  <a:schemeClr val="bg1"/>
                </a:solidFill>
                <a:latin typeface="NotoSansEthiopic"/>
              </a:rPr>
              <a:t>እጅህን</a:t>
            </a:r>
            <a:r>
              <a:rPr lang="en-US" sz="7200" dirty="0">
                <a:solidFill>
                  <a:schemeClr val="bg1"/>
                </a:solidFill>
                <a:latin typeface="NotoSansEthiopic"/>
              </a:rPr>
              <a:t> </a:t>
            </a:r>
            <a:r>
              <a:rPr lang="en-US" sz="7200" dirty="0" err="1">
                <a:solidFill>
                  <a:schemeClr val="bg1"/>
                </a:solidFill>
                <a:latin typeface="NotoSansEthiopic"/>
              </a:rPr>
              <a:t>ቡራኬ</a:t>
            </a:r>
            <a:r>
              <a:rPr lang="en-US" sz="7200" dirty="0">
                <a:solidFill>
                  <a:schemeClr val="bg1"/>
                </a:solidFill>
                <a:latin typeface="NotoSansEthiopic"/>
              </a:rPr>
              <a:t> </a:t>
            </a:r>
            <a:r>
              <a:rPr lang="en-US" sz="7200" dirty="0" err="1">
                <a:solidFill>
                  <a:schemeClr val="bg1"/>
                </a:solidFill>
                <a:latin typeface="NotoSansEthiopic"/>
              </a:rPr>
              <a:t>ተስፋ</a:t>
            </a:r>
            <a:r>
              <a:rPr lang="en-US" sz="7200" dirty="0">
                <a:solidFill>
                  <a:schemeClr val="bg1"/>
                </a:solidFill>
                <a:latin typeface="NotoSansEthiopic"/>
              </a:rPr>
              <a:t> </a:t>
            </a:r>
            <a:r>
              <a:rPr lang="en-US" sz="7200" dirty="0" err="1">
                <a:solidFill>
                  <a:schemeClr val="bg1"/>
                </a:solidFill>
                <a:latin typeface="NotoSansEthiopic"/>
              </a:rPr>
              <a:t>እናደርጋለን</a:t>
            </a:r>
            <a:r>
              <a:rPr lang="en-US" sz="7200" dirty="0">
                <a:solidFill>
                  <a:schemeClr val="bg1"/>
                </a:solidFill>
                <a:latin typeface="NotoSansEthiopic"/>
              </a:rPr>
              <a:t> </a:t>
            </a:r>
            <a:r>
              <a:rPr lang="en-US" sz="7200" dirty="0" err="1">
                <a:solidFill>
                  <a:schemeClr val="bg1"/>
                </a:solidFill>
                <a:latin typeface="NotoSansEthiopic"/>
              </a:rPr>
              <a:t>ከክፉ</a:t>
            </a:r>
            <a:r>
              <a:rPr lang="en-US" sz="7200" dirty="0">
                <a:solidFill>
                  <a:schemeClr val="bg1"/>
                </a:solidFill>
                <a:latin typeface="NotoSansEthiopic"/>
              </a:rPr>
              <a:t> </a:t>
            </a:r>
            <a:r>
              <a:rPr lang="en-US" sz="7200" dirty="0" err="1">
                <a:solidFill>
                  <a:schemeClr val="bg1"/>
                </a:solidFill>
                <a:latin typeface="NotoSansEthiopic"/>
              </a:rPr>
              <a:t>ሥራ</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አርቀን</a:t>
            </a:r>
            <a:r>
              <a:rPr lang="en-US" sz="7200" dirty="0">
                <a:solidFill>
                  <a:schemeClr val="bg1"/>
                </a:solidFill>
                <a:latin typeface="NotoSansEthiopic"/>
              </a:rPr>
              <a:t> </a:t>
            </a:r>
            <a:r>
              <a:rPr lang="en-US" sz="7200" dirty="0" err="1">
                <a:solidFill>
                  <a:schemeClr val="bg1"/>
                </a:solidFill>
                <a:latin typeface="NotoSansEthiopic"/>
              </a:rPr>
              <a:t>የመልካም</a:t>
            </a:r>
            <a:r>
              <a:rPr lang="en-US" sz="7200" dirty="0">
                <a:solidFill>
                  <a:schemeClr val="bg1"/>
                </a:solidFill>
                <a:latin typeface="NotoSansEthiopic"/>
              </a:rPr>
              <a:t> </a:t>
            </a:r>
            <a:r>
              <a:rPr lang="en-US" sz="7200" dirty="0" err="1">
                <a:solidFill>
                  <a:schemeClr val="bg1"/>
                </a:solidFill>
                <a:latin typeface="NotoSansEthiopic"/>
              </a:rPr>
              <a:t>ሥራ</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ተካፋዮች</a:t>
            </a:r>
            <a:r>
              <a:rPr lang="en-US" sz="7200" dirty="0">
                <a:solidFill>
                  <a:schemeClr val="bg1"/>
                </a:solidFill>
                <a:latin typeface="NotoSansEthiopic"/>
              </a:rPr>
              <a:t> </a:t>
            </a:r>
            <a:r>
              <a:rPr lang="en-US" sz="7200" dirty="0" err="1">
                <a:solidFill>
                  <a:schemeClr val="bg1"/>
                </a:solidFill>
                <a:latin typeface="NotoSansEthiopic"/>
              </a:rPr>
              <a:t>አድርገን</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ሥጋውንና</a:t>
            </a:r>
            <a:r>
              <a:rPr lang="en-US" sz="7200" dirty="0">
                <a:solidFill>
                  <a:schemeClr val="bg1"/>
                </a:solidFill>
                <a:latin typeface="NotoSansEthiopic"/>
              </a:rPr>
              <a:t> </a:t>
            </a:r>
            <a:r>
              <a:rPr lang="en-US" sz="7200" dirty="0" err="1">
                <a:solidFill>
                  <a:schemeClr val="bg1"/>
                </a:solidFill>
                <a:latin typeface="NotoSansEthiopic"/>
              </a:rPr>
              <a:t>ከቡር</a:t>
            </a:r>
            <a:r>
              <a:rPr lang="en-US" sz="7200" dirty="0">
                <a:solidFill>
                  <a:schemeClr val="bg1"/>
                </a:solidFill>
                <a:latin typeface="NotoSansEthiopic"/>
              </a:rPr>
              <a:t> </a:t>
            </a:r>
            <a:r>
              <a:rPr lang="en-US" sz="7200" dirty="0" err="1">
                <a:solidFill>
                  <a:schemeClr val="bg1"/>
                </a:solidFill>
                <a:latin typeface="NotoSansEthiopic"/>
              </a:rPr>
              <a:t>ደሙን</a:t>
            </a:r>
            <a:r>
              <a:rPr lang="en-US" sz="7200" dirty="0">
                <a:solidFill>
                  <a:schemeClr val="bg1"/>
                </a:solidFill>
                <a:latin typeface="NotoSansEthiopic"/>
              </a:rPr>
              <a:t> </a:t>
            </a:r>
            <a:r>
              <a:rPr lang="en-US" sz="7200" dirty="0" err="1">
                <a:solidFill>
                  <a:schemeClr val="bg1"/>
                </a:solidFill>
                <a:latin typeface="NotoSansEthiopic"/>
              </a:rPr>
              <a:t>የሰጠን</a:t>
            </a:r>
            <a:r>
              <a:rPr lang="en-US" sz="7200" dirty="0">
                <a:solidFill>
                  <a:schemeClr val="bg1"/>
                </a:solidFill>
                <a:latin typeface="NotoSansEthiopic"/>
              </a:rPr>
              <a:t> </a:t>
            </a:r>
            <a:r>
              <a:rPr lang="en-US" sz="7200" dirty="0" err="1">
                <a:solidFill>
                  <a:schemeClr val="bg1"/>
                </a:solidFill>
                <a:latin typeface="NotoSansEthiopic"/>
              </a:rPr>
              <a:t>የተመሰገነ</a:t>
            </a:r>
            <a:r>
              <a:rPr lang="en-US" sz="7200" dirty="0">
                <a:solidFill>
                  <a:schemeClr val="bg1"/>
                </a:solidFill>
                <a:latin typeface="NotoSansEthiopic"/>
              </a:rPr>
              <a:t> </a:t>
            </a:r>
            <a:r>
              <a:rPr lang="en-US" sz="7200" dirty="0" err="1">
                <a:solidFill>
                  <a:schemeClr val="bg1"/>
                </a:solidFill>
                <a:latin typeface="NotoSansEthiopic"/>
              </a:rPr>
              <a:t>ነው</a:t>
            </a:r>
            <a:r>
              <a:rPr lang="en-US" sz="7200" dirty="0">
                <a:solidFill>
                  <a:schemeClr val="bg1"/>
                </a:solidFill>
                <a:latin typeface="NotoSansEthiopic"/>
              </a:rPr>
              <a:t> </a:t>
            </a:r>
            <a:r>
              <a:rPr lang="en-US" sz="7200" dirty="0" err="1">
                <a:solidFill>
                  <a:schemeClr val="bg1"/>
                </a:solidFill>
                <a:latin typeface="NotoSansEthiopic"/>
              </a:rPr>
              <a:t>በኢየሱስ</a:t>
            </a:r>
            <a:r>
              <a:rPr lang="en-US" sz="7200" dirty="0">
                <a:solidFill>
                  <a:schemeClr val="bg1"/>
                </a:solidFill>
                <a:latin typeface="NotoSansEthiopic"/>
              </a:rPr>
              <a:t> </a:t>
            </a:r>
            <a:r>
              <a:rPr lang="en-US" sz="7200" dirty="0" err="1">
                <a:solidFill>
                  <a:schemeClr val="bg1"/>
                </a:solidFill>
                <a:latin typeface="NotoSansEthiopic"/>
              </a:rPr>
              <a:t>ክርስቶስ</a:t>
            </a:r>
            <a:r>
              <a:rPr lang="en-US" sz="7200" dirty="0">
                <a:solidFill>
                  <a:schemeClr val="bg1"/>
                </a:solidFill>
                <a:latin typeface="NotoSansEthiopic"/>
              </a:rPr>
              <a:t> </a:t>
            </a:r>
            <a:r>
              <a:rPr lang="en-US" sz="7200" dirty="0" err="1">
                <a:solidFill>
                  <a:schemeClr val="bg1"/>
                </a:solidFill>
                <a:latin typeface="NotoSansEthiopic"/>
              </a:rPr>
              <a:t>መስቀል</a:t>
            </a:r>
            <a:r>
              <a:rPr lang="en-US" sz="7200" dirty="0">
                <a:solidFill>
                  <a:schemeClr val="bg1"/>
                </a:solidFill>
                <a:latin typeface="NotoSansEthiopic"/>
              </a:rPr>
              <a:t> </a:t>
            </a:r>
            <a:r>
              <a:rPr lang="en-US" sz="7200" dirty="0" err="1">
                <a:solidFill>
                  <a:schemeClr val="bg1"/>
                </a:solidFill>
                <a:latin typeface="NotoSansEthiopic"/>
              </a:rPr>
              <a:t>ኃይል</a:t>
            </a:r>
            <a:r>
              <a:rPr lang="en-US" sz="7200" dirty="0">
                <a:solidFill>
                  <a:schemeClr val="bg1"/>
                </a:solidFill>
                <a:latin typeface="NotoSansEthiopic"/>
              </a:rPr>
              <a:t> </a:t>
            </a:r>
            <a:r>
              <a:rPr lang="en-US" sz="7200" dirty="0" err="1">
                <a:solidFill>
                  <a:schemeClr val="bg1"/>
                </a:solidFill>
                <a:latin typeface="NotoSansEthiopic"/>
              </a:rPr>
              <a:t>ጸጋን</a:t>
            </a:r>
            <a:r>
              <a:rPr lang="en-US" sz="7200" dirty="0">
                <a:solidFill>
                  <a:schemeClr val="bg1"/>
                </a:solidFill>
                <a:latin typeface="NotoSansEthiopic"/>
              </a:rPr>
              <a:t> </a:t>
            </a:r>
            <a:r>
              <a:rPr lang="en-US" sz="7200" dirty="0" err="1">
                <a:solidFill>
                  <a:schemeClr val="bg1"/>
                </a:solidFill>
                <a:latin typeface="NotoSansEthiopic"/>
              </a:rPr>
              <a:t>ተቀበልን</a:t>
            </a:r>
            <a:r>
              <a:rPr lang="en-US" sz="7200" dirty="0">
                <a:solidFill>
                  <a:schemeClr val="bg1"/>
                </a:solidFill>
                <a:latin typeface="NotoSansEthiopic"/>
              </a:rPr>
              <a:t> </a:t>
            </a:r>
            <a:r>
              <a:rPr lang="en-US" sz="7200" dirty="0" err="1">
                <a:solidFill>
                  <a:schemeClr val="bg1"/>
                </a:solidFill>
                <a:latin typeface="NotoSansEthiopic"/>
              </a:rPr>
              <a:t>ሕይወትንም</a:t>
            </a:r>
            <a:r>
              <a:rPr lang="en-US" sz="7200" dirty="0">
                <a:solidFill>
                  <a:schemeClr val="bg1"/>
                </a:solidFill>
                <a:latin typeface="NotoSansEthiopic"/>
              </a:rPr>
              <a:t> </a:t>
            </a:r>
            <a:r>
              <a:rPr lang="en-US" sz="7200" dirty="0" err="1">
                <a:solidFill>
                  <a:schemeClr val="bg1"/>
                </a:solidFill>
                <a:latin typeface="NotoSansEthiopic"/>
              </a:rPr>
              <a:t>አገኘን</a:t>
            </a:r>
            <a:r>
              <a:rPr lang="en-US" sz="7200" dirty="0">
                <a:solidFill>
                  <a:schemeClr val="bg1"/>
                </a:solidFill>
                <a:latin typeface="NotoSansEthiopic"/>
              </a:rPr>
              <a:t> </a:t>
            </a:r>
            <a:r>
              <a:rPr lang="en-US" sz="7200" dirty="0" err="1">
                <a:solidFill>
                  <a:schemeClr val="bg1"/>
                </a:solidFill>
                <a:latin typeface="NotoSansEthiopic"/>
              </a:rPr>
              <a:t>ጌታ</a:t>
            </a:r>
            <a:r>
              <a:rPr lang="en-US" sz="7200" dirty="0">
                <a:solidFill>
                  <a:schemeClr val="bg1"/>
                </a:solidFill>
                <a:latin typeface="NotoSansEthiopic"/>
              </a:rPr>
              <a:t> </a:t>
            </a:r>
            <a:r>
              <a:rPr lang="en-US" sz="7200" dirty="0" err="1">
                <a:solidFill>
                  <a:schemeClr val="bg1"/>
                </a:solidFill>
                <a:latin typeface="NotoSansEthiopic"/>
              </a:rPr>
              <a:t>ሆይ</a:t>
            </a:r>
            <a:r>
              <a:rPr lang="en-US" sz="7200" dirty="0">
                <a:solidFill>
                  <a:schemeClr val="bg1"/>
                </a:solidFill>
                <a:latin typeface="NotoSansEthiopic"/>
              </a:rPr>
              <a:t> </a:t>
            </a:r>
            <a:r>
              <a:rPr lang="en-US" sz="7200" dirty="0" err="1">
                <a:solidFill>
                  <a:schemeClr val="bg1"/>
                </a:solidFill>
                <a:latin typeface="NotoSansEthiopic"/>
              </a:rPr>
              <a:t>ከመንፈስ</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የተገኘውን</a:t>
            </a:r>
            <a:r>
              <a:rPr lang="en-US" sz="7200" dirty="0">
                <a:solidFill>
                  <a:schemeClr val="bg1"/>
                </a:solidFill>
                <a:latin typeface="NotoSansEthiopic"/>
              </a:rPr>
              <a:t> </a:t>
            </a:r>
            <a:r>
              <a:rPr lang="en-US" sz="7200" dirty="0" err="1">
                <a:solidFill>
                  <a:schemeClr val="bg1"/>
                </a:solidFill>
                <a:latin typeface="NotoSansEthiopic"/>
              </a:rPr>
              <a:t>ጸጋ</a:t>
            </a:r>
            <a:r>
              <a:rPr lang="en-US" sz="7200" dirty="0">
                <a:solidFill>
                  <a:schemeClr val="bg1"/>
                </a:solidFill>
                <a:latin typeface="NotoSansEthiopic"/>
              </a:rPr>
              <a:t> </a:t>
            </a:r>
            <a:r>
              <a:rPr lang="en-US" sz="7200" dirty="0" err="1">
                <a:solidFill>
                  <a:schemeClr val="bg1"/>
                </a:solidFill>
                <a:latin typeface="NotoSansEthiopic"/>
              </a:rPr>
              <a:t>ተቀብለን</a:t>
            </a:r>
            <a:r>
              <a:rPr lang="en-US" sz="7200" dirty="0">
                <a:solidFill>
                  <a:schemeClr val="bg1"/>
                </a:solidFill>
                <a:latin typeface="NotoSansEthiopic"/>
              </a:rPr>
              <a:t> </a:t>
            </a:r>
            <a:r>
              <a:rPr lang="en-US" sz="7200" dirty="0" err="1">
                <a:solidFill>
                  <a:schemeClr val="bg1"/>
                </a:solidFill>
                <a:latin typeface="NotoSansEthiopic"/>
              </a:rPr>
              <a:t>እናመሰግንሃለን</a:t>
            </a:r>
            <a:r>
              <a:rPr lang="en-US" sz="7200" dirty="0">
                <a:solidFill>
                  <a:schemeClr val="bg1"/>
                </a:solidFill>
                <a:latin typeface="NotoSansEthiopic"/>
              </a:rPr>
              <a:t>።</a:t>
            </a:r>
          </a:p>
        </p:txBody>
      </p:sp>
    </p:spTree>
    <p:extLst>
      <p:ext uri="{BB962C8B-B14F-4D97-AF65-F5344CB8AC3E}">
        <p14:creationId xmlns:p14="http://schemas.microsoft.com/office/powerpoint/2010/main" val="298683473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8187" y="96818"/>
            <a:ext cx="11980517" cy="6749526"/>
          </a:xfrm>
        </p:spPr>
        <p:txBody>
          <a:bodyPr>
            <a:normAutofit/>
          </a:bodyPr>
          <a:lstStyle/>
          <a:p>
            <a:pPr marL="0" indent="0" algn="ctr">
              <a:lnSpc>
                <a:spcPct val="120000"/>
              </a:lnSpc>
              <a:buNone/>
            </a:pPr>
            <a:endParaRPr lang="en-US" sz="7200" dirty="0">
              <a:solidFill>
                <a:srgbClr val="C00000"/>
              </a:solidFill>
              <a:latin typeface="NotoSansEthiopic"/>
            </a:endParaRPr>
          </a:p>
          <a:p>
            <a:pPr marL="0" indent="0" algn="ctr">
              <a:lnSpc>
                <a:spcPct val="120000"/>
              </a:lnSpc>
              <a:buNone/>
            </a:pPr>
            <a:r>
              <a:rPr lang="am-ET" sz="11500" dirty="0">
                <a:solidFill>
                  <a:srgbClr val="C00000"/>
                </a:solidFill>
                <a:latin typeface="NotoSansEthiopic"/>
              </a:rPr>
              <a:t>ይ፡ዲ፦</a:t>
            </a:r>
            <a:r>
              <a:rPr lang="en-US" sz="11500" dirty="0" err="1">
                <a:solidFill>
                  <a:schemeClr val="bg1"/>
                </a:solidFill>
                <a:latin typeface="NotoSansEthiopic"/>
              </a:rPr>
              <a:t>በሰላም</a:t>
            </a:r>
            <a:r>
              <a:rPr lang="en-US" sz="11500" dirty="0">
                <a:solidFill>
                  <a:schemeClr val="bg1"/>
                </a:solidFill>
                <a:latin typeface="NotoSansEthiopic"/>
              </a:rPr>
              <a:t> </a:t>
            </a:r>
            <a:r>
              <a:rPr lang="en-US" sz="11500" dirty="0" err="1">
                <a:solidFill>
                  <a:schemeClr val="bg1"/>
                </a:solidFill>
                <a:latin typeface="NotoSansEthiopic"/>
              </a:rPr>
              <a:t>ሂዱ</a:t>
            </a:r>
            <a:r>
              <a:rPr lang="am-ET" sz="11500" dirty="0">
                <a:solidFill>
                  <a:schemeClr val="bg1"/>
                </a:solidFill>
                <a:latin typeface="NotoSansEthiopic"/>
              </a:rPr>
              <a:t>።</a:t>
            </a:r>
            <a:endParaRPr lang="en-US" sz="4400" dirty="0">
              <a:solidFill>
                <a:schemeClr val="bg1"/>
              </a:solidFill>
            </a:endParaRPr>
          </a:p>
        </p:txBody>
      </p:sp>
    </p:spTree>
    <p:extLst>
      <p:ext uri="{BB962C8B-B14F-4D97-AF65-F5344CB8AC3E}">
        <p14:creationId xmlns:p14="http://schemas.microsoft.com/office/powerpoint/2010/main" val="110292946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2159</TotalTime>
  <Words>5133</Words>
  <Application>Microsoft Office PowerPoint</Application>
  <PresentationFormat>Custom</PresentationFormat>
  <Paragraphs>413</Paragraphs>
  <Slides>173</Slides>
  <Notes>0</Notes>
  <HiddenSlides>37</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173</vt:i4>
      </vt:variant>
    </vt:vector>
  </HeadingPairs>
  <TitlesOfParts>
    <vt:vector size="184" baseType="lpstr">
      <vt:lpstr>Yu Gothic UI Semibold</vt:lpstr>
      <vt:lpstr>Aptos</vt:lpstr>
      <vt:lpstr>Arial</vt:lpstr>
      <vt:lpstr>Calibri</vt:lpstr>
      <vt:lpstr>Calibri Light</vt:lpstr>
      <vt:lpstr>Ebrima</vt:lpstr>
      <vt:lpstr>NotoSansEthiopic</vt:lpstr>
      <vt:lpstr>Nyala</vt:lpstr>
      <vt:lpstr>Times New Roman</vt:lpstr>
      <vt:lpstr>1_Office Theme</vt:lpstr>
      <vt:lpstr>Office Theme</vt:lpstr>
      <vt:lpstr>የቅዳሴ ጸሎት</vt:lpstr>
      <vt:lpstr>የመግቢያ ጸሎት</vt:lpstr>
      <vt:lpstr>PowerPoint Presentation</vt:lpstr>
      <vt:lpstr>PowerPoint Presentation</vt:lpstr>
      <vt:lpstr>PowerPoint Presentation</vt:lpstr>
      <vt:lpstr>ሥርዓተ ቅዳሴ</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ንባባት</vt:lpstr>
      <vt:lpstr>PowerPoint Presentation</vt:lpstr>
      <vt:lpstr>PowerPoint Presentation</vt:lpstr>
      <vt:lpstr> ንባባት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ምስባክ ዘደብረዘይት ጾመ አርብዓ መዝ 49፥2</vt:lpstr>
      <vt:lpstr>PowerPoint Presentation</vt:lpstr>
      <vt:lpstr>PowerPoint Presentation</vt:lpstr>
      <vt:lpstr>PowerPoint Presentation</vt:lpstr>
      <vt:lpstr>PowerPoint Presentation</vt:lpstr>
      <vt:lpstr>          ለኔስ ምንም ቢሆን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የምለው አጣሁ</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ካንተ ያልሆነልኝ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የቅዳሴ ጸሎት</dc:title>
  <dc:creator>Eleyas Endashaw</dc:creator>
  <cp:lastModifiedBy>Nebyou Esayas</cp:lastModifiedBy>
  <cp:revision>85</cp:revision>
  <dcterms:created xsi:type="dcterms:W3CDTF">2022-01-23T03:50:58Z</dcterms:created>
  <dcterms:modified xsi:type="dcterms:W3CDTF">2026-02-28T22:06:24Z</dcterms:modified>
</cp:coreProperties>
</file>